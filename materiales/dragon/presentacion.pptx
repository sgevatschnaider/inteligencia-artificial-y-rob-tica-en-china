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27b5c058704dd2" /><Relationship Type="http://schemas.openxmlformats.org/officeDocument/2006/relationships/extended-properties" Target="/docProps/app.xml" Id="R33fdc01eab23487b" /><Relationship Type="http://schemas.openxmlformats.org/officeDocument/2006/relationships/officeDocument" Target="/ppt/presentation.xml" Id="R3270200fa3bd4692" /></Relationships>
</file>

<file path=ppt/presentation.xml><?xml version="1.0" encoding="utf-8"?>
<p:presentation xmlns:p="http://schemas.openxmlformats.org/presentationml/2006/main">
  <p:sldMasterIdLst>
    <p:sldMasterId xmlns:r="http://schemas.openxmlformats.org/officeDocument/2006/relationships" id="2147483648" r:id="R1ba6514a2a4e4bc9"/>
  </p:sldMasterIdLst>
  <p:notesMasterIdLst>
    <p:notesMasterId xmlns:r="http://schemas.openxmlformats.org/officeDocument/2006/relationships" r:id="R3b45c641e3414d34"/>
  </p:notesMasterIdLst>
  <p:sldIdLst>
    <p:sldId xmlns:r="http://schemas.openxmlformats.org/officeDocument/2006/relationships" id="256" r:id="Rf59024c0738944d9"/>
    <p:sldId xmlns:r="http://schemas.openxmlformats.org/officeDocument/2006/relationships" id="257" r:id="R4d06b37cebe04967"/>
    <p:sldId xmlns:r="http://schemas.openxmlformats.org/officeDocument/2006/relationships" id="258" r:id="Rdf6f5ad1ab724037"/>
    <p:sldId xmlns:r="http://schemas.openxmlformats.org/officeDocument/2006/relationships" id="259" r:id="R5016805bfe7f41b6"/>
    <p:sldId xmlns:r="http://schemas.openxmlformats.org/officeDocument/2006/relationships" id="260" r:id="R83b8b95f9e004c3e"/>
    <p:sldId xmlns:r="http://schemas.openxmlformats.org/officeDocument/2006/relationships" id="261" r:id="R1b358a05f60842d6"/>
    <p:sldId xmlns:r="http://schemas.openxmlformats.org/officeDocument/2006/relationships" id="262" r:id="R12f811e997e94c3e"/>
    <p:sldId xmlns:r="http://schemas.openxmlformats.org/officeDocument/2006/relationships" id="263" r:id="R3b3e57a2a99b4a27"/>
    <p:sldId xmlns:r="http://schemas.openxmlformats.org/officeDocument/2006/relationships" id="264" r:id="Rb85ee38056954ba6"/>
    <p:sldId xmlns:r="http://schemas.openxmlformats.org/officeDocument/2006/relationships" id="265" r:id="Re38266a80c8f43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fd7cfbbb424680" /><Relationship Type="http://schemas.openxmlformats.org/officeDocument/2006/relationships/slideMaster" Target="/ppt/slideMasters/slideMaster1.xml" Id="R1ba6514a2a4e4bc9" /><Relationship Type="http://schemas.openxmlformats.org/officeDocument/2006/relationships/notesMaster" Target="/ppt/notesMasters/notesMaster1.xml" Id="R3b45c641e3414d34" /><Relationship Type="http://schemas.openxmlformats.org/officeDocument/2006/relationships/presProps" Target="/ppt/presProps.xml" Id="R305c3540b1f24608" /><Relationship Type="http://schemas.openxmlformats.org/officeDocument/2006/relationships/tableStyles" Target="/ppt/tableStyles.xml" Id="Re19a3fcffb034057" /><Relationship Type="http://schemas.openxmlformats.org/officeDocument/2006/relationships/slide" Target="/ppt/slides/slide1.xml" Id="Rf59024c0738944d9" /><Relationship Type="http://schemas.openxmlformats.org/officeDocument/2006/relationships/slide" Target="/ppt/slides/slide2.xml" Id="R4d06b37cebe04967" /><Relationship Type="http://schemas.openxmlformats.org/officeDocument/2006/relationships/slide" Target="/ppt/slides/slide3.xml" Id="Rdf6f5ad1ab724037" /><Relationship Type="http://schemas.openxmlformats.org/officeDocument/2006/relationships/slide" Target="/ppt/slides/slide4.xml" Id="R5016805bfe7f41b6" /><Relationship Type="http://schemas.openxmlformats.org/officeDocument/2006/relationships/slide" Target="/ppt/slides/slide5.xml" Id="R83b8b95f9e004c3e" /><Relationship Type="http://schemas.openxmlformats.org/officeDocument/2006/relationships/slide" Target="/ppt/slides/slide6.xml" Id="R1b358a05f60842d6" /><Relationship Type="http://schemas.openxmlformats.org/officeDocument/2006/relationships/slide" Target="/ppt/slides/slide7.xml" Id="R12f811e997e94c3e" /><Relationship Type="http://schemas.openxmlformats.org/officeDocument/2006/relationships/slide" Target="/ppt/slides/slide8.xml" Id="R3b3e57a2a99b4a27" /><Relationship Type="http://schemas.openxmlformats.org/officeDocument/2006/relationships/slide" Target="/ppt/slides/slide9.xml" Id="Rb85ee38056954ba6" /><Relationship Type="http://schemas.openxmlformats.org/officeDocument/2006/relationships/slide" Target="/ppt/slides/slide10.xml" Id="Re38266a80c8f43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8ca28f1d3d4b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a1b78249f74e2b" /><Relationship Type="http://schemas.openxmlformats.org/officeDocument/2006/relationships/notesMaster" Target="/ppt/notesMasters/notesMaster1.xml" Id="Rdd77946c7c024d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dc80d23e0644a7" /><Relationship Type="http://schemas.openxmlformats.org/officeDocument/2006/relationships/notesMaster" Target="/ppt/notesMasters/notesMaster1.xml" Id="R44d5ac60d8b34b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94f9f7c4064f22" /><Relationship Type="http://schemas.openxmlformats.org/officeDocument/2006/relationships/notesMaster" Target="/ppt/notesMasters/notesMaster1.xml" Id="R04646c97f68846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fdc72741f54f39" /><Relationship Type="http://schemas.openxmlformats.org/officeDocument/2006/relationships/notesMaster" Target="/ppt/notesMasters/notesMaster1.xml" Id="Rdb8bed4a055748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0772b262ab40a0" /><Relationship Type="http://schemas.openxmlformats.org/officeDocument/2006/relationships/notesMaster" Target="/ppt/notesMasters/notesMaster1.xml" Id="R61153725bb5942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b1c39f2be34ca9" /><Relationship Type="http://schemas.openxmlformats.org/officeDocument/2006/relationships/notesMaster" Target="/ppt/notesMasters/notesMaster1.xml" Id="Rb32618d807134b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72a9ad0907497b" /><Relationship Type="http://schemas.openxmlformats.org/officeDocument/2006/relationships/notesMaster" Target="/ppt/notesMasters/notesMaster1.xml" Id="R67837d0631ae4a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c7d637f2244067" /><Relationship Type="http://schemas.openxmlformats.org/officeDocument/2006/relationships/notesMaster" Target="/ppt/notesMasters/notesMaster1.xml" Id="Rcdff0ecadbaa43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e83228002a47ec" /><Relationship Type="http://schemas.openxmlformats.org/officeDocument/2006/relationships/notesMaster" Target="/ppt/notesMasters/notesMaster1.xml" Id="R192c6ef2fbec49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efaa20f3564814" /><Relationship Type="http://schemas.openxmlformats.org/officeDocument/2006/relationships/notesMaster" Target="/ppt/notesMasters/notesMaster1.xml" Id="R2102841e8b1946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presentar el Estado estratégico como una dimensión del desarrollo tecnológico chino y situarlo junto a las empresas y la infraestructura.</a:t>
            </a:r>
          </a:p>
          <a:p xmlns:a="http://schemas.openxmlformats.org/drawingml/2006/main">
            <a:r>
              <a:t/>
            </a:r>
          </a:p>
          <a:p xmlns:a="http://schemas.openxmlformats.org/drawingml/2006/main">
            <a:r>
              <a:t>Concepto y contexto: 龙, lóng, significa dragón en chino simplificado. Su punto de código es U+9F99. La forma tradicional es 龍, U+9F8D. En este curso el dragón funciona como metáfora analítica de dirección, coordinación y continuidad. No pretende agotar el simbolismo cultural chino ni atribuir capacidad ilimitada al Estado. La ilustración combina lugares y tecnologías de manera imaginaria y no documenta una ciudad o institución real.</a:t>
            </a:r>
          </a:p>
          <a:p xmlns:a="http://schemas.openxmlformats.org/drawingml/2006/main">
            <a:r>
              <a:t/>
            </a:r>
          </a:p>
          <a:p xmlns:a="http://schemas.openxmlformats.org/drawingml/2006/main">
            <a:r>
              <a:t>Matiz: la autoría docente corresponde al material, no a los documentos y artículos citados. Los planes expresan prioridades y objetivos. Para evaluar sus efectos hay que seguir mecanismos, recursos ejecutados y resultados observables, además de considerar a las empresas y a los mercados mundiales.</a:t>
            </a:r>
          </a:p>
          <a:p xmlns:a="http://schemas.openxmlformats.org/drawingml/2006/main">
            <a:r>
              <a:t/>
            </a:r>
          </a:p>
          <a:p xmlns:a="http://schemas.openxmlformats.org/drawingml/2006/main">
            <a:r>
              <a:t>Sugerencia oral: abrir con la pregunta «¿Qué puede orientar un Estado y qué depende de la experimentación empresarial?». Anunciar que el módulo recorrerá historia, instrumentos, territorio, regulación y tensiones. Reservar para el cierre la interacción entre los tres símbolos.</a:t>
            </a:r>
          </a:p>
          <a:p xmlns:a="http://schemas.openxmlformats.org/drawingml/2006/main">
            <a:r>
              <a:t/>
            </a:r>
          </a:p>
          <a:p xmlns:a="http://schemas.openxmlformats.org/drawingml/2006/main">
            <a:r>
              <a:t>Fuentes principales: Consejo de Estado, Made in China 2025; XV Plan Quinquenal, capítulos 12–14. Corte documental: 20 de octubre de 2026.</a:t>
            </a:r>
          </a:p>
          <a:p xmlns:a="http://schemas.openxmlformats.org/drawingml/2006/main">
            <a:r>
              <a:t/>
            </a:r>
          </a:p>
          <a:p xmlns:a="http://schemas.openxmlformats.org/drawingml/2006/main">
            <a:r>
              <a:t>Fuentes originales:</a:t>
            </a:r>
          </a:p>
          <a:p xmlns:a="http://schemas.openxmlformats.org/drawingml/2006/main">
            <a:r>
              <a:t>Consejo de Estado · 中国制造2025 (Made in China 2025)</a:t>
            </a:r>
          </a:p>
          <a:p xmlns:a="http://schemas.openxmlformats.org/drawingml/2006/main">
            <a:r>
              <a:t>https://www.ndrc.gov.cn/fggz/lywzjw/201505/t20150520_1370556.html</a:t>
            </a:r>
          </a:p>
          <a:p xmlns:a="http://schemas.openxmlformats.org/drawingml/2006/main">
            <a:r>
              <a:t>Localización: 国发〔2015〕28号; apartados II, III y IV</a:t>
            </a:r>
          </a:p>
          <a:p xmlns:a="http://schemas.openxmlformats.org/drawingml/2006/main">
            <a:r>
              <a:t>NDRC · XV Plan Quinquenal de desarrollo económico y social, 2026–2030</a:t>
            </a:r>
          </a:p>
          <a:p xmlns:a="http://schemas.openxmlformats.org/drawingml/2006/main">
            <a:r>
              <a:t>https://www.ndrc.gov.cn/fggz/fzzlgh/gjfzgh/202603/U020260317369114704096.pdf</a:t>
            </a:r>
          </a:p>
          <a:p xmlns:a="http://schemas.openxmlformats.org/drawingml/2006/main">
            <a:r>
              <a:t>Localización: Texto oficial, marzo de 2026; capítulos 12–14, pp. impresas 34–39</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distinguir la orientación estratégica de la ejecución y reconocer que el Estado chino tiene varios niveles y organismos.</a:t>
            </a:r>
          </a:p>
          <a:p xmlns:a="http://schemas.openxmlformats.org/drawingml/2006/main">
            <a:r>
              <a:t/>
            </a:r>
          </a:p>
          <a:p xmlns:a="http://schemas.openxmlformats.org/drawingml/2006/main">
            <a:r>
              <a:t>Explicación: un plan puede señalar prioridades, coordinar expectativas y justificar instrumentos de apoyo. Su ejecución depende de ministerios, organismos reguladores, gobiernos territoriales, entidades financieras y organizaciones de investigación. Las empresas públicas y privadas responden con decisiones propias, competencia y negociación. La conducción del Partido Comunista atraviesa esta estructura, pero no convierte a todos sus actores en una unidad sin conflictos.</a:t>
            </a:r>
          </a:p>
          <a:p xmlns:a="http://schemas.openxmlformats.org/drawingml/2006/main">
            <a:r>
              <a:t/>
            </a:r>
          </a:p>
          <a:p xmlns:a="http://schemas.openxmlformats.org/drawingml/2006/main">
            <a:r>
              <a:t>Ejemplo docente: una prioridad nacional de robótica puede traducirse en formación técnica, programas de investigación, financiación y pilotos municipales. Cada eslabón requiere capacidades específicas. La mera existencia del plan no demuestra que una fábrica eleve su productividad.</a:t>
            </a:r>
          </a:p>
          <a:p xmlns:a="http://schemas.openxmlformats.org/drawingml/2006/main">
            <a:r>
              <a:t/>
            </a:r>
          </a:p>
          <a:p xmlns:a="http://schemas.openxmlformats.org/drawingml/2006/main">
            <a:r>
              <a:t>Matices: distinguir capacidad fiscal, capacidad técnica y capacidad de implementación. Las diferencias territoriales y los incentivos de los funcionarios pueden cambiar los resultados. La evidencia de Aghion y coautores sobre empresas chinas de 1998–2007 vincula el desempeño de ciertos instrumentos con las condiciones de competencia. No debe extrapolarse automáticamente a toda la IA actual.</a:t>
            </a:r>
          </a:p>
          <a:p xmlns:a="http://schemas.openxmlformats.org/drawingml/2006/main">
            <a:r>
              <a:t/>
            </a:r>
          </a:p>
          <a:p xmlns:a="http://schemas.openxmlformats.org/drawingml/2006/main">
            <a:r>
              <a:t>Sugerencia oral: pedir a la audiencia un ejemplo de coordinación útil y otro de intervención que podría bloquear la entrada de nuevas firmas. Aclarar expresamente que el dragón es una metáfora analítica del curso y no una interpretación exclusiva de su simbolismo cultural.</a:t>
            </a:r>
          </a:p>
          <a:p xmlns:a="http://schemas.openxmlformats.org/drawingml/2006/main">
            <a:r>
              <a:t/>
            </a:r>
          </a:p>
          <a:p xmlns:a="http://schemas.openxmlformats.org/drawingml/2006/main">
            <a:r>
              <a:t>Fuentes principales: Made in China 2025; Aghion et al. (2015).</a:t>
            </a:r>
          </a:p>
          <a:p xmlns:a="http://schemas.openxmlformats.org/drawingml/2006/main">
            <a:r>
              <a:t/>
            </a:r>
          </a:p>
          <a:p xmlns:a="http://schemas.openxmlformats.org/drawingml/2006/main">
            <a:r>
              <a:t>Fuentes originales:</a:t>
            </a:r>
          </a:p>
          <a:p xmlns:a="http://schemas.openxmlformats.org/drawingml/2006/main">
            <a:r>
              <a:t>Consejo de Estado · 中国制造2025 (Made in China 2025)</a:t>
            </a:r>
          </a:p>
          <a:p xmlns:a="http://schemas.openxmlformats.org/drawingml/2006/main">
            <a:r>
              <a:t>https://www.ndrc.gov.cn/fggz/lywzjw/201505/t20150520_1370556.html</a:t>
            </a:r>
          </a:p>
          <a:p xmlns:a="http://schemas.openxmlformats.org/drawingml/2006/main">
            <a:r>
              <a:t>Localización: 国发〔2015〕28号; apartados II, III y IV</a:t>
            </a:r>
          </a:p>
          <a:p xmlns:a="http://schemas.openxmlformats.org/drawingml/2006/main">
            <a:r>
              <a:t>Aghion, Cai, Dewatripont, Du, Harrison y Legros (2015) · Industrial Policy and Competition</a:t>
            </a:r>
          </a:p>
          <a:p xmlns:a="http://schemas.openxmlformats.org/drawingml/2006/main">
            <a:r>
              <a:t>https://www.aeaweb.org/articles?id=10.1257/mac.20120103</a:t>
            </a:r>
          </a:p>
          <a:p xmlns:a="http://schemas.openxmlformats.org/drawingml/2006/main">
            <a:r>
              <a:t>Localización: AEJ: Macroeconomics 7(4), 1–32; DOI 10.1257/mac.20120103. Empresas chinas, 1998–2007</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ubicar las políticas recientes en una trayectoria de acumulación de capacidades y evitar una explicación basada en un anuncio aislado.</a:t>
            </a:r>
          </a:p>
          <a:p xmlns:a="http://schemas.openxmlformats.org/drawingml/2006/main">
            <a:r>
              <a:t/>
            </a:r>
          </a:p>
          <a:p xmlns:a="http://schemas.openxmlformats.org/drawingml/2006/main">
            <a:r>
              <a:t>Contexto histórico: las reformas iniciadas en 1978 ampliaron progresivamente los incentivos económicos y la apertura. La adhesión a la OMC se hizo efectiva el 11 de diciembre de 2001. El aprendizaje manufacturero, los proveedores y la inserción comercial anteceden al actual ciclo de IA. La cronología selecciona hitos representativos y no implica que el desarrollo haya sido lineal, uniforme o inevitable.</a:t>
            </a:r>
          </a:p>
          <a:p xmlns:a="http://schemas.openxmlformats.org/drawingml/2006/main">
            <a:r>
              <a:t/>
            </a:r>
          </a:p>
          <a:p xmlns:a="http://schemas.openxmlformats.org/drawingml/2006/main">
            <a:r>
              <a:t>Precisión temporal: Made in China 2025 se emitió en mayo de 2015. «2025» identifica su horizonte inicial, no su fecha de publicación. El plan de IA se emitió el 8 de julio de 2017 y se publicó el 20 de julio. Las directrices de IA+ llevan fecha del 21 de agosto de 2025 y conviven con antecedentes de la acción IA+ desde 2024. El XV Plan fue aprobado en marzo de 2026 y abarca 2026–2030. Se revisó su texto oficial, en particular los capítulos 12–14 sobre cómputo, modelos, datos, aplicaciones y gobernanza.</a:t>
            </a:r>
          </a:p>
          <a:p xmlns:a="http://schemas.openxmlformats.org/drawingml/2006/main">
            <a:r>
              <a:t/>
            </a:r>
          </a:p>
          <a:p xmlns:a="http://schemas.openxmlformats.org/drawingml/2006/main">
            <a:r>
              <a:t>Matiz: los horizontes futuros son objetivos de política, no resultados ya alcanzados. La secuencia tampoco permite atribuir todo el avance tecnológico al Estado.</a:t>
            </a:r>
          </a:p>
          <a:p xmlns:a="http://schemas.openxmlformats.org/drawingml/2006/main">
            <a:r>
              <a:t/>
            </a:r>
          </a:p>
          <a:p xmlns:a="http://schemas.openxmlformats.org/drawingml/2006/main">
            <a:r>
              <a:t>Sugerencia oral: recorrer primero las fechas de lanzamiento y después sus horizontes. Preguntar qué capacidades necesita una política de IA antes de que pueda difundirse en las empresas.</a:t>
            </a:r>
          </a:p>
          <a:p xmlns:a="http://schemas.openxmlformats.org/drawingml/2006/main">
            <a:r>
              <a:t/>
            </a:r>
          </a:p>
          <a:p xmlns:a="http://schemas.openxmlformats.org/drawingml/2006/main">
            <a:r>
              <a:t>Fuentes principales: OMC; Consejo de Estado 2015, 2017 y 2025; NDRC, XV Plan Quinquenal.</a:t>
            </a:r>
          </a:p>
          <a:p xmlns:a="http://schemas.openxmlformats.org/drawingml/2006/main">
            <a:r>
              <a:t/>
            </a:r>
          </a:p>
          <a:p xmlns:a="http://schemas.openxmlformats.org/drawingml/2006/main">
            <a:r>
              <a:t>Fuentes originales:</a:t>
            </a:r>
          </a:p>
          <a:p xmlns:a="http://schemas.openxmlformats.org/drawingml/2006/main">
            <a:r>
              <a:t>OMC · Adhesión de China, 11 de diciembre de 2001</a:t>
            </a:r>
          </a:p>
          <a:p xmlns:a="http://schemas.openxmlformats.org/drawingml/2006/main">
            <a:r>
              <a:t>https://www.wto.org/spanish/thewto_s/acc_s/a1_chine_s.htm</a:t>
            </a:r>
          </a:p>
          <a:p xmlns:a="http://schemas.openxmlformats.org/drawingml/2006/main">
            <a:r>
              <a:t>Localización: Fecha de membresía</a:t>
            </a:r>
          </a:p>
          <a:p xmlns:a="http://schemas.openxmlformats.org/drawingml/2006/main">
            <a:r>
              <a:t>Consejo de Estado · 中国制造2025 (Made in China 2025)</a:t>
            </a:r>
          </a:p>
          <a:p xmlns:a="http://schemas.openxmlformats.org/drawingml/2006/main">
            <a:r>
              <a:t>https://www.ndrc.gov.cn/fggz/lywzjw/201505/t20150520_1370556.html</a:t>
            </a:r>
          </a:p>
          <a:p xmlns:a="http://schemas.openxmlformats.org/drawingml/2006/main">
            <a:r>
              <a:t>Localización: 国发〔2015〕28号; apartados II, III y IV</a:t>
            </a:r>
          </a:p>
          <a:p xmlns:a="http://schemas.openxmlformats.org/drawingml/2006/main">
            <a:r>
              <a:t>Consejo de Estado · 新一代人工智能发展规划 (Plan de IA de Nueva Generación)</a:t>
            </a:r>
          </a:p>
          <a:p xmlns:a="http://schemas.openxmlformats.org/drawingml/2006/main">
            <a:r>
              <a:t>https://www.beijing.gov.cn/zhengce/zhengcefagui/201905/t20190522_60314.html</a:t>
            </a:r>
          </a:p>
          <a:p xmlns:a="http://schemas.openxmlformats.org/drawingml/2006/main">
            <a:r>
              <a:t>Localización: 国发〔2017〕35号; objetivos, tareas y garantías</a:t>
            </a:r>
          </a:p>
          <a:p xmlns:a="http://schemas.openxmlformats.org/drawingml/2006/main">
            <a:r>
              <a:t>Consejo de Estado · 关于深入实施“人工智能+”行动的意见 (IA+)</a:t>
            </a:r>
          </a:p>
          <a:p xmlns:a="http://schemas.openxmlformats.org/drawingml/2006/main">
            <a:r>
              <a:t>https://www.miit.gov.cn/xwfb/szyw/art/2025/art_f8bd63905b384841a84e643c1b9455c7.html</a:t>
            </a:r>
          </a:p>
          <a:p xmlns:a="http://schemas.openxmlformats.org/drawingml/2006/main">
            <a:r>
              <a:t>Localización: 国发〔2025〕11号; II, III y IV</a:t>
            </a:r>
          </a:p>
          <a:p xmlns:a="http://schemas.openxmlformats.org/drawingml/2006/main">
            <a:r>
              <a:t>NDRC · XV Plan Quinquenal de desarrollo económico y social, 2026–2030</a:t>
            </a:r>
          </a:p>
          <a:p xmlns:a="http://schemas.openxmlformats.org/drawingml/2006/main">
            <a:r>
              <a:t>https://www.ndrc.gov.cn/fggz/fzzlgh/gjfzgh/202603/U020260317369114704096.pdf</a:t>
            </a:r>
          </a:p>
          <a:p xmlns:a="http://schemas.openxmlformats.org/drawingml/2006/main">
            <a:r>
              <a:t>Localización: Texto oficial, marzo de 2026; capítulos 12–14, pp. impresas 34–39</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Objetivo pedagógico: explicar los mecanismos económicos de cinco familias de instrumentos y vincular cada una con un límite posible.</ns0:t>
            </ns0:r>
          </ns0:p>
          <ns1:p xmlns:ns1="http://schemas.openxmlformats.org/drawingml/2006/main">
            <ns1:r>
              <ns1:t/>
            </ns1:r>
          </ns1:p>
          <ns2:p xmlns:ns2="http://schemas.openxmlformats.org/drawingml/2006/main">
            <ns2:r>
              <ns2:t>Mecanismos: los planes pueden reducir incertidumbre sobre prioridades, pero también generar objetivos incompatibles. Los bancos públicos y fondos industriales pueden sostener proyectos de larga maduración, aunque una selección deficiente o garantías implícitas pueden debilitar la disciplina financiera. Las compras y los pilotos crean usuarios iniciales y permiten aprender, pero pueden favorecer proveedores protegidos y experimentos difíciles de reproducir. Los estándares pueden facilitar compatibilidad y los marcos de datos pueden establecer derechos y responsabilidades, a costa de gastos de cumplimiento o barreras de entrada. La infraestructura compartida, la formación, la investigación y los clústeres pueden reducir costos y difundir conocimiento, pero necesitan demanda y coordinación efectiva.</ns2:t>
            </ns2:r>
          </ns2:p>
          <ns3:p xmlns:ns3="http://schemas.openxmlformats.org/drawingml/2006/main">
            <ns3:r>
              <ns3:t/>
            </ns3:r>
          </ns3:p>
          <ns4:p xmlns:ns4="http://schemas.openxmlformats.org/drawingml/2006/main">
            <ns4:r>
              <ns4:t>Ejemplo para exposición: comparar una subvención para comprar robots con un programa que también financie integración, mantenimiento y capacitación. El segundo aborda cuellos de botella adicionales, aunque su eficacia debe evaluarse.</ns4:t>
            </ns4:r>
          </ns4:p>
          <ns5:p xmlns:ns5="http://schemas.openxmlformats.org/drawingml/2006/main">
            <ns5:r>
              <ns5:t/>
            </ns5:r>
          </ns5:p>
          <ns6:p xmlns:ns6="http://schemas.openxmlformats.org/drawingml/2006/main">
            <ns6:r>
              <ns6:t>Matiz: estos son mecanismos analíticos posibles. No todos los proyectos usan los cinco instrumentos ni todos los fondos logran movilizar capital adicional. Diferenciar volumen anunciado, compromiso contractual, desembolso y resultado. La relación con la competencia es una cuestión empírica, no una garantía de éxito.</ns6:t>
            </ns6:r>
          </ns6:p>
          <ns7:p xmlns:ns7="http://schemas.openxmlformats.org/drawingml/2006/main">
            <ns7:r>
              <ns7:t/>
            </ns7:r>
          </ns7:p>
          <ns8:p xmlns:ns8="http://schemas.openxmlformats.org/drawingml/2006/main">
            <ns8:r>
              <ns8:t>Sugerencia oral: seleccionar dos instrumentos y pedir que se identifique una falla de mercado que intentan resolver y una falla de gobierno que pueden crear.</ns8:t>
            </ns8:r>
          </ns8:p>
          <ns9:p xmlns:ns9="http://schemas.openxmlformats.org/drawingml/2006/main">
            <ns9:r>
              <ns9:t/>
            </ns9:r>
          </ns9:p>
          <ns10:p xmlns:ns10="http://schemas.openxmlformats.org/drawingml/2006/main">
            <ns10:r>
              <ns10:t>Fuentes principales: Made in China 2025, medidas de apoyo; IA+ 2025, capacidades de base y ejecución; Aghion et al. (2015).</ns10:t>
            </ns10:r>
          </ns10:p>
          <ns11:p xmlns:ns11="http://schemas.openxmlformats.org/drawingml/2006/main">
            <ns11:r>
              <ns11:t/>
            </ns11:r>
          </ns11:p>
          <ns12:p xmlns:ns12="http://schemas.openxmlformats.org/drawingml/2006/main">
            <ns12:r>
              <ns12:t>Fuentes originales:</ns12:t>
            </ns12:r>
          </ns12:p>
          <ns13:p xmlns:ns13="http://schemas.openxmlformats.org/drawingml/2006/main">
            <ns13:r>
              <ns13:t>Consejo de Estado · 中国制造2025 (Made in China 2025)</ns13:t>
            </ns13:r>
          </ns13:p>
          <ns14:p xmlns:ns14="http://schemas.openxmlformats.org/drawingml/2006/main">
            <ns14:r>
              <ns14:t>https://www.ndrc.gov.cn/fggz/lywzjw/201505/t20150520_1370556.html</ns14:t>
            </ns14:r>
          </ns14:p>
          <ns15:p xmlns:ns15="http://schemas.openxmlformats.org/drawingml/2006/main">
            <ns15:r>
              <ns15:t>Localización: 国发〔2015〕28号; apartados II, III y IV</ns15:t>
            </ns15:r>
          </ns15:p>
          <ns16:p xmlns:ns16="http://schemas.openxmlformats.org/drawingml/2006/main">
            <ns16:r>
              <ns16:t>Consejo de Estado · 关于深入实施“人工智能+”行动的意见 (IA+)</ns16:t>
            </ns16:r>
          </ns16:p>
          <ns17:p xmlns:ns17="http://schemas.openxmlformats.org/drawingml/2006/main">
            <ns17:r>
              <ns17:t>https://www.miit.gov.cn/xwfb/szyw/art/2025/art_f8bd63905b384841a84e643c1b9455c7.html</ns17:t>
            </ns17:r>
          </ns17:p>
          <ns18:p xmlns:ns18="http://schemas.openxmlformats.org/drawingml/2006/main">
            <ns18:r>
              <ns18:t>Localización: 国发〔2025〕11号; II, III y IV</ns18:t>
            </ns18:r>
          </ns18:p>
          <ns19:p xmlns:ns19="http://schemas.openxmlformats.org/drawingml/2006/main">
            <ns19:r>
              <ns19:t>Aghion, Cai, Dewatripont, Du, Harrison y Legros (2015) · Industrial Policy and Competition</ns19:t>
            </ns19:r>
          </ns19:p>
          <ns20:p xmlns:ns20="http://schemas.openxmlformats.org/drawingml/2006/main">
            <ns20:r>
              <ns20:t>https://www.aeaweb.org/articles?id=10.1257/mac.20120103</ns20:t>
            </ns20:r>
          </ns20:p>
          <ns21:p xmlns:ns21="http://schemas.openxmlformats.org/drawingml/2006/main">
            <ns21:r>
              <ns21:t>Localización: AEJ: Macroeconomics 7(4), 1–32; DOI 10.1257/mac.20120103. Empresas chinas, 1998–2007</ns21:t>
            </ns21:r>
          </ns21:p>
          <ns22:p xmlns:ns22="http://schemas.openxmlformats.org/drawingml/2006/main">
            <ns22:r>
              <ns22:t/>
            </ns22:r>
          </ns22:p>
          <ns23:p xmlns:ns23="http://schemas.openxmlformats.org/drawingml/2006/main">
            <ns23:r>
              <ns23:t>郑立晨、戴宏伟、王佳宁 (2024) · 产业政策优化、地方经济竞争与官员的“理性选择” · Ajuste de política industrial y competencia local</ns23:t>
            </ns23:r>
          </ns23:p>
          <ns24:p xmlns:ns24="http://schemas.openxmlformats.org/drawingml/2006/main">
            <ns24:r>
              <ns24:t>https://qks.shufe.edu.cn/J/CJYJ/Article/Details/A0w7GFVk5S-TikV-CU54-f05W-IVZXaiMfCxYC/CN</ns24:t>
            </ns24:r>
          </ns24:p>
          <ns25:p xmlns:ns25="http://schemas.openxmlformats.org/drawingml/2006/main">
            <ns25:r>
              <ns25:t>Localización: 财经研究 50(5), 108–123; DOI 10.16538/j.cnki.jfe.20240219.301. Ficha editorial y resumen; muestra de 254 ciudades, 2008–2018. Sin reanálisis de microdatos.</ns25:t>
            </ns25:r>
          </ns25:p>
          <ns26:p xmlns:ns26="http://schemas.openxmlformats.org/drawingml/2006/main">
            <ns26:r>
              <ns26:t/>
            </ns26:r>
          </ns26:p>
          <ns27:p xmlns:ns27="http://schemas.openxmlformats.org/drawingml/2006/main">
            <ns27:r>
              <ns27:t>Ilustración conceptual generada y recompuesta con IA. No representa una escena documental ni evidencia empírica.</ns27:t>
            </ns27:r>
          </ns2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comprender el programa de 2015 sin confundir su horizonte con su fecha ni su clasificación original con una síntesis docente.</a:t>
            </a:r>
          </a:p>
          <a:p xmlns:a="http://schemas.openxmlformats.org/drawingml/2006/main">
            <a:r>
              <a:t/>
            </a:r>
          </a:p>
          <a:p xmlns:a="http://schemas.openxmlformats.org/drawingml/2006/main">
            <a:r>
              <a:t>Contenido: Made in China 2025 propuso elevar capacidades manufactureras, calidad, innovación y eficiencia. Los sectores seleccionados en la diapositiva forman parte de diez ámbitos prioritarios. La lista oficial completa comprende nueva generación de tecnologías de información; maquinaria CNC avanzada y robots; equipamiento aeroespacial; ingeniería oceánica y buques de alta tecnología; equipamiento ferroviario avanzado; vehículos de ahorro energético y de nueva energía; equipamiento eléctrico; maquinaria agrícola; nuevos materiales; y biomedicina y dispositivos médicos de alto desempeño.</a:t>
            </a:r>
          </a:p>
          <a:p xmlns:a="http://schemas.openxmlformats.org/drawingml/2006/main">
            <a:r>
              <a:t/>
            </a:r>
          </a:p>
          <a:p xmlns:a="http://schemas.openxmlformats.org/drawingml/2006/main">
            <a:r>
              <a:t>Precisión: los circuitos integrados y sus equipos se ubican dentro de tecnologías de información. Las baterías aparecen vinculadas a vehículos y cadenas tecnológicas relacionadas. La digitalización industrial atraviesa el programa. No deben inventarse sectores adicionales ni presentar la selección visible como una reproducción textual de los diez ámbitos.</a:t>
            </a:r>
          </a:p>
          <a:p xmlns:a="http://schemas.openxmlformats.org/drawingml/2006/main">
            <a:r>
              <a:t/>
            </a:r>
          </a:p>
          <a:p xmlns:a="http://schemas.openxmlformats.org/drawingml/2006/main">
            <a:r>
              <a:t>Matices: aquí se describe una intención de política. Que un sector haya recibido apoyo no demuestra que todas sus metas se alcanzaran. «Mayor valor agregado» exige observar diseño, componentes, software, productividad y posición en las cadenas de producción, no solamente unidades fabricadas.</a:t>
            </a:r>
          </a:p>
          <a:p xmlns:a="http://schemas.openxmlformats.org/drawingml/2006/main">
            <a:r>
              <a:t/>
            </a:r>
          </a:p>
          <a:p xmlns:a="http://schemas.openxmlformats.org/drawingml/2006/main">
            <a:r>
              <a:t>Sugerencia oral: usar un vehículo eléctrico para identificar qué parte del valor depende de maquinaria, baterías, electrónica, software y proveedores. Preguntar cómo se distribuirían capacidades y riesgos entre esas actividades.</a:t>
            </a:r>
          </a:p>
          <a:p xmlns:a="http://schemas.openxmlformats.org/drawingml/2006/main">
            <a:r>
              <a:t/>
            </a:r>
          </a:p>
          <a:p xmlns:a="http://schemas.openxmlformats.org/drawingml/2006/main">
            <a:r>
              <a:t>Fuentes principales: Consejo de Estado, documento de 2015; MIIT, hoja de ruta de sectores prioritarios de 2015.</a:t>
            </a:r>
          </a:p>
          <a:p xmlns:a="http://schemas.openxmlformats.org/drawingml/2006/main">
            <a:r>
              <a:t/>
            </a:r>
          </a:p>
          <a:p xmlns:a="http://schemas.openxmlformats.org/drawingml/2006/main">
            <a:r>
              <a:t>Fuentes originales:</a:t>
            </a:r>
          </a:p>
          <a:p xmlns:a="http://schemas.openxmlformats.org/drawingml/2006/main">
            <a:r>
              <a:t>Consejo de Estado · 中国制造2025 (Made in China 2025)</a:t>
            </a:r>
          </a:p>
          <a:p xmlns:a="http://schemas.openxmlformats.org/drawingml/2006/main">
            <a:r>
              <a:t>https://www.ndrc.gov.cn/fggz/lywzjw/201505/t20150520_1370556.html</a:t>
            </a:r>
          </a:p>
          <a:p xmlns:a="http://schemas.openxmlformats.org/drawingml/2006/main">
            <a:r>
              <a:t>Localización: 国发〔2015〕28号; apartados II, III y IV</a:t>
            </a:r>
          </a:p>
          <a:p xmlns:a="http://schemas.openxmlformats.org/drawingml/2006/main">
            <a:r>
              <a:t>MIIT · Hoja de ruta de los diez sectores prioritarios (2015)</a:t>
            </a:r>
          </a:p>
          <a:p xmlns:a="http://schemas.openxmlformats.org/drawingml/2006/main">
            <a:r>
              <a:t>https://shca.miit.gov.cn/xxgk/xyfz/fzgh/art/2020/art_2277406415424fbe88d23c2298990c5c.html</a:t>
            </a:r>
          </a:p>
          <a:p xmlns:a="http://schemas.openxmlformats.org/drawingml/2006/main">
            <a:r>
              <a:t>Localización: Diez sectores y 23 direcciones tecnológicas</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comparar cambios de énfasis entre dos documentos sin construir una falsa sustitución de investigación por adopción.</a:t>
            </a:r>
          </a:p>
          <a:p xmlns:a="http://schemas.openxmlformats.org/drawingml/2006/main">
            <a:r>
              <a:t/>
            </a:r>
          </a:p>
          <a:p xmlns:a="http://schemas.openxmlformats.org/drawingml/2006/main">
            <a:r>
              <a:t>Comparación: el plan de 2017 organiza el desarrollo de capacidades científicas, talento, empresas y plataformas junto con aplicaciones. Las directrices IA+ de 2025 refuerzan la integración de IA en actividades económicas y sociales. Incluyen ciencia, industria, consumo, bienestar, gobernanza y cooperación global. También mantienen explícitamente la investigación básica, los modelos, el cómputo, los datos y el talento. La comparación destaca un énfasis de difusión, no dos etapas que se excluyan.</a:t>
            </a:r>
          </a:p>
          <a:p xmlns:a="http://schemas.openxmlformats.org/drawingml/2006/main">
            <a:r>
              <a:t/>
            </a:r>
          </a:p>
          <a:p xmlns:a="http://schemas.openxmlformats.org/drawingml/2006/main">
            <a:r>
              <a:t>Contexto: la expresión IA+ ya figuraba en la política nacional antes de las directrices de agosto de 2025. El XV Plan 2026–2030 profundiza esta orientación y dedica capítulos a la oferta de capacidades, sus aplicaciones y el entorno de gobernanza.</a:t>
            </a:r>
          </a:p>
          <a:p xmlns:a="http://schemas.openxmlformats.org/drawingml/2006/main">
            <a:r>
              <a:t/>
            </a:r>
          </a:p>
          <a:p xmlns:a="http://schemas.openxmlformats.org/drawingml/2006/main">
            <a:r>
              <a:t>Ejemplo docente: un laboratorio puede mejorar un modelo de visión, mientras una empresa adapta su línea, valida fallos y capacita operadores. La política de capacidades y la política de adopción pueden operar simultáneamente y retroalimentarse.</a:t>
            </a:r>
          </a:p>
          <a:p xmlns:a="http://schemas.openxmlformats.org/drawingml/2006/main">
            <a:r>
              <a:t/>
            </a:r>
          </a:p>
          <a:p xmlns:a="http://schemas.openxmlformats.org/drawingml/2006/main">
            <a:r>
              <a:t>Matices: una meta de uso no mide por sí misma productividad. Hace falta diferenciar pilotos, adopción sostenida, calidad del resultado y rentabilidad. No se incluyen porcentajes prospectivos como si fueran observaciones actuales.</a:t>
            </a:r>
          </a:p>
          <a:p xmlns:a="http://schemas.openxmlformats.org/drawingml/2006/main">
            <a:r>
              <a:t/>
            </a:r>
          </a:p>
          <a:p xmlns:a="http://schemas.openxmlformats.org/drawingml/2006/main">
            <a:r>
              <a:t>Sugerencia oral: preguntar qué falta entre disponer de un modelo y mejorar un proceso industrial. Conducir la discusión hacia integración, datos, competencias y validación.</a:t>
            </a:r>
          </a:p>
          <a:p xmlns:a="http://schemas.openxmlformats.org/drawingml/2006/main">
            <a:r>
              <a:t/>
            </a:r>
          </a:p>
          <a:p xmlns:a="http://schemas.openxmlformats.org/drawingml/2006/main">
            <a:r>
              <a:t>Fuentes principales: plan de 2017; directrices IA+ 2025, apartados II–IV; XV Plan, capítulos 12–14.</a:t>
            </a:r>
          </a:p>
          <a:p xmlns:a="http://schemas.openxmlformats.org/drawingml/2006/main">
            <a:r>
              <a:t/>
            </a:r>
          </a:p>
          <a:p xmlns:a="http://schemas.openxmlformats.org/drawingml/2006/main">
            <a:r>
              <a:t>Fuentes originales:</a:t>
            </a:r>
          </a:p>
          <a:p xmlns:a="http://schemas.openxmlformats.org/drawingml/2006/main">
            <a:r>
              <a:t>Consejo de Estado · 新一代人工智能发展规划 (Plan de IA de Nueva Generación)</a:t>
            </a:r>
          </a:p>
          <a:p xmlns:a="http://schemas.openxmlformats.org/drawingml/2006/main">
            <a:r>
              <a:t>https://www.beijing.gov.cn/zhengce/zhengcefagui/201905/t20190522_60314.html</a:t>
            </a:r>
          </a:p>
          <a:p xmlns:a="http://schemas.openxmlformats.org/drawingml/2006/main">
            <a:r>
              <a:t>Localización: 国发〔2017〕35号; objetivos, tareas y garantías</a:t>
            </a:r>
          </a:p>
          <a:p xmlns:a="http://schemas.openxmlformats.org/drawingml/2006/main">
            <a:r>
              <a:t>Consejo de Estado · 关于深入实施“人工智能+”行动的意见 (IA+)</a:t>
            </a:r>
          </a:p>
          <a:p xmlns:a="http://schemas.openxmlformats.org/drawingml/2006/main">
            <a:r>
              <a:t>https://www.miit.gov.cn/xwfb/szyw/art/2025/art_f8bd63905b384841a84e643c1b9455c7.html</a:t>
            </a:r>
          </a:p>
          <a:p xmlns:a="http://schemas.openxmlformats.org/drawingml/2006/main">
            <a:r>
              <a:t>Localización: 国发〔2025〕11号; II, III y IV</a:t>
            </a:r>
          </a:p>
          <a:p xmlns:a="http://schemas.openxmlformats.org/drawingml/2006/main">
            <a:r>
              <a:t>NDRC · XV Plan Quinquenal de desarrollo económico y social, 2026–2030</a:t>
            </a:r>
          </a:p>
          <a:p xmlns:a="http://schemas.openxmlformats.org/drawingml/2006/main">
            <a:r>
              <a:t>https://www.ndrc.gov.cn/fggz/fzzlgh/gjfzgh/202603/U020260317369114704096.pdf</a:t>
            </a:r>
          </a:p>
          <a:p xmlns:a="http://schemas.openxmlformats.org/drawingml/2006/main">
            <a:r>
              <a:t>Localización: Texto oficial, marzo de 2026; capítulos 12–14, pp. impresas 34–39</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Objetivo pedagógico: mostrar la articulación entre niveles de gobierno y ecosistemas territoriales sin convertirla en una jerarquía mecánica.</ns0:t>
            </ns0:r>
          </ns0:p>
          <ns1:p xmlns:ns1="http://schemas.openxmlformats.org/drawingml/2006/main">
            <ns1:r>
              <ns1:t/>
            </ns1:r>
          </ns1:p>
          <ns2:p xmlns:ns2="http://schemas.openxmlformats.org/drawingml/2006/main">
            <ns2:r>
              <ns2:t>Articulación: el centro establece prioridades y marcos nacionales. Los ministerios y organismos diseñan programas específicos. Provincias y municipios adaptan instrumentos, financian infraestructura y organizan pilotos. Distritos industriales y parques conectan empresas públicas y privadas, universidades y proveedores. También existen competencia por inversión, duplicación de proyectos e incentivos políticos. La experimentación puede aportar información, pero la selección de localidades y el esfuerzo especial de un piloto dificultan generalizar sus resultados.</ns2:t>
            </ns2:r>
          </ns2:p>
          <ns3:p xmlns:ns3="http://schemas.openxmlformats.org/drawingml/2006/main">
            <ns3:r>
              <ns3:t/>
            </ns3:r>
          </ns3:p>
          <ns4:p xmlns:ns4="http://schemas.openxmlformats.org/drawingml/2006/main">
            <ns4:r>
              <ns4:t>Ejemplos representativos: Beijing combina investigación y modelos; Shanghai impulsa circuitos integrados, IA y biomedicina; Shenzhen, en Guangdong, destaca en hardware y robótica; Hangzhou, en Zhejiang, articula plataformas, nube e IA. Hefei, capital de Anhui, permite discutir inversión territorial y vehículos de nueva energía. Son especializaciones ilustrativas y superpuestas, no monopolios geográficos.</ns4:t>
            </ns4:r>
          </ns4:p>
          <ns5:p xmlns:ns5="http://schemas.openxmlformats.org/drawingml/2006/main">
            <ns5:r>
              <ns5:t/>
            </ns5:r>
          </ns5:p>
          <ns6:p xmlns:ns6="http://schemas.openxmlformats.org/drawingml/2006/main">
            <ns6:r>
              <ns6:t>Caso Hefei: el anuncio empresarial de NIO de 2020 describe un acuerdo marco con apoyo esperado. El anuncio de 2024 informa acuerdos de inversión con inversores estratégicos. Cada uno acredita una etapa contractual concreta, no el éxito económico posterior ni, por sí solo, todos los desembolsos.</ns6:t>
            </ns6:r>
          </ns6:p>
          <ns7:p xmlns:ns7="http://schemas.openxmlformats.org/drawingml/2006/main">
            <ns7:r>
              <ns7:t/>
            </ns7:r>
          </ns7:p>
          <ns8:p xmlns:ns8="http://schemas.openxmlformats.org/drawingml/2006/main">
            <ns8:r>
              <ns8:t>Investigación académica en chino: 郑立晨、戴宏伟、王佳宁 (2024) estudian políticas identificadas en informes de 254 ciudades entre 2008 y 2018. El resumen del artículo vincula la selección y el ajuste de políticas con crecimiento e innovación en su muestra. Es evidencia histórica delimitada, no una prueba universal sobre los programas actuales.</ns8:t>
            </ns8:r>
          </ns8:p>
          <ns9:p xmlns:ns9="http://schemas.openxmlformats.org/drawingml/2006/main">
            <ns9:r>
              <ns9:t/>
            </ns9:r>
          </ns9:p>
          <ns10:p xmlns:ns10="http://schemas.openxmlformats.org/drawingml/2006/main">
            <ns10:r>
              <ns10:t>Sugerencia oral: contrastar coordinación con competencia y preguntar qué indicadores permitirían aprender de un piloto antes de escalarlo. La lámina evita el mapa generado original para no introducir ubicaciones geográficas equivocadas.</ns10:t>
            </ns10:r>
          </ns10:p>
          <ns11:p xmlns:ns11="http://schemas.openxmlformats.org/drawingml/2006/main">
            <ns11:r>
              <ns11:t/>
            </ns11:r>
          </ns11:p>
          <ns12:p xmlns:ns12="http://schemas.openxmlformats.org/drawingml/2006/main">
            <ns12:r>
              <ns12:t>Fuentes principales: documentos locales de Beijing, Shanghai, Shenzhen y Hangzhou; NIO; investigación de JPE sobre experimentación.</ns12:t>
            </ns12:r>
          </ns12:p>
          <ns13:p xmlns:ns13="http://schemas.openxmlformats.org/drawingml/2006/main">
            <ns13:r>
              <ns13:t/>
            </ns13:r>
          </ns13:p>
          <ns14:p xmlns:ns14="http://schemas.openxmlformats.org/drawingml/2006/main">
            <ns14:r>
              <ns14:t>Fuentes originales:</ns14:t>
            </ns14:r>
          </ns14:p>
          <ns15:p xmlns:ns15="http://schemas.openxmlformats.org/drawingml/2006/main">
            <ns15:r>
              <ns15:t>Beijing · Plan de acción IA+ 2024–2025</ns15:t>
            </ns15:r>
          </ns15:p>
          <ns16:p xmlns:ns16="http://schemas.openxmlformats.org/drawingml/2006/main">
            <ns16:r>
              <ns16:t>https://www.beijing.gov.cn/zhengce/zhengcefagui/202503/t20250325_4043893.html</ns16:t>
            </ns16:r>
          </ns16:p>
          <ns17:p xmlns:ns17="http://schemas.openxmlformats.org/drawingml/2006/main">
            <ns17:r>
              <ns17:t>Localización: Investigación, modelos y aplicaciones</ns17:t>
            </ns17:r>
          </ns17:p>
          <ns18:p xmlns:ns18="http://schemas.openxmlformats.org/drawingml/2006/main">
            <ns18:r>
              <ns18:t>Shanghai · Plan de industrias emergentes estratégicas del XV quinquenio</ns18:t>
            </ns18:r>
          </ns18:p>
          <ns19:p xmlns:ns19="http://schemas.openxmlformats.org/drawingml/2006/main">
            <ns19:r>
              <ns19:t>https://www.shanghai.gov.cn/202617bgtwj/20260908/65067406548f4aa097dfc7e86d196160.html</ns19:t>
            </ns19:r>
          </ns19:p>
          <ns20:p xmlns:ns20="http://schemas.openxmlformats.org/drawingml/2006/main">
            <ns20:r>
              <ns20:t>Localización: Circuitos integrados, IA y biomedicina</ns20:t>
            </ns20:r>
          </ns20:p>
          <ns21:p xmlns:ns21="http://schemas.openxmlformats.org/drawingml/2006/main">
            <ns21:r>
              <ns21:t>Shenzhen · Plan de robótica e inteligencia incorporada 2025–2027, revisión</ns21:t>
            </ns21:r>
          </ns21:p>
          <ns22:p xmlns:ns22="http://schemas.openxmlformats.org/drawingml/2006/main">
            <ns22:r>
              <ns22:t>https://stic.sz.gov.cn/xxgk/tzgg/content/post_12851036.html</ns22:t>
            </ns22:r>
          </ns22:p>
          <ns23:p xmlns:ns23="http://schemas.openxmlformats.org/drawingml/2006/main">
            <ns23:r>
              <ns23:t>Localización: Componentes, integración de IA y robótica, escenarios piloto</ns23:t>
            </ns23:r>
          </ns23:p>
          <ns24:p xmlns:ns24="http://schemas.openxmlformats.org/drawingml/2006/main">
            <ns24:r>
              <ns24:t>Hangzhou · Construcción de capacidades de IA y articulación con la nube</ns24:t>
            </ns24:r>
          </ns24:p>
          <ns25:p xmlns:ns25="http://schemas.openxmlformats.org/drawingml/2006/main">
            <ns25:r>
              <ns25:t>https://www.hangzhou.gov.cn/art/2025/6/13/art_812262_59113962.html</ns25:t>
            </ns25:r>
          </ns25:p>
          <ns26:p xmlns:ns26="http://schemas.openxmlformats.org/drawingml/2006/main">
            <ns26:r>
              <ns26:t>Localización: Plan de 2025, AI+云 y aplicaciones</ns26:t>
            </ns26:r>
          </ns26:p>
          <ns27:p xmlns:ns27="http://schemas.openxmlformats.org/drawingml/2006/main">
            <ns27:r>
              <ns27:t>NIO · Acuerdo marco con el gobierno municipal de Hefei</ns27:t>
            </ns27:r>
          </ns27:p>
          <ns28:p xmlns:ns28="http://schemas.openxmlformats.org/drawingml/2006/main">
            <ns28:r>
              <ns28:t>https://ir.nio.com/news-events/news-releases/news-release-details/nio-announces-entry-framework-agreement-hefei</ns28:t>
            </ns28:r>
          </ns28:p>
          <ns29:p xmlns:ns29="http://schemas.openxmlformats.org/drawingml/2006/main">
            <ns29:r>
              <ns29:t>Localización: Acuerdo marco y apoyo previsto. No prueba desembolso efectivo</ns29:t>
            </ns29:r>
          </ns29:p>
          <ns30:p xmlns:ns30="http://schemas.openxmlformats.org/drawingml/2006/main">
            <ns30:r>
              <ns30:t>NIO · Acuerdo de inversión de inversores estratégicos en NIO China</ns30:t>
            </ns30:r>
          </ns30:p>
          <ns31:p xmlns:ns31="http://schemas.openxmlformats.org/drawingml/2006/main">
            <ns31:r>
              <ns31:t>https://ir.nio.com/news-releases/news-release-details/nio-announces-rmb33-billion-investment-nio-china-strategic</ns31:t>
            </ns31:r>
          </ns31:p>
          <ns32:p xmlns:ns32="http://schemas.openxmlformats.org/drawingml/2006/main">
            <ns32:r>
              <ns32:t>Localización: Acuerdos definitivos; distinguir suscripción acordada de desembolsos</ns32:t>
            </ns32:r>
          </ns32:p>
          <ns33:p xmlns:ns33="http://schemas.openxmlformats.org/drawingml/2006/main">
            <ns33:r>
              <ns33:t>Policy Experimentation in China: The Political Economy of Policy Learning (2025)</ns33:t>
            </ns33:r>
          </ns33:p>
          <ns34:p xmlns:ns34="http://schemas.openxmlformats.org/drawingml/2006/main">
            <ns34:r>
              <ns34:t>https://www.journals.uchicago.edu/doi/abs/10.1086/734873</ns34:t>
            </ns34:r>
          </ns34:p>
          <ns35:p xmlns:ns35="http://schemas.openxmlformats.org/drawingml/2006/main">
            <ns35:r>
              <ns35:t>Localización: Journal of Political Economy 133(7); DOI 10.1086/734873</ns35:t>
            </ns35:r>
          </ns35:p>
          <ns36:p xmlns:ns36="http://schemas.openxmlformats.org/drawingml/2006/main">
            <ns36:r>
              <ns36:t/>
            </ns36:r>
          </ns36:p>
          <ns37:p xmlns:ns37="http://schemas.openxmlformats.org/drawingml/2006/main">
            <ns37:r>
              <ns37:t>郑立晨、戴宏伟、王佳宁 (2024) · 产业政策优化、地方经济竞争与官员的“理性选择” · Ajuste de política industrial y competencia local</ns37:t>
            </ns37:r>
          </ns37:p>
          <ns38:p xmlns:ns38="http://schemas.openxmlformats.org/drawingml/2006/main">
            <ns38:r>
              <ns38:t>https://qks.shufe.edu.cn/J/CJYJ/Article/Details/A0w7GFVk5S-TikV-CU54-f05W-IVZXaiMfCxYC/CN</ns38:t>
            </ns38:r>
          </ns38:p>
          <ns39:p xmlns:ns39="http://schemas.openxmlformats.org/drawingml/2006/main">
            <ns39:r>
              <ns39:t>Localización: 财经研究 50(5), 108–123; DOI 10.16538/j.cnki.jfe.20240219.301. Ficha editorial y resumen; muestra de 254 ciudades, 2008–2018. Sin reanálisis de microdatos.</ns39:t>
            </ns39:r>
          </ns39:p>
          <ns40:p xmlns:ns40="http://schemas.openxmlformats.org/drawingml/2006/main">
            <ns40:r>
              <ns40:t/>
            </ns40:r>
          </ns40:p>
          <ns41:p xmlns:ns41="http://schemas.openxmlformats.org/drawingml/2006/main">
            <ns41:r>
              <ns41:t>Ilustración conceptual generada y recompuesta con IA. No representa una escena documental ni evidencia empírica.</ns41:t>
            </ns41:r>
          </ns4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diferenciar leyes y reglamentos, sus fechas de vigencia y sus ámbitos de aplicación. La selección es introductoria y no agota el marco regulatorio al corte de octubre de 2026.</a:t>
            </a:r>
          </a:p>
          <a:p xmlns:a="http://schemas.openxmlformats.org/drawingml/2006/main">
            <a:r>
              <a:t/>
            </a:r>
          </a:p>
          <a:p xmlns:a="http://schemas.openxmlformats.org/drawingml/2006/main">
            <a:r>
              <a:t>Precisiones normativas: la PIPL se aprobó el 20 de agosto de 2021 y entró en vigor el 1 de noviembre. La Ley de Seguridad de Datos se aprobó el 10 de junio de 2021 y rige desde el 1 de septiembre. Las disposiciones sobre recomendación algorítmica rigen desde el 1 de marzo de 2022. No equivalen simplemente a un «registro algorítmico»: incluyen responsabilidades y derechos, y el registro se exige a proveedores con atributos de opinión pública o capacidad de movilización social en los supuestos establecidos.</a:t>
            </a:r>
          </a:p>
          <a:p xmlns:a="http://schemas.openxmlformats.org/drawingml/2006/main">
            <a:r>
              <a:t/>
            </a:r>
          </a:p>
          <a:p xmlns:a="http://schemas.openxmlformats.org/drawingml/2006/main">
            <a:r>
              <a:t>Las medidas provisionales sobre servicios de IA generativa rigen desde el 15 de agosto de 2023. El artículo 2 delimita servicios dirigidos al público dentro de China y excluye de estas medidas ciertos desarrollos y usos que no ofrecen ese servicio al público. Otras normas pueden seguir aplicándose. Las medidas de etiquetado, vigentes desde el 1 de septiembre de 2025, distinguen indicaciones explícitas e información implícita en metadatos.</a:t>
            </a:r>
          </a:p>
          <a:p xmlns:a="http://schemas.openxmlformats.org/drawingml/2006/main">
            <a:r>
              <a:t/>
            </a:r>
          </a:p>
          <a:p xmlns:a="http://schemas.openxmlformats.org/drawingml/2006/main">
            <a:r>
              <a:t>Matiz: no todos los modelos y aplicaciones tienen obligaciones idénticas. La promoción de innovación coexiste con protección de datos, soberanía, seguridad nacional y control de contenidos. Las tensiones entre estas finalidades forman parte del análisis.</a:t>
            </a:r>
          </a:p>
          <a:p xmlns:a="http://schemas.openxmlformats.org/drawingml/2006/main">
            <a:r>
              <a:t/>
            </a:r>
          </a:p>
          <a:p xmlns:a="http://schemas.openxmlformats.org/drawingml/2006/main">
            <a:r>
              <a:t>Sugerencia oral: contrastar una herramienta interna con un servicio público y preguntar qué cambia. Remitir siempre a los textos originales para un caso concreto.</a:t>
            </a:r>
          </a:p>
          <a:p xmlns:a="http://schemas.openxmlformats.org/drawingml/2006/main">
            <a:r>
              <a:t/>
            </a:r>
          </a:p>
          <a:p xmlns:a="http://schemas.openxmlformats.org/drawingml/2006/main">
            <a:r>
              <a:t>Fuentes principales: PIPL; Ley de Seguridad de Datos; CAC, normas de 2022, 2023 y 2025.</a:t>
            </a:r>
          </a:p>
          <a:p xmlns:a="http://schemas.openxmlformats.org/drawingml/2006/main">
            <a:r>
              <a:t/>
            </a:r>
          </a:p>
          <a:p xmlns:a="http://schemas.openxmlformats.org/drawingml/2006/main">
            <a:r>
              <a:t>Fuentes originales:</a:t>
            </a:r>
          </a:p>
          <a:p xmlns:a="http://schemas.openxmlformats.org/drawingml/2006/main">
            <a:r>
              <a:t>ANP / CAC · 中华人民共和国个人信息保护法 (PIPL)</a:t>
            </a:r>
          </a:p>
          <a:p xmlns:a="http://schemas.openxmlformats.org/drawingml/2006/main">
            <a:r>
              <a:t>https://www.cac.gov.cn/2021-08/20/c_1631050028355286.htm</a:t>
            </a:r>
          </a:p>
          <a:p xmlns:a="http://schemas.openxmlformats.org/drawingml/2006/main">
            <a:r>
              <a:t>Localización: Arts. 3, 13, 34 y 74</a:t>
            </a:r>
          </a:p>
          <a:p xmlns:a="http://schemas.openxmlformats.org/drawingml/2006/main">
            <a:r>
              <a:t>ANP / CAC · 中华人民共和国数据安全法 (Ley de Seguridad de Datos)</a:t>
            </a:r>
          </a:p>
          <a:p xmlns:a="http://schemas.openxmlformats.org/drawingml/2006/main">
            <a:r>
              <a:t>https://www.cac.gov.cn/2021-06/11/c_1624994566919140.htm</a:t>
            </a:r>
          </a:p>
          <a:p xmlns:a="http://schemas.openxmlformats.org/drawingml/2006/main">
            <a:r>
              <a:t>Localización: Arts. 2, 21, 31 y 55</a:t>
            </a:r>
          </a:p>
          <a:p xmlns:a="http://schemas.openxmlformats.org/drawingml/2006/main">
            <a:r>
              <a:t>CAC y otros · 互联网信息服务算法推荐管理规定 (Recomendación algorítmica)</a:t>
            </a:r>
          </a:p>
          <a:p xmlns:a="http://schemas.openxmlformats.org/drawingml/2006/main">
            <a:r>
              <a:t>https://www.cac.gov.cn/2022-01/04/c_1642894606364259.htm</a:t>
            </a:r>
          </a:p>
          <a:p xmlns:a="http://schemas.openxmlformats.org/drawingml/2006/main">
            <a:r>
              <a:t>Localización: Arts. 2, 24 y 35</a:t>
            </a:r>
          </a:p>
          <a:p xmlns:a="http://schemas.openxmlformats.org/drawingml/2006/main">
            <a:r>
              <a:t>CAC y otros · 生成式人工智能服务管理暂行办法 (Servicios de IA generativa)</a:t>
            </a:r>
          </a:p>
          <a:p xmlns:a="http://schemas.openxmlformats.org/drawingml/2006/main">
            <a:r>
              <a:t>https://www.cac.gov.cn/2023-07/13/c_1690898327029107.htm</a:t>
            </a:r>
          </a:p>
          <a:p xmlns:a="http://schemas.openxmlformats.org/drawingml/2006/main">
            <a:r>
              <a:t>Localización: Arts. 2, 4, 17 y 24</a:t>
            </a:r>
          </a:p>
          <a:p xmlns:a="http://schemas.openxmlformats.org/drawingml/2006/main">
            <a:r>
              <a:t>CAC y otros · 人工智能生成合成内容标识办法 (Etiquetado de contenido sintético)</a:t>
            </a:r>
          </a:p>
          <a:p xmlns:a="http://schemas.openxmlformats.org/drawingml/2006/main">
            <a:r>
              <a:t>https://www.cac.gov.cn/2025-03/14/c_1743654684782215.htm</a:t>
            </a:r>
          </a:p>
          <a:p xmlns:a="http://schemas.openxmlformats.org/drawingml/2006/main">
            <a:r>
              <a:t>Localización: Arts. 2–6, 10 y 14</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evaluar capacidades y costos sin convertir un resultado sectorial en un juicio sobre toda la economía.</a:t>
            </a:r>
          </a:p>
          <a:p xmlns:a="http://schemas.openxmlformats.org/drawingml/2006/main">
            <a:r>
              <a:t/>
            </a:r>
          </a:p>
          <a:p xmlns:a="http://schemas.openxmlformats.org/drawingml/2006/main">
            <a:r>
              <a:t>Balance: la escala manufacturera, los proveedores y el aprendizaje favorecen determinadas trayectorias de desarrollo. La capacidad de desplegar una tecnología varía entre sectores y depende de demanda, integración, calidad y costos. El apoyo público puede coordinar inversión, pero su rendimiento depende del diseño y de la competencia. La relación entre estos mecanismos y los resultados no puede inferirse a partir de una imagen, un anuncio o un único caso exitoso.</a:t>
            </a:r>
          </a:p>
          <a:p xmlns:a="http://schemas.openxmlformats.org/drawingml/2006/main">
            <a:r>
              <a:t/>
            </a:r>
          </a:p>
          <a:p xmlns:a="http://schemas.openxmlformats.org/drawingml/2006/main">
            <a:r>
              <a:t>Tensiones: las restricciones externas y las dependencias en tecnologías críticas pueden limitar opciones. En algunos sectores la inversión puede crecer más rápido que la demanda y generar sobrecapacidad. El FMI, en su consulta de 2025 publicada en febrero de 2026, discute la debilidad de la demanda, los problemas inmobiliarios y el efecto sobre las finanzas locales, junto con costos y efectos externos de la política industrial. Se trata de una evaluación internacional que debe leerse junto a las prioridades y argumentos del gobierno chino, no de una medición uniforme de todo proyecto tecnológico.</a:t>
            </a:r>
          </a:p>
          <a:p xmlns:a="http://schemas.openxmlformats.org/drawingml/2006/main">
            <a:r>
              <a:t/>
            </a:r>
          </a:p>
          <a:p xmlns:a="http://schemas.openxmlformats.org/drawingml/2006/main">
            <a:r>
              <a:t>Matices: un excedente temporal de capacidad no equivale automáticamente a desperdicio, y una mayor producción tampoco demuestra mayor productividad. No se agregan cifras para las que la presentación no pueda precisar definición y año. La contribución estatal no constituye una atribución causal exclusiva.</a:t>
            </a:r>
          </a:p>
          <a:p xmlns:a="http://schemas.openxmlformats.org/drawingml/2006/main">
            <a:r>
              <a:t/>
            </a:r>
          </a:p>
          <a:p xmlns:a="http://schemas.openxmlformats.org/drawingml/2006/main">
            <a:r>
              <a:t>Sugerencia oral: proponer tres criterios para comparar proyectos: capacidad adquirida, productividad y sostenibilidad financiera. Preguntar quién asume el costo de un proyecto fallido.</a:t>
            </a:r>
          </a:p>
          <a:p xmlns:a="http://schemas.openxmlformats.org/drawingml/2006/main">
            <a:r>
              <a:t/>
            </a:r>
          </a:p>
          <a:p xmlns:a="http://schemas.openxmlformats.org/drawingml/2006/main">
            <a:r>
              <a:t>Fuentes principales: FMI (2026); Aghion et al. (2015); Made in China 2025.</a:t>
            </a:r>
          </a:p>
          <a:p xmlns:a="http://schemas.openxmlformats.org/drawingml/2006/main">
            <a:r>
              <a:t/>
            </a:r>
          </a:p>
          <a:p xmlns:a="http://schemas.openxmlformats.org/drawingml/2006/main">
            <a:r>
              <a:t>Fuentes originales:</a:t>
            </a:r>
          </a:p>
          <a:p xmlns:a="http://schemas.openxmlformats.org/drawingml/2006/main">
            <a:r>
              <a:t>FMI (2026) · Consulta del Artículo IV de 2025 con China</a:t>
            </a:r>
          </a:p>
          <a:p xmlns:a="http://schemas.openxmlformats.org/drawingml/2006/main">
            <a:r>
              <a:t>https://www.imf.org/en/news/articles/2026/02/18/pr-26053-china-imf-executive-board-concludes-2025-article-iv-consultation</a:t>
            </a:r>
          </a:p>
          <a:p xmlns:a="http://schemas.openxmlformats.org/drawingml/2006/main">
            <a:r>
              <a:t>Localización: Evaluación del Directorio: demanda interna, deuda local y política industrial</a:t>
            </a:r>
          </a:p>
          <a:p xmlns:a="http://schemas.openxmlformats.org/drawingml/2006/main">
            <a:r>
              <a:t>Aghion, Cai, Dewatripont, Du, Harrison y Legros (2015) · Industrial Policy and Competition</a:t>
            </a:r>
          </a:p>
          <a:p xmlns:a="http://schemas.openxmlformats.org/drawingml/2006/main">
            <a:r>
              <a:t>https://www.aeaweb.org/articles?id=10.1257/mac.20120103</a:t>
            </a:r>
          </a:p>
          <a:p xmlns:a="http://schemas.openxmlformats.org/drawingml/2006/main">
            <a:r>
              <a:t>Localización: AEJ: Macroeconomics 7(4), 1–32; DOI 10.1257/mac.20120103. Empresas chinas, 1998–2007</a:t>
            </a:r>
          </a:p>
          <a:p xmlns:a="http://schemas.openxmlformats.org/drawingml/2006/main">
            <a:r>
              <a:t>Consejo de Estado · 中国制造2025 (Made in China 2025)</a:t>
            </a:r>
          </a:p>
          <a:p xmlns:a="http://schemas.openxmlformats.org/drawingml/2006/main">
            <a:r>
              <a:t>https://www.ndrc.gov.cn/fggz/lywzjw/201505/t20150520_1370556.html</a:t>
            </a:r>
          </a:p>
          <a:p xmlns:a="http://schemas.openxmlformats.org/drawingml/2006/main">
            <a:r>
              <a:t>Localización: 国发〔2015〕28号; apartados II, III y IV</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pedagógico: integrar el argumento del módulo y preparar la transición al estudio de las empresas tecnológicas.</a:t>
            </a:r>
          </a:p>
          <a:p xmlns:a="http://schemas.openxmlformats.org/drawingml/2006/main">
            <a:r>
              <a:t/>
            </a:r>
          </a:p>
          <a:p xmlns:a="http://schemas.openxmlformats.org/drawingml/2006/main">
            <a:r>
              <a:t>Síntesis explicativa: el dragón representa orientación y coordinación estatal. El androide representa empresas que investigan, innovan, compiten y comercializan tecnologías. La infraestructura representa las condiciones materiales y organizativas de producción y escala. Las relaciones son recíprocas: las capacidades empresariales también influyen sobre políticas y estándares, mientras los cuellos de botella industriales condicionan las opciones estatales.</a:t>
            </a:r>
          </a:p>
          <a:p xmlns:a="http://schemas.openxmlformats.org/drawingml/2006/main">
            <a:r>
              <a:t/>
            </a:r>
          </a:p>
          <a:p xmlns:a="http://schemas.openxmlformats.org/drawingml/2006/main">
            <a:r>
              <a:t>Matiz central: es una interpretación explicativa del curso, no un mecanismo automático ni una relación causal suficiente. La interacción puede producir aprendizaje o duplicación, adopción o bloqueo. Deben añadirse la demanda, las relaciones internacionales, la historia y las decisiones de actores concretos. Tampoco se infiere que los resultados puedan trasladarse sin cambios a otro país.</a:t>
            </a:r>
          </a:p>
          <a:p xmlns:a="http://schemas.openxmlformats.org/drawingml/2006/main">
            <a:r>
              <a:t/>
            </a:r>
          </a:p>
          <a:p xmlns:a="http://schemas.openxmlformats.org/drawingml/2006/main">
            <a:r>
              <a:t>Ejercicio de cierre: elegir un caso, por ejemplo robótica industrial, y pedir que se identifique una intervención estatal, una decisión empresarial y una capacidad industrial. Solicitar además una restricción y la evidencia necesaria para evaluar el resultado.</a:t>
            </a:r>
          </a:p>
          <a:p xmlns:a="http://schemas.openxmlformats.org/drawingml/2006/main">
            <a:r>
              <a:t/>
            </a:r>
          </a:p>
          <a:p xmlns:a="http://schemas.openxmlformats.org/drawingml/2006/main">
            <a:r>
              <a:t>Sugerencia oral: retomar la pregunta inicial y cerrar con «El Estado orienta. Las empresas innovan. La infraestructura permite escalar». Introducir el próximo módulo del androide como continuidad narrativa. Todavía no se publica un enlace a ese material porque no forma parte de esta entrega.</a:t>
            </a:r>
          </a:p>
          <a:p xmlns:a="http://schemas.openxmlformats.org/drawingml/2006/main">
            <a:r>
              <a:t/>
            </a:r>
          </a:p>
          <a:p xmlns:a="http://schemas.openxmlformats.org/drawingml/2006/main">
            <a:r>
              <a:t>Fuentes principales: interpretación docente apoyada en los documentos de política y en las investigaciones citadas en las láminas anteriores. Todas las escenas visuales son ilustraciones conceptuales generadas y recompuestas con IA.</a:t>
            </a:r>
          </a:p>
          <a:p xmlns:a="http://schemas.openxmlformats.org/drawingml/2006/main">
            <a:r>
              <a:t/>
            </a:r>
          </a:p>
          <a:p xmlns:a="http://schemas.openxmlformats.org/drawingml/2006/main">
            <a:r>
              <a:t>Material elaborado por el profesor Sergio Gevatschnaider.</a:t>
            </a:r>
          </a:p>
          <a:p xmlns:a="http://schemas.openxmlformats.org/drawingml/2006/main">
            <a:r>
              <a:t/>
            </a:r>
          </a:p>
          <a:p xmlns:a="http://schemas.openxmlformats.org/drawingml/2006/main">
            <a:r>
              <a:t>Fuentes originales:</a:t>
            </a:r>
          </a:p>
          <a:p xmlns:a="http://schemas.openxmlformats.org/drawingml/2006/main">
            <a:r>
              <a:t>Consejo de Estado · 中国制造2025 (Made in China 2025)</a:t>
            </a:r>
          </a:p>
          <a:p xmlns:a="http://schemas.openxmlformats.org/drawingml/2006/main">
            <a:r>
              <a:t>https://www.ndrc.gov.cn/fggz/lywzjw/201505/t20150520_1370556.html</a:t>
            </a:r>
          </a:p>
          <a:p xmlns:a="http://schemas.openxmlformats.org/drawingml/2006/main">
            <a:r>
              <a:t>Localización: 国发〔2015〕28号; apartados II, III y IV</a:t>
            </a:r>
          </a:p>
          <a:p xmlns:a="http://schemas.openxmlformats.org/drawingml/2006/main">
            <a:r>
              <a:t>Consejo de Estado · 关于深入实施“人工智能+”行动的意见 (IA+)</a:t>
            </a:r>
          </a:p>
          <a:p xmlns:a="http://schemas.openxmlformats.org/drawingml/2006/main">
            <a:r>
              <a:t>https://www.miit.gov.cn/xwfb/szyw/art/2025/art_f8bd63905b384841a84e643c1b9455c7.html</a:t>
            </a:r>
          </a:p>
          <a:p xmlns:a="http://schemas.openxmlformats.org/drawingml/2006/main">
            <a:r>
              <a:t>Localización: 国发〔2025〕11号; II, III y IV</a:t>
            </a:r>
          </a:p>
          <a:p xmlns:a="http://schemas.openxmlformats.org/drawingml/2006/main">
            <a:r>
              <a:t>Aghion, Cai, Dewatripont, Du, Harrison y Legros (2015) · Industrial Policy and Competition</a:t>
            </a:r>
          </a:p>
          <a:p xmlns:a="http://schemas.openxmlformats.org/drawingml/2006/main">
            <a:r>
              <a:t>https://www.aeaweb.org/articles?id=10.1257/mac.20120103</a:t>
            </a:r>
          </a:p>
          <a:p xmlns:a="http://schemas.openxmlformats.org/drawingml/2006/main">
            <a:r>
              <a:t>Localización: AEJ: Macroeconomics 7(4), 1–32; DOI 10.1257/mac.20120103. Empresas chinas, 1998–2007</a:t>
            </a:r>
          </a:p>
          <a:p xmlns:a="http://schemas.openxmlformats.org/drawingml/2006/main">
            <a:r>
              <a:t/>
            </a:r>
          </a:p>
          <a:p xmlns:a="http://schemas.openxmlformats.org/drawingml/2006/main">
            <a:r>
              <a:t>Ilustración conceptual generada y recompuesta con IA. No representa una escena documental ni evidencia empírica.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8a42b7e0cc47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2cc714372c43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e09f6300ce40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b7f06ec3104c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a2d56ce8d741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cf6542c32347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D20B0F-C2E6-458A-9775-582222B230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6AC326-8092-4781-B035-B8BD747456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0854F4-5624-42D6-9588-AF16827216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6D84ED-3586-45B3-8F51-109C2303B5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313A80-FB4F-4C66-8309-4055956D59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DB4FD3-ABC4-42BA-B6D0-5A43EC6C76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428677-71F2-421B-B6B5-02453ACCEF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155BD8-465E-48F1-82A1-6CB3EA6774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D611B3-D470-4EEC-929E-42955CDC0A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31A32E-319A-4F8D-B9F2-33C584CEB7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2284bcb4f140a0" /><Relationship Type="http://schemas.openxmlformats.org/officeDocument/2006/relationships/slideLayout" Target="/ppt/slideLayouts/slideLayout1.xml" Id="R505e9d58d9354753" /><Relationship Type="http://schemas.openxmlformats.org/officeDocument/2006/relationships/slideLayout" Target="/ppt/slideLayouts/slideLayout2.xml" Id="R6c8b2516bbdb4450" /><Relationship Type="http://schemas.openxmlformats.org/officeDocument/2006/relationships/slideLayout" Target="/ppt/slideLayouts/slideLayout3.xml" Id="R0bf070d670e04548" /><Relationship Type="http://schemas.openxmlformats.org/officeDocument/2006/relationships/slideLayout" Target="/ppt/slideLayouts/slideLayout4.xml" Id="Rf5946e9fb80e4efa" /><Relationship Type="http://schemas.openxmlformats.org/officeDocument/2006/relationships/slideLayout" Target="/ppt/slideLayouts/slideLayout5.xml" Id="R81e28154f000455a" /><Relationship Type="http://schemas.openxmlformats.org/officeDocument/2006/relationships/slideLayout" Target="/ppt/slideLayouts/slideLayout6.xml" Id="R56c46ea6de4640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5e9d58d9354753"/>
    <p:sldLayoutId xmlns:r="http://schemas.openxmlformats.org/officeDocument/2006/relationships" id="2147483650" r:id="R6c8b2516bbdb4450"/>
    <p:sldLayoutId xmlns:r="http://schemas.openxmlformats.org/officeDocument/2006/relationships" id="2147483651" r:id="R0bf070d670e04548"/>
    <p:sldLayoutId xmlns:r="http://schemas.openxmlformats.org/officeDocument/2006/relationships" id="2147483652" r:id="Rf5946e9fb80e4efa"/>
    <p:sldLayoutId xmlns:r="http://schemas.openxmlformats.org/officeDocument/2006/relationships" id="2147483653" r:id="R81e28154f000455a"/>
    <p:sldLayoutId xmlns:r="http://schemas.openxmlformats.org/officeDocument/2006/relationships" id="2147483654" r:id="R56c46ea6de4640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1a8829c5ae4ec2" /><Relationship Type="http://schemas.openxmlformats.org/officeDocument/2006/relationships/image" Target="/ppt/media/image.jpeg" Id="R821e66a5b1304b99" /><Relationship Type="http://schemas.openxmlformats.org/officeDocument/2006/relationships/hyperlink" Target="https://sgevatschnaider.github.io/Inteligencia-Artificial-y-Rob-tica-en-China/materiales/dragon/?view=sources#1" TargetMode="External" Id="Rb25659f42b134990" /><Relationship Type="http://schemas.openxmlformats.org/officeDocument/2006/relationships/notesSlide" Target="/ppt/notesSlides/notesSlide1.xml" Id="Rf7af18e982554d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7ea6501a744016" /><Relationship Type="http://schemas.openxmlformats.org/officeDocument/2006/relationships/image" Target="/ppt/media/image2.jpeg" Id="R5298b00166434326" /><Relationship Type="http://schemas.openxmlformats.org/officeDocument/2006/relationships/hyperlink" Target="https://sgevatschnaider.github.io/Inteligencia-Artificial-y-Rob-tica-en-China/materiales/dragon/?view=sources#2" TargetMode="External" Id="Rb23b0e59891e4d10" /><Relationship Type="http://schemas.openxmlformats.org/officeDocument/2006/relationships/notesSlide" Target="/ppt/notesSlides/notesSlide2.xml" Id="R8726d6a40c9f41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236bc67de342b1" /><Relationship Type="http://schemas.openxmlformats.org/officeDocument/2006/relationships/image" Target="/ppt/media/image3.jpeg" Id="R9ed057c3580d4233" /><Relationship Type="http://schemas.openxmlformats.org/officeDocument/2006/relationships/hyperlink" Target="https://sgevatschnaider.github.io/Inteligencia-Artificial-y-Rob-tica-en-China/materiales/dragon/?view=sources#3" TargetMode="External" Id="R5f00a291310a44d7" /><Relationship Type="http://schemas.openxmlformats.org/officeDocument/2006/relationships/notesSlide" Target="/ppt/notesSlides/notesSlide3.xml" Id="R3783c067db78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dc3f3390d84047" /><Relationship Type="http://schemas.openxmlformats.org/officeDocument/2006/relationships/image" Target="/ppt/media/image4.jpeg" Id="R6914b1d68db64514" /><Relationship Type="http://schemas.openxmlformats.org/officeDocument/2006/relationships/hyperlink" Target="https://sgevatschnaider.github.io/Inteligencia-Artificial-y-Rob-tica-en-China/materiales/dragon/?view=sources#4" TargetMode="External" Id="Rf16fd6f134d742d5" /><Relationship Type="http://schemas.openxmlformats.org/officeDocument/2006/relationships/notesSlide" Target="/ppt/notesSlides/notesSlide4.xml" Id="R88b7b77a880744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220ff86c5f4a60" /><Relationship Type="http://schemas.openxmlformats.org/officeDocument/2006/relationships/image" Target="/ppt/media/image5.jpeg" Id="R5b14570c597e474b" /><Relationship Type="http://schemas.openxmlformats.org/officeDocument/2006/relationships/hyperlink" Target="https://sgevatschnaider.github.io/Inteligencia-Artificial-y-Rob-tica-en-China/materiales/dragon/?view=sources#5" TargetMode="External" Id="Rbc33bec463b44389" /><Relationship Type="http://schemas.openxmlformats.org/officeDocument/2006/relationships/notesSlide" Target="/ppt/notesSlides/notesSlide5.xml" Id="Rc50091ce6baf43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b19cdc22504204" /><Relationship Type="http://schemas.openxmlformats.org/officeDocument/2006/relationships/image" Target="/ppt/media/image6.jpeg" Id="Rea4bc204fe994530" /><Relationship Type="http://schemas.openxmlformats.org/officeDocument/2006/relationships/hyperlink" Target="https://sgevatschnaider.github.io/Inteligencia-Artificial-y-Rob-tica-en-China/materiales/dragon/?view=sources#6" TargetMode="External" Id="R584e6ad232284fa9" /><Relationship Type="http://schemas.openxmlformats.org/officeDocument/2006/relationships/notesSlide" Target="/ppt/notesSlides/notesSlide6.xml" Id="R5b03cd2c7c4746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82850ab8594a17" /><Relationship Type="http://schemas.openxmlformats.org/officeDocument/2006/relationships/image" Target="/ppt/media/image7.jpeg" Id="R4d9d6720d06d4f15" /><Relationship Type="http://schemas.openxmlformats.org/officeDocument/2006/relationships/hyperlink" Target="https://sgevatschnaider.github.io/Inteligencia-Artificial-y-Rob-tica-en-China/materiales/dragon/?view=sources#7" TargetMode="External" Id="R817480608e2a4e6b" /><Relationship Type="http://schemas.openxmlformats.org/officeDocument/2006/relationships/notesSlide" Target="/ppt/notesSlides/notesSlide7.xml" Id="Rc1a50d5794844d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70931acb674c14" /><Relationship Type="http://schemas.openxmlformats.org/officeDocument/2006/relationships/image" Target="/ppt/media/image8.jpeg" Id="Rdba1f2b5b3464fac" /><Relationship Type="http://schemas.openxmlformats.org/officeDocument/2006/relationships/hyperlink" Target="https://sgevatschnaider.github.io/Inteligencia-Artificial-y-Rob-tica-en-China/materiales/dragon/?view=sources#8" TargetMode="External" Id="Rbad6229cd5d341ec" /><Relationship Type="http://schemas.openxmlformats.org/officeDocument/2006/relationships/notesSlide" Target="/ppt/notesSlides/notesSlide8.xml" Id="R95f5f8094ace49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c1a1c58da341da" /><Relationship Type="http://schemas.openxmlformats.org/officeDocument/2006/relationships/image" Target="/ppt/media/image9.jpeg" Id="R394ebaa7b2534244" /><Relationship Type="http://schemas.openxmlformats.org/officeDocument/2006/relationships/hyperlink" Target="https://sgevatschnaider.github.io/Inteligencia-Artificial-y-Rob-tica-en-China/materiales/dragon/?view=sources#9" TargetMode="External" Id="R2b9668e0e3d44c61" /><Relationship Type="http://schemas.openxmlformats.org/officeDocument/2006/relationships/notesSlide" Target="/ppt/notesSlides/notesSlide9.xml" Id="R4a277381d33942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f59ac894a64592" /><Relationship Type="http://schemas.openxmlformats.org/officeDocument/2006/relationships/image" Target="/ppt/media/image10.jpeg" Id="R8c70d47b8ff54d54" /><Relationship Type="http://schemas.openxmlformats.org/officeDocument/2006/relationships/hyperlink" Target="https://sgevatschnaider.github.io/Inteligencia-Artificial-y-Rob-tica-en-China/materiales/dragon/?view=sources#10" TargetMode="External" Id="R7fe470b746ea4a64" /><Relationship Type="http://schemas.openxmlformats.org/officeDocument/2006/relationships/notesSlide" Target="/ppt/notesSlides/notesSlide10.xml" Id="R9a5d7e223d6b4600" /></Relationships>
</file>

<file path=ppt/slides/slide1.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4C108BF-4525-4FC6-B78C-7566499F9ACA}"/>
              </a:ext>
            </a:extLst>
          </p:cNvPr>
          <p:cNvPicPr>
            <a:picLocks xmlns:a="http://schemas.openxmlformats.org/drawingml/2006/main" noChangeAspect="1"/>
          </p:cNvPicPr>
          <p:nvPr/>
        </p:nvPicPr>
        <p:blipFill>
          <a:blip xmlns:r="http://schemas.openxmlformats.org/officeDocument/2006/relationships" xmlns:a="http://schemas.openxmlformats.org/drawingml/2006/main" r:embed="R821e66a5b1304b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hapter">
            <a:extLst xmlns:a="http://schemas.openxmlformats.org/drawingml/2006/main">
              <a:ext uri="{FF2B5EF4-FFF2-40B4-BE49-F238E27FC236}">
                <a16:creationId xmlns:a16="http://schemas.microsoft.com/office/drawing/2014/main" id="{AEF067EC-92A7-4DF3-A6DC-64BF1C0651C3}"/>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01 · MARCO CONCEPTUAL</a:t>
            </a:r>
          </a:p>
        </p:txBody>
      </p:sp>
      <p:sp>
        <p:nvSpPr>
          <p:cNvPr id="3" name="verified-sinogram">
            <a:extLst xmlns:a="http://schemas.openxmlformats.org/drawingml/2006/main">
              <a:ext uri="{FF2B5EF4-FFF2-40B4-BE49-F238E27FC236}">
                <a16:creationId xmlns:a16="http://schemas.microsoft.com/office/drawing/2014/main" id="{C8AC0A3B-9E02-476F-A415-2CAE0A0F5A22}"/>
              </a:ext>
            </a:extLst>
          </p:cNvPr>
          <p:cNvSpPr>
            <a:spLocks xmlns:a="http://schemas.openxmlformats.org/drawingml/2006/main" noGrp="1"/>
          </p:cNvSpPr>
          <p:nvPr/>
        </p:nvSpPr>
        <p:spPr>
          <a:xfrm xmlns:a="http://schemas.openxmlformats.org/drawingml/2006/main">
            <a:off x="609600" y="609600"/>
            <a:ext cx="16192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8100" b="0">
                <a:solidFill>
                  <a:srgbClr val="EAC27A"/>
                </a:solidFill>
                <a:latin typeface="Noto Sans SC"/>
                <a:ea typeface="Noto Sans SC"/>
                <a:cs typeface="Noto Sans SC"/>
              </a:defRPr>
            </a:defPPr>
            <a:lvl1pPr algn="l">
              <a:defRPr sz="8100" b="0">
                <a:solidFill>
                  <a:srgbClr val="EAC27A"/>
                </a:solidFill>
                <a:latin typeface="Noto Sans SC"/>
                <a:ea typeface="Noto Sans SC"/>
                <a:cs typeface="Noto Sans SC"/>
              </a:defRPr>
            </a:lvl1pPr>
            <a:lvl2pPr algn="l">
              <a:defRPr sz="8100" b="0">
                <a:solidFill>
                  <a:srgbClr val="EAC27A"/>
                </a:solidFill>
                <a:latin typeface="Noto Sans SC"/>
                <a:ea typeface="Noto Sans SC"/>
                <a:cs typeface="Noto Sans SC"/>
              </a:defRPr>
            </a:lvl2pPr>
            <a:lvl3pPr algn="l">
              <a:defRPr sz="8100" b="0">
                <a:solidFill>
                  <a:srgbClr val="EAC27A"/>
                </a:solidFill>
                <a:latin typeface="Noto Sans SC"/>
                <a:ea typeface="Noto Sans SC"/>
                <a:cs typeface="Noto Sans SC"/>
              </a:defRPr>
            </a:lvl3pPr>
            <a:lvl4pPr algn="l">
              <a:defRPr sz="8100" b="0">
                <a:solidFill>
                  <a:srgbClr val="EAC27A"/>
                </a:solidFill>
                <a:latin typeface="Noto Sans SC"/>
                <a:ea typeface="Noto Sans SC"/>
                <a:cs typeface="Noto Sans SC"/>
              </a:defRPr>
            </a:lvl4pPr>
            <a:lvl5pPr algn="l">
              <a:defRPr sz="8100" b="0">
                <a:solidFill>
                  <a:srgbClr val="EAC27A"/>
                </a:solidFill>
                <a:latin typeface="Noto Sans SC"/>
                <a:ea typeface="Noto Sans SC"/>
                <a:cs typeface="Noto Sans SC"/>
              </a:defRPr>
            </a:lvl5pPr>
            <a:lvl6pPr algn="l">
              <a:defRPr sz="8100" b="0">
                <a:solidFill>
                  <a:srgbClr val="EAC27A"/>
                </a:solidFill>
                <a:latin typeface="Noto Sans SC"/>
                <a:ea typeface="Noto Sans SC"/>
                <a:cs typeface="Noto Sans SC"/>
              </a:defRPr>
            </a:lvl6pPr>
            <a:lvl7pPr algn="l">
              <a:defRPr sz="8100" b="0">
                <a:solidFill>
                  <a:srgbClr val="EAC27A"/>
                </a:solidFill>
                <a:latin typeface="Noto Sans SC"/>
                <a:ea typeface="Noto Sans SC"/>
                <a:cs typeface="Noto Sans SC"/>
              </a:defRPr>
            </a:lvl7pPr>
            <a:lvl8pPr algn="l">
              <a:defRPr sz="8100" b="0">
                <a:solidFill>
                  <a:srgbClr val="EAC27A"/>
                </a:solidFill>
                <a:latin typeface="Noto Sans SC"/>
                <a:ea typeface="Noto Sans SC"/>
                <a:cs typeface="Noto Sans SC"/>
              </a:defRPr>
            </a:lvl8pPr>
            <a:lvl9pPr algn="l">
              <a:defRPr sz="8100" b="0">
                <a:solidFill>
                  <a:srgbClr val="EAC27A"/>
                </a:solidFill>
                <a:latin typeface="Noto Sans SC"/>
                <a:ea typeface="Noto Sans SC"/>
                <a:cs typeface="Noto Sans SC"/>
              </a:defRPr>
            </a:lvl9pPr>
          </a:lstStyle>
          <a:p xmlns:a="http://schemas.openxmlformats.org/drawingml/2006/main">
            <a:pPr algn="l">
              <a:defRPr sz="8100" b="0">
                <a:solidFill>
                  <a:srgbClr val="EAC27A"/>
                </a:solidFill>
                <a:latin typeface="Noto Sans SC"/>
                <a:ea typeface="Noto Sans SC"/>
                <a:cs typeface="Noto Sans SC"/>
              </a:defRPr>
            </a:pPr>
            <a:r>
              <a:rPr sz="8100" b="0">
                <a:solidFill>
                  <a:srgbClr val="EAC27A"/>
                </a:solidFill>
                <a:latin typeface="Noto Sans SC"/>
                <a:ea typeface="Noto Sans SC"/>
                <a:cs typeface="Noto Sans SC"/>
              </a:rPr>
              <a:t>龙</a:t>
            </a:r>
          </a:p>
        </p:txBody>
      </p:sp>
      <p:sp>
        <p:nvSpPr>
          <p:cNvPr id="4" name="main-title">
            <a:extLst xmlns:a="http://schemas.openxmlformats.org/drawingml/2006/main">
              <a:ext uri="{FF2B5EF4-FFF2-40B4-BE49-F238E27FC236}">
                <a16:creationId xmlns:a16="http://schemas.microsoft.com/office/drawing/2014/main" id="{88CD6DE0-99EB-4ECC-A618-682F84822175}"/>
              </a:ext>
            </a:extLst>
          </p:cNvPr>
          <p:cNvSpPr>
            <a:spLocks xmlns:a="http://schemas.openxmlformats.org/drawingml/2006/main" noGrp="1"/>
          </p:cNvSpPr>
          <p:nvPr/>
        </p:nvSpPr>
        <p:spPr>
          <a:xfrm xmlns:a="http://schemas.openxmlformats.org/drawingml/2006/main">
            <a:off x="609600" y="2000250"/>
            <a:ext cx="700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5100" b="0">
                <a:solidFill>
                  <a:srgbClr val="EAC27A"/>
                </a:solidFill>
                <a:latin typeface="DejaVu Serif"/>
                <a:ea typeface="DejaVu Serif"/>
                <a:cs typeface="DejaVu Serif"/>
              </a:defRPr>
            </a:defPPr>
            <a:lvl1pPr algn="l">
              <a:defRPr sz="5100" b="0">
                <a:solidFill>
                  <a:srgbClr val="EAC27A"/>
                </a:solidFill>
                <a:latin typeface="DejaVu Serif"/>
                <a:ea typeface="DejaVu Serif"/>
                <a:cs typeface="DejaVu Serif"/>
              </a:defRPr>
            </a:lvl1pPr>
            <a:lvl2pPr algn="l">
              <a:defRPr sz="5100" b="0">
                <a:solidFill>
                  <a:srgbClr val="EAC27A"/>
                </a:solidFill>
                <a:latin typeface="DejaVu Serif"/>
                <a:ea typeface="DejaVu Serif"/>
                <a:cs typeface="DejaVu Serif"/>
              </a:defRPr>
            </a:lvl2pPr>
            <a:lvl3pPr algn="l">
              <a:defRPr sz="5100" b="0">
                <a:solidFill>
                  <a:srgbClr val="EAC27A"/>
                </a:solidFill>
                <a:latin typeface="DejaVu Serif"/>
                <a:ea typeface="DejaVu Serif"/>
                <a:cs typeface="DejaVu Serif"/>
              </a:defRPr>
            </a:lvl3pPr>
            <a:lvl4pPr algn="l">
              <a:defRPr sz="5100" b="0">
                <a:solidFill>
                  <a:srgbClr val="EAC27A"/>
                </a:solidFill>
                <a:latin typeface="DejaVu Serif"/>
                <a:ea typeface="DejaVu Serif"/>
                <a:cs typeface="DejaVu Serif"/>
              </a:defRPr>
            </a:lvl4pPr>
            <a:lvl5pPr algn="l">
              <a:defRPr sz="5100" b="0">
                <a:solidFill>
                  <a:srgbClr val="EAC27A"/>
                </a:solidFill>
                <a:latin typeface="DejaVu Serif"/>
                <a:ea typeface="DejaVu Serif"/>
                <a:cs typeface="DejaVu Serif"/>
              </a:defRPr>
            </a:lvl5pPr>
            <a:lvl6pPr algn="l">
              <a:defRPr sz="5100" b="0">
                <a:solidFill>
                  <a:srgbClr val="EAC27A"/>
                </a:solidFill>
                <a:latin typeface="DejaVu Serif"/>
                <a:ea typeface="DejaVu Serif"/>
                <a:cs typeface="DejaVu Serif"/>
              </a:defRPr>
            </a:lvl6pPr>
            <a:lvl7pPr algn="l">
              <a:defRPr sz="5100" b="0">
                <a:solidFill>
                  <a:srgbClr val="EAC27A"/>
                </a:solidFill>
                <a:latin typeface="DejaVu Serif"/>
                <a:ea typeface="DejaVu Serif"/>
                <a:cs typeface="DejaVu Serif"/>
              </a:defRPr>
            </a:lvl7pPr>
            <a:lvl8pPr algn="l">
              <a:defRPr sz="5100" b="0">
                <a:solidFill>
                  <a:srgbClr val="EAC27A"/>
                </a:solidFill>
                <a:latin typeface="DejaVu Serif"/>
                <a:ea typeface="DejaVu Serif"/>
                <a:cs typeface="DejaVu Serif"/>
              </a:defRPr>
            </a:lvl8pPr>
            <a:lvl9pPr algn="l">
              <a:defRPr sz="5100" b="0">
                <a:solidFill>
                  <a:srgbClr val="EAC27A"/>
                </a:solidFill>
                <a:latin typeface="DejaVu Serif"/>
                <a:ea typeface="DejaVu Serif"/>
                <a:cs typeface="DejaVu Serif"/>
              </a:defRPr>
            </a:lvl9pPr>
          </a:lstStyle>
          <a:p xmlns:a="http://schemas.openxmlformats.org/drawingml/2006/main">
            <a:pPr algn="l">
              <a:defRPr sz="5100" b="0">
                <a:solidFill>
                  <a:srgbClr val="EAC27A"/>
                </a:solidFill>
                <a:latin typeface="DejaVu Serif"/>
                <a:ea typeface="DejaVu Serif"/>
                <a:cs typeface="DejaVu Serif"/>
              </a:defRPr>
            </a:pPr>
            <a:r>
              <a:rPr sz="5100" b="0">
                <a:solidFill>
                  <a:srgbClr val="EAC27A"/>
                </a:solidFill>
                <a:latin typeface="DejaVu Serif"/>
                <a:ea typeface="DejaVu Serif"/>
                <a:cs typeface="DejaVu Serif"/>
              </a:rPr>
              <a:t>EL DRAGÓN</a:t>
            </a:r>
          </a:p>
        </p:txBody>
      </p:sp>
      <p:sp>
        <p:nvSpPr>
          <p:cNvPr id="5" name="subtitle">
            <a:extLst xmlns:a="http://schemas.openxmlformats.org/drawingml/2006/main">
              <a:ext uri="{FF2B5EF4-FFF2-40B4-BE49-F238E27FC236}">
                <a16:creationId xmlns:a16="http://schemas.microsoft.com/office/drawing/2014/main" id="{DF218332-57F2-4BB0-BE36-8AE7BA754927}"/>
              </a:ext>
            </a:extLst>
          </p:cNvPr>
          <p:cNvSpPr>
            <a:spLocks xmlns:a="http://schemas.openxmlformats.org/drawingml/2006/main" noGrp="1"/>
          </p:cNvSpPr>
          <p:nvPr/>
        </p:nvSpPr>
        <p:spPr>
          <a:xfrm xmlns:a="http://schemas.openxmlformats.org/drawingml/2006/main">
            <a:off x="609600" y="3076575"/>
            <a:ext cx="6667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850" b="0">
                <a:solidFill>
                  <a:srgbClr val="F5F1E8"/>
                </a:solidFill>
                <a:latin typeface="DejaVu Serif"/>
                <a:ea typeface="DejaVu Serif"/>
                <a:cs typeface="DejaVu Serif"/>
              </a:defRPr>
            </a:defPPr>
            <a:lvl1pPr algn="l">
              <a:defRPr sz="2850" b="0">
                <a:solidFill>
                  <a:srgbClr val="F5F1E8"/>
                </a:solidFill>
                <a:latin typeface="DejaVu Serif"/>
                <a:ea typeface="DejaVu Serif"/>
                <a:cs typeface="DejaVu Serif"/>
              </a:defRPr>
            </a:lvl1pPr>
            <a:lvl2pPr algn="l">
              <a:defRPr sz="2850" b="0">
                <a:solidFill>
                  <a:srgbClr val="F5F1E8"/>
                </a:solidFill>
                <a:latin typeface="DejaVu Serif"/>
                <a:ea typeface="DejaVu Serif"/>
                <a:cs typeface="DejaVu Serif"/>
              </a:defRPr>
            </a:lvl2pPr>
            <a:lvl3pPr algn="l">
              <a:defRPr sz="2850" b="0">
                <a:solidFill>
                  <a:srgbClr val="F5F1E8"/>
                </a:solidFill>
                <a:latin typeface="DejaVu Serif"/>
                <a:ea typeface="DejaVu Serif"/>
                <a:cs typeface="DejaVu Serif"/>
              </a:defRPr>
            </a:lvl3pPr>
            <a:lvl4pPr algn="l">
              <a:defRPr sz="2850" b="0">
                <a:solidFill>
                  <a:srgbClr val="F5F1E8"/>
                </a:solidFill>
                <a:latin typeface="DejaVu Serif"/>
                <a:ea typeface="DejaVu Serif"/>
                <a:cs typeface="DejaVu Serif"/>
              </a:defRPr>
            </a:lvl4pPr>
            <a:lvl5pPr algn="l">
              <a:defRPr sz="2850" b="0">
                <a:solidFill>
                  <a:srgbClr val="F5F1E8"/>
                </a:solidFill>
                <a:latin typeface="DejaVu Serif"/>
                <a:ea typeface="DejaVu Serif"/>
                <a:cs typeface="DejaVu Serif"/>
              </a:defRPr>
            </a:lvl5pPr>
            <a:lvl6pPr algn="l">
              <a:defRPr sz="2850" b="0">
                <a:solidFill>
                  <a:srgbClr val="F5F1E8"/>
                </a:solidFill>
                <a:latin typeface="DejaVu Serif"/>
                <a:ea typeface="DejaVu Serif"/>
                <a:cs typeface="DejaVu Serif"/>
              </a:defRPr>
            </a:lvl6pPr>
            <a:lvl7pPr algn="l">
              <a:defRPr sz="2850" b="0">
                <a:solidFill>
                  <a:srgbClr val="F5F1E8"/>
                </a:solidFill>
                <a:latin typeface="DejaVu Serif"/>
                <a:ea typeface="DejaVu Serif"/>
                <a:cs typeface="DejaVu Serif"/>
              </a:defRPr>
            </a:lvl7pPr>
            <a:lvl8pPr algn="l">
              <a:defRPr sz="2850" b="0">
                <a:solidFill>
                  <a:srgbClr val="F5F1E8"/>
                </a:solidFill>
                <a:latin typeface="DejaVu Serif"/>
                <a:ea typeface="DejaVu Serif"/>
                <a:cs typeface="DejaVu Serif"/>
              </a:defRPr>
            </a:lvl8pPr>
            <a:lvl9pPr algn="l">
              <a:defRPr sz="2850" b="0">
                <a:solidFill>
                  <a:srgbClr val="F5F1E8"/>
                </a:solidFill>
                <a:latin typeface="DejaVu Serif"/>
                <a:ea typeface="DejaVu Serif"/>
                <a:cs typeface="DejaVu Serif"/>
              </a:defRPr>
            </a:lvl9pPr>
          </a:lstStyle>
          <a:p xmlns:a="http://schemas.openxmlformats.org/drawingml/2006/main">
            <a:pPr algn="l">
              <a:defRPr sz="2850" b="0">
                <a:solidFill>
                  <a:srgbClr val="F5F1E8"/>
                </a:solidFill>
                <a:latin typeface="DejaVu Serif"/>
                <a:ea typeface="DejaVu Serif"/>
                <a:cs typeface="DejaVu Serif"/>
              </a:defRPr>
            </a:pPr>
            <a:r>
              <a:rPr sz="2850" b="0">
                <a:solidFill>
                  <a:srgbClr val="F5F1E8"/>
                </a:solidFill>
                <a:latin typeface="DejaVu Serif"/>
                <a:ea typeface="DejaVu Serif"/>
                <a:cs typeface="DejaVu Serif"/>
              </a:rPr>
              <a:t>El Estado estratégico y la</a:t>
            </a:r>
          </a:p>
          <a:p xmlns:a="http://schemas.openxmlformats.org/drawingml/2006/main">
            <a:pPr algn="l">
              <a:defRPr sz="2850" b="0">
                <a:solidFill>
                  <a:srgbClr val="F5F1E8"/>
                </a:solidFill>
                <a:latin typeface="DejaVu Serif"/>
                <a:ea typeface="DejaVu Serif"/>
                <a:cs typeface="DejaVu Serif"/>
              </a:defRPr>
            </a:pPr>
            <a:r>
              <a:rPr sz="2850" b="0">
                <a:solidFill>
                  <a:srgbClr val="F5F1E8"/>
                </a:solidFill>
                <a:latin typeface="DejaVu Serif"/>
                <a:ea typeface="DejaVu Serif"/>
                <a:cs typeface="DejaVu Serif"/>
              </a:rPr>
              <a:t>transformación tecnológica</a:t>
            </a:r>
          </a:p>
          <a:p xmlns:a="http://schemas.openxmlformats.org/drawingml/2006/main">
            <a:pPr algn="l">
              <a:defRPr sz="2850" b="0">
                <a:solidFill>
                  <a:srgbClr val="F5F1E8"/>
                </a:solidFill>
                <a:latin typeface="DejaVu Serif"/>
                <a:ea typeface="DejaVu Serif"/>
                <a:cs typeface="DejaVu Serif"/>
              </a:defRPr>
            </a:pPr>
            <a:r>
              <a:rPr sz="2850" b="0">
                <a:solidFill>
                  <a:srgbClr val="F5F1E8"/>
                </a:solidFill>
                <a:latin typeface="DejaVu Serif"/>
                <a:ea typeface="DejaVu Serif"/>
                <a:cs typeface="DejaVu Serif"/>
              </a:rPr>
              <a:t>de China</a:t>
            </a:r>
          </a:p>
        </p:txBody>
      </p:sp>
      <p:sp>
        <p:nvSpPr>
          <p:cNvPr id="6" name="subject">
            <a:extLst xmlns:a="http://schemas.openxmlformats.org/drawingml/2006/main">
              <a:ext uri="{FF2B5EF4-FFF2-40B4-BE49-F238E27FC236}">
                <a16:creationId xmlns:a16="http://schemas.microsoft.com/office/drawing/2014/main" id="{15C8CE6C-F162-4DB8-ADE3-A2D13E1912B6}"/>
              </a:ext>
            </a:extLst>
          </p:cNvPr>
          <p:cNvSpPr>
            <a:spLocks xmlns:a="http://schemas.openxmlformats.org/drawingml/2006/main" noGrp="1"/>
          </p:cNvSpPr>
          <p:nvPr/>
        </p:nvSpPr>
        <p:spPr>
          <a:xfrm xmlns:a="http://schemas.openxmlformats.org/drawingml/2006/main">
            <a:off x="609600" y="4972050"/>
            <a:ext cx="619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ans"/>
                <a:ea typeface="DejaVu Sans"/>
                <a:cs typeface="DejaVu Sans"/>
              </a:defRPr>
            </a:defPPr>
            <a:lvl1pPr algn="l">
              <a:defRPr sz="1875" b="0">
                <a:solidFill>
                  <a:srgbClr val="EAC27A"/>
                </a:solidFill>
                <a:latin typeface="DejaVu Sans"/>
                <a:ea typeface="DejaVu Sans"/>
                <a:cs typeface="DejaVu Sans"/>
              </a:defRPr>
            </a:lvl1pPr>
            <a:lvl2pPr algn="l">
              <a:defRPr sz="1875" b="0">
                <a:solidFill>
                  <a:srgbClr val="EAC27A"/>
                </a:solidFill>
                <a:latin typeface="DejaVu Sans"/>
                <a:ea typeface="DejaVu Sans"/>
                <a:cs typeface="DejaVu Sans"/>
              </a:defRPr>
            </a:lvl2pPr>
            <a:lvl3pPr algn="l">
              <a:defRPr sz="1875" b="0">
                <a:solidFill>
                  <a:srgbClr val="EAC27A"/>
                </a:solidFill>
                <a:latin typeface="DejaVu Sans"/>
                <a:ea typeface="DejaVu Sans"/>
                <a:cs typeface="DejaVu Sans"/>
              </a:defRPr>
            </a:lvl3pPr>
            <a:lvl4pPr algn="l">
              <a:defRPr sz="1875" b="0">
                <a:solidFill>
                  <a:srgbClr val="EAC27A"/>
                </a:solidFill>
                <a:latin typeface="DejaVu Sans"/>
                <a:ea typeface="DejaVu Sans"/>
                <a:cs typeface="DejaVu Sans"/>
              </a:defRPr>
            </a:lvl4pPr>
            <a:lvl5pPr algn="l">
              <a:defRPr sz="1875" b="0">
                <a:solidFill>
                  <a:srgbClr val="EAC27A"/>
                </a:solidFill>
                <a:latin typeface="DejaVu Sans"/>
                <a:ea typeface="DejaVu Sans"/>
                <a:cs typeface="DejaVu Sans"/>
              </a:defRPr>
            </a:lvl5pPr>
            <a:lvl6pPr algn="l">
              <a:defRPr sz="1875" b="0">
                <a:solidFill>
                  <a:srgbClr val="EAC27A"/>
                </a:solidFill>
                <a:latin typeface="DejaVu Sans"/>
                <a:ea typeface="DejaVu Sans"/>
                <a:cs typeface="DejaVu Sans"/>
              </a:defRPr>
            </a:lvl6pPr>
            <a:lvl7pPr algn="l">
              <a:defRPr sz="1875" b="0">
                <a:solidFill>
                  <a:srgbClr val="EAC27A"/>
                </a:solidFill>
                <a:latin typeface="DejaVu Sans"/>
                <a:ea typeface="DejaVu Sans"/>
                <a:cs typeface="DejaVu Sans"/>
              </a:defRPr>
            </a:lvl7pPr>
            <a:lvl8pPr algn="l">
              <a:defRPr sz="1875" b="0">
                <a:solidFill>
                  <a:srgbClr val="EAC27A"/>
                </a:solidFill>
                <a:latin typeface="DejaVu Sans"/>
                <a:ea typeface="DejaVu Sans"/>
                <a:cs typeface="DejaVu Sans"/>
              </a:defRPr>
            </a:lvl8pPr>
            <a:lvl9pPr algn="l">
              <a:defRPr sz="1875" b="0">
                <a:solidFill>
                  <a:srgbClr val="EAC27A"/>
                </a:solidFill>
                <a:latin typeface="DejaVu Sans"/>
                <a:ea typeface="DejaVu Sans"/>
                <a:cs typeface="DejaVu Sans"/>
              </a:defRPr>
            </a:lvl9pPr>
          </a:lstStyle>
          <a:p xmlns:a="http://schemas.openxmlformats.org/drawingml/2006/main">
            <a:pPr algn="l">
              <a:defRPr sz="1875" b="0">
                <a:solidFill>
                  <a:srgbClr val="EAC27A"/>
                </a:solidFill>
                <a:latin typeface="DejaVu Sans"/>
                <a:ea typeface="DejaVu Sans"/>
                <a:cs typeface="DejaVu Sans"/>
              </a:defRPr>
            </a:pPr>
            <a:r>
              <a:rPr sz="1875" b="0">
                <a:solidFill>
                  <a:srgbClr val="EAC27A"/>
                </a:solidFill>
                <a:latin typeface="DejaVu Sans"/>
                <a:ea typeface="DejaVu Sans"/>
                <a:cs typeface="DejaVu Sans"/>
              </a:rPr>
              <a:t>Planificación, política industrial</a:t>
            </a:r>
          </a:p>
          <a:p xmlns:a="http://schemas.openxmlformats.org/drawingml/2006/main">
            <a:pPr algn="l">
              <a:defRPr sz="1875" b="0">
                <a:solidFill>
                  <a:srgbClr val="EAC27A"/>
                </a:solidFill>
                <a:latin typeface="DejaVu Sans"/>
                <a:ea typeface="DejaVu Sans"/>
                <a:cs typeface="DejaVu Sans"/>
              </a:defRPr>
            </a:pPr>
            <a:r>
              <a:rPr sz="1875" b="0">
                <a:solidFill>
                  <a:srgbClr val="EAC27A"/>
                </a:solidFill>
                <a:latin typeface="DejaVu Sans"/>
                <a:ea typeface="DejaVu Sans"/>
                <a:cs typeface="DejaVu Sans"/>
              </a:rPr>
              <a:t>y orientación del desarrollo</a:t>
            </a:r>
          </a:p>
        </p:txBody>
      </p:sp>
      <p:sp>
        <p:nvSpPr>
          <p:cNvPr id="7" name="date">
            <a:extLst xmlns:a="http://schemas.openxmlformats.org/drawingml/2006/main">
              <a:ext uri="{FF2B5EF4-FFF2-40B4-BE49-F238E27FC236}">
                <a16:creationId xmlns:a16="http://schemas.microsoft.com/office/drawing/2014/main" id="{4E61E97C-AC8C-4E56-8FD8-466F16896A06}"/>
              </a:ext>
            </a:extLst>
          </p:cNvPr>
          <p:cNvSpPr>
            <a:spLocks xmlns:a="http://schemas.openxmlformats.org/drawingml/2006/main" noGrp="1"/>
          </p:cNvSpPr>
          <p:nvPr/>
        </p:nvSpPr>
        <p:spPr>
          <a:xfrm xmlns:a="http://schemas.openxmlformats.org/drawingml/2006/main">
            <a:off x="609600" y="6010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350" b="0">
                <a:solidFill>
                  <a:srgbClr val="B8C7D2"/>
                </a:solidFill>
                <a:latin typeface="DejaVu Sans"/>
                <a:ea typeface="DejaVu Sans"/>
                <a:cs typeface="DejaVu Sans"/>
              </a:defRPr>
            </a:defPPr>
            <a:lvl1pPr algn="l">
              <a:defRPr sz="1350" b="0">
                <a:solidFill>
                  <a:srgbClr val="B8C7D2"/>
                </a:solidFill>
                <a:latin typeface="DejaVu Sans"/>
                <a:ea typeface="DejaVu Sans"/>
                <a:cs typeface="DejaVu Sans"/>
              </a:defRPr>
            </a:lvl1pPr>
            <a:lvl2pPr algn="l">
              <a:defRPr sz="1350" b="0">
                <a:solidFill>
                  <a:srgbClr val="B8C7D2"/>
                </a:solidFill>
                <a:latin typeface="DejaVu Sans"/>
                <a:ea typeface="DejaVu Sans"/>
                <a:cs typeface="DejaVu Sans"/>
              </a:defRPr>
            </a:lvl2pPr>
            <a:lvl3pPr algn="l">
              <a:defRPr sz="1350" b="0">
                <a:solidFill>
                  <a:srgbClr val="B8C7D2"/>
                </a:solidFill>
                <a:latin typeface="DejaVu Sans"/>
                <a:ea typeface="DejaVu Sans"/>
                <a:cs typeface="DejaVu Sans"/>
              </a:defRPr>
            </a:lvl3pPr>
            <a:lvl4pPr algn="l">
              <a:defRPr sz="1350" b="0">
                <a:solidFill>
                  <a:srgbClr val="B8C7D2"/>
                </a:solidFill>
                <a:latin typeface="DejaVu Sans"/>
                <a:ea typeface="DejaVu Sans"/>
                <a:cs typeface="DejaVu Sans"/>
              </a:defRPr>
            </a:lvl4pPr>
            <a:lvl5pPr algn="l">
              <a:defRPr sz="1350" b="0">
                <a:solidFill>
                  <a:srgbClr val="B8C7D2"/>
                </a:solidFill>
                <a:latin typeface="DejaVu Sans"/>
                <a:ea typeface="DejaVu Sans"/>
                <a:cs typeface="DejaVu Sans"/>
              </a:defRPr>
            </a:lvl5pPr>
            <a:lvl6pPr algn="l">
              <a:defRPr sz="1350" b="0">
                <a:solidFill>
                  <a:srgbClr val="B8C7D2"/>
                </a:solidFill>
                <a:latin typeface="DejaVu Sans"/>
                <a:ea typeface="DejaVu Sans"/>
                <a:cs typeface="DejaVu Sans"/>
              </a:defRPr>
            </a:lvl6pPr>
            <a:lvl7pPr algn="l">
              <a:defRPr sz="1350" b="0">
                <a:solidFill>
                  <a:srgbClr val="B8C7D2"/>
                </a:solidFill>
                <a:latin typeface="DejaVu Sans"/>
                <a:ea typeface="DejaVu Sans"/>
                <a:cs typeface="DejaVu Sans"/>
              </a:defRPr>
            </a:lvl7pPr>
            <a:lvl8pPr algn="l">
              <a:defRPr sz="1350" b="0">
                <a:solidFill>
                  <a:srgbClr val="B8C7D2"/>
                </a:solidFill>
                <a:latin typeface="DejaVu Sans"/>
                <a:ea typeface="DejaVu Sans"/>
                <a:cs typeface="DejaVu Sans"/>
              </a:defRPr>
            </a:lvl8pPr>
            <a:lvl9pPr algn="l">
              <a:defRPr sz="1350" b="0">
                <a:solidFill>
                  <a:srgbClr val="B8C7D2"/>
                </a:solidFill>
                <a:latin typeface="DejaVu Sans"/>
                <a:ea typeface="DejaVu Sans"/>
                <a:cs typeface="DejaVu Sans"/>
              </a:defRPr>
            </a:lvl9pPr>
          </a:lstStyle>
          <a:p xmlns:a="http://schemas.openxmlformats.org/drawingml/2006/main">
            <a:pPr algn="l">
              <a:defRPr sz="1350" b="0">
                <a:solidFill>
                  <a:srgbClr val="B8C7D2"/>
                </a:solidFill>
                <a:latin typeface="DejaVu Sans"/>
                <a:ea typeface="DejaVu Sans"/>
                <a:cs typeface="DejaVu Sans"/>
              </a:defRPr>
            </a:pPr>
            <a:r>
              <a:rPr sz="1350" b="0">
                <a:solidFill>
                  <a:srgbClr val="B8C7D2"/>
                </a:solidFill>
                <a:latin typeface="DejaVu Sans"/>
                <a:ea typeface="DejaVu Sans"/>
                <a:cs typeface="DejaVu Sans"/>
              </a:rPr>
              <a:t>20 de octubre de 2026</a:t>
            </a:r>
          </a:p>
        </p:txBody>
      </p:sp>
      <p:sp>
        <p:nvSpPr>
          <p:cNvPr id="8" name="layout-surface">
            <a:extLst xmlns:a="http://schemas.openxmlformats.org/drawingml/2006/main">
              <a:ext uri="{FF2B5EF4-FFF2-40B4-BE49-F238E27FC236}">
                <a16:creationId xmlns:a16="http://schemas.microsoft.com/office/drawing/2014/main" id="{B5448A2A-E4F4-477C-8D82-879B488279AF}"/>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9" name="attribution">
            <a:extLst xmlns:a="http://schemas.openxmlformats.org/drawingml/2006/main">
              <a:ext uri="{FF2B5EF4-FFF2-40B4-BE49-F238E27FC236}">
                <a16:creationId xmlns:a16="http://schemas.microsoft.com/office/drawing/2014/main" id="{6ABE10F6-8315-482F-9443-D0C1145C1CB0}"/>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10" name="sources-link">
            <a:extLst xmlns:a="http://schemas.openxmlformats.org/drawingml/2006/main">
              <a:ext uri="{FF2B5EF4-FFF2-40B4-BE49-F238E27FC236}">
                <a16:creationId xmlns:a16="http://schemas.microsoft.com/office/drawing/2014/main" id="{2A6DE29A-C32F-4358-961B-503995457ED1}"/>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b25659f42b134990"/>
              </a:rPr>
              <a:t>Fuentes y notas ↗</a:t>
            </a:r>
          </a:p>
        </p:txBody>
      </p:sp>
      <p:sp>
        <p:nvSpPr>
          <p:cNvPr id="11" name="page-number">
            <a:extLst xmlns:a="http://schemas.openxmlformats.org/drawingml/2006/main">
              <a:ext uri="{FF2B5EF4-FFF2-40B4-BE49-F238E27FC236}">
                <a16:creationId xmlns:a16="http://schemas.microsoft.com/office/drawing/2014/main" id="{EFCC6ED4-40EE-4F6A-8CD0-355A4C63CAC1}"/>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01 / 10</a:t>
            </a:r>
          </a:p>
        </p:txBody>
      </p:sp>
    </p:spTree>
    <p:extLst>
      <p:ext uri="{BB962C8B-B14F-4D97-AF65-F5344CB8AC3E}">
        <p14:creationId xmlns:p14="http://schemas.microsoft.com/office/powerpoint/2010/main" val="1637142680"/>
      </p:ext>
    </p:extLst>
  </p:cSld>
</p:sld>
</file>

<file path=ppt/slides/slide2.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7FAB388C-32BA-4F1B-8288-4E4B6283B5DD}"/>
              </a:ext>
            </a:extLst>
          </p:cNvPr>
          <p:cNvPicPr>
            <a:picLocks xmlns:a="http://schemas.openxmlformats.org/drawingml/2006/main" noChangeAspect="1"/>
          </p:cNvPicPr>
          <p:nvPr/>
        </p:nvPicPr>
        <p:blipFill>
          <a:blip xmlns:r="http://schemas.openxmlformats.org/officeDocument/2006/relationships" xmlns:a="http://schemas.openxmlformats.org/drawingml/2006/main" r:embed="R5298b0016643432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84C0A71E-C97B-4455-9F49-F7BC55F3229B}"/>
              </a:ext>
            </a:extLst>
          </p:cNvPr>
          <p:cNvSpPr>
            <a:spLocks xmlns:a="http://schemas.openxmlformats.org/drawingml/2006/main" noGrp="1"/>
          </p:cNvSpPr>
          <p:nvPr/>
        </p:nvSpPr>
        <p:spPr>
          <a:xfrm xmlns:a="http://schemas.openxmlformats.org/drawingml/2006/main">
            <a:off x="0" y="1428750"/>
            <a:ext cx="7524750" cy="4048125"/>
          </a:xfrm>
          <a:prstGeom xmlns:a="http://schemas.openxmlformats.org/drawingml/2006/main" prst="rect">
            <a:avLst/>
          </a:prstGeom>
          <a:gradFill xmlns:a="http://schemas.openxmlformats.org/drawingml/2006/main">
            <a:gsLst>
              <a:gs pos="0">
                <a:srgbClr val="061521">
                  <a:alpha val="62000"/>
                </a:srgbClr>
              </a:gs>
              <a:gs pos="74000">
                <a:srgbClr val="061521">
                  <a:alpha val="58000"/>
                </a:srgbClr>
              </a:gs>
              <a:gs pos="100000">
                <a:srgbClr val="061521">
                  <a:alpha val="0"/>
                </a:srgbClr>
              </a:gs>
            </a:gsLst>
            <a:lin ang="0"/>
          </a:gra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4E470177-10DC-4BCE-8536-3919AF3FCF5C}"/>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01 · MARCO CONCEPTUAL</a:t>
            </a:r>
          </a:p>
        </p:txBody>
      </p:sp>
      <p:sp>
        <p:nvSpPr>
          <p:cNvPr id="4" name="slide-title">
            <a:extLst xmlns:a="http://schemas.openxmlformats.org/drawingml/2006/main">
              <a:ext uri="{FF2B5EF4-FFF2-40B4-BE49-F238E27FC236}">
                <a16:creationId xmlns:a16="http://schemas.microsoft.com/office/drawing/2014/main" id="{FE381ABA-B39B-494B-8158-AB8A1052C02D}"/>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¿Qué representa el dragón?</a:t>
            </a:r>
          </a:p>
        </p:txBody>
      </p:sp>
      <p:sp>
        <p:nvSpPr>
          <p:cNvPr id="5" name="concept-number-0">
            <a:extLst xmlns:a="http://schemas.openxmlformats.org/drawingml/2006/main">
              <a:ext uri="{FF2B5EF4-FFF2-40B4-BE49-F238E27FC236}">
                <a16:creationId xmlns:a16="http://schemas.microsoft.com/office/drawing/2014/main" id="{07470277-AC99-465C-867A-77872F485E2D}"/>
              </a:ext>
            </a:extLst>
          </p:cNvPr>
          <p:cNvSpPr>
            <a:spLocks xmlns:a="http://schemas.openxmlformats.org/drawingml/2006/main" noGrp="1"/>
          </p:cNvSpPr>
          <p:nvPr/>
        </p:nvSpPr>
        <p:spPr>
          <a:xfrm xmlns:a="http://schemas.openxmlformats.org/drawingml/2006/main">
            <a:off x="609600" y="17811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C74436"/>
                </a:solidFill>
                <a:latin typeface="DejaVu Sans"/>
                <a:ea typeface="DejaVu Sans"/>
                <a:cs typeface="DejaVu Sans"/>
              </a:defRPr>
            </a:defPPr>
            <a:lvl1pPr algn="l">
              <a:defRPr sz="1800" b="0">
                <a:solidFill>
                  <a:srgbClr val="C74436"/>
                </a:solidFill>
                <a:latin typeface="DejaVu Sans"/>
                <a:ea typeface="DejaVu Sans"/>
                <a:cs typeface="DejaVu Sans"/>
              </a:defRPr>
            </a:lvl1pPr>
            <a:lvl2pPr algn="l">
              <a:defRPr sz="1800" b="0">
                <a:solidFill>
                  <a:srgbClr val="C74436"/>
                </a:solidFill>
                <a:latin typeface="DejaVu Sans"/>
                <a:ea typeface="DejaVu Sans"/>
                <a:cs typeface="DejaVu Sans"/>
              </a:defRPr>
            </a:lvl2pPr>
            <a:lvl3pPr algn="l">
              <a:defRPr sz="1800" b="0">
                <a:solidFill>
                  <a:srgbClr val="C74436"/>
                </a:solidFill>
                <a:latin typeface="DejaVu Sans"/>
                <a:ea typeface="DejaVu Sans"/>
                <a:cs typeface="DejaVu Sans"/>
              </a:defRPr>
            </a:lvl3pPr>
            <a:lvl4pPr algn="l">
              <a:defRPr sz="1800" b="0">
                <a:solidFill>
                  <a:srgbClr val="C74436"/>
                </a:solidFill>
                <a:latin typeface="DejaVu Sans"/>
                <a:ea typeface="DejaVu Sans"/>
                <a:cs typeface="DejaVu Sans"/>
              </a:defRPr>
            </a:lvl4pPr>
            <a:lvl5pPr algn="l">
              <a:defRPr sz="1800" b="0">
                <a:solidFill>
                  <a:srgbClr val="C74436"/>
                </a:solidFill>
                <a:latin typeface="DejaVu Sans"/>
                <a:ea typeface="DejaVu Sans"/>
                <a:cs typeface="DejaVu Sans"/>
              </a:defRPr>
            </a:lvl5pPr>
            <a:lvl6pPr algn="l">
              <a:defRPr sz="1800" b="0">
                <a:solidFill>
                  <a:srgbClr val="C74436"/>
                </a:solidFill>
                <a:latin typeface="DejaVu Sans"/>
                <a:ea typeface="DejaVu Sans"/>
                <a:cs typeface="DejaVu Sans"/>
              </a:defRPr>
            </a:lvl6pPr>
            <a:lvl7pPr algn="l">
              <a:defRPr sz="1800" b="0">
                <a:solidFill>
                  <a:srgbClr val="C74436"/>
                </a:solidFill>
                <a:latin typeface="DejaVu Sans"/>
                <a:ea typeface="DejaVu Sans"/>
                <a:cs typeface="DejaVu Sans"/>
              </a:defRPr>
            </a:lvl7pPr>
            <a:lvl8pPr algn="l">
              <a:defRPr sz="1800" b="0">
                <a:solidFill>
                  <a:srgbClr val="C74436"/>
                </a:solidFill>
                <a:latin typeface="DejaVu Sans"/>
                <a:ea typeface="DejaVu Sans"/>
                <a:cs typeface="DejaVu Sans"/>
              </a:defRPr>
            </a:lvl8pPr>
            <a:lvl9pPr algn="l">
              <a:defRPr sz="1800" b="0">
                <a:solidFill>
                  <a:srgbClr val="C74436"/>
                </a:solidFill>
                <a:latin typeface="DejaVu Sans"/>
                <a:ea typeface="DejaVu Sans"/>
                <a:cs typeface="DejaVu Sans"/>
              </a:defRPr>
            </a:lvl9pPr>
          </a:lstStyle>
          <a:p xmlns:a="http://schemas.openxmlformats.org/drawingml/2006/main">
            <a:pPr algn="l">
              <a:defRPr sz="1800" b="0">
                <a:solidFill>
                  <a:srgbClr val="C74436"/>
                </a:solidFill>
                <a:latin typeface="DejaVu Sans"/>
                <a:ea typeface="DejaVu Sans"/>
                <a:cs typeface="DejaVu Sans"/>
              </a:defRPr>
            </a:pPr>
            <a:r>
              <a:rPr sz="1800" b="0">
                <a:solidFill>
                  <a:srgbClr val="C74436"/>
                </a:solidFill>
                <a:latin typeface="DejaVu Sans"/>
                <a:ea typeface="DejaVu Sans"/>
                <a:cs typeface="DejaVu Sans"/>
              </a:rPr>
              <a:t>01</a:t>
            </a:r>
          </a:p>
        </p:txBody>
      </p:sp>
      <p:sp>
        <p:nvSpPr>
          <p:cNvPr id="6" name="concept-0">
            <a:extLst xmlns:a="http://schemas.openxmlformats.org/drawingml/2006/main">
              <a:ext uri="{FF2B5EF4-FFF2-40B4-BE49-F238E27FC236}">
                <a16:creationId xmlns:a16="http://schemas.microsoft.com/office/drawing/2014/main" id="{EFEF8052-E9F6-45F8-908B-22C30B3C176D}"/>
              </a:ext>
            </a:extLst>
          </p:cNvPr>
          <p:cNvSpPr>
            <a:spLocks xmlns:a="http://schemas.openxmlformats.org/drawingml/2006/main" noGrp="1"/>
          </p:cNvSpPr>
          <p:nvPr/>
        </p:nvSpPr>
        <p:spPr>
          <a:xfrm xmlns:a="http://schemas.openxmlformats.org/drawingml/2006/main">
            <a:off x="1238250" y="1752600"/>
            <a:ext cx="588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0">
                <a:solidFill>
                  <a:srgbClr val="F5F1E8"/>
                </a:solidFill>
                <a:latin typeface="DejaVu Sans"/>
                <a:ea typeface="DejaVu Sans"/>
                <a:cs typeface="DejaVu Sans"/>
              </a:defRPr>
            </a:defPPr>
            <a:lvl1pPr algn="l">
              <a:defRPr sz="2100" b="0">
                <a:solidFill>
                  <a:srgbClr val="F5F1E8"/>
                </a:solidFill>
                <a:latin typeface="DejaVu Sans"/>
                <a:ea typeface="DejaVu Sans"/>
                <a:cs typeface="DejaVu Sans"/>
              </a:defRPr>
            </a:lvl1pPr>
            <a:lvl2pPr algn="l">
              <a:defRPr sz="2100" b="0">
                <a:solidFill>
                  <a:srgbClr val="F5F1E8"/>
                </a:solidFill>
                <a:latin typeface="DejaVu Sans"/>
                <a:ea typeface="DejaVu Sans"/>
                <a:cs typeface="DejaVu Sans"/>
              </a:defRPr>
            </a:lvl2pPr>
            <a:lvl3pPr algn="l">
              <a:defRPr sz="2100" b="0">
                <a:solidFill>
                  <a:srgbClr val="F5F1E8"/>
                </a:solidFill>
                <a:latin typeface="DejaVu Sans"/>
                <a:ea typeface="DejaVu Sans"/>
                <a:cs typeface="DejaVu Sans"/>
              </a:defRPr>
            </a:lvl3pPr>
            <a:lvl4pPr algn="l">
              <a:defRPr sz="2100" b="0">
                <a:solidFill>
                  <a:srgbClr val="F5F1E8"/>
                </a:solidFill>
                <a:latin typeface="DejaVu Sans"/>
                <a:ea typeface="DejaVu Sans"/>
                <a:cs typeface="DejaVu Sans"/>
              </a:defRPr>
            </a:lvl4pPr>
            <a:lvl5pPr algn="l">
              <a:defRPr sz="2100" b="0">
                <a:solidFill>
                  <a:srgbClr val="F5F1E8"/>
                </a:solidFill>
                <a:latin typeface="DejaVu Sans"/>
                <a:ea typeface="DejaVu Sans"/>
                <a:cs typeface="DejaVu Sans"/>
              </a:defRPr>
            </a:lvl5pPr>
            <a:lvl6pPr algn="l">
              <a:defRPr sz="2100" b="0">
                <a:solidFill>
                  <a:srgbClr val="F5F1E8"/>
                </a:solidFill>
                <a:latin typeface="DejaVu Sans"/>
                <a:ea typeface="DejaVu Sans"/>
                <a:cs typeface="DejaVu Sans"/>
              </a:defRPr>
            </a:lvl6pPr>
            <a:lvl7pPr algn="l">
              <a:defRPr sz="2100" b="0">
                <a:solidFill>
                  <a:srgbClr val="F5F1E8"/>
                </a:solidFill>
                <a:latin typeface="DejaVu Sans"/>
                <a:ea typeface="DejaVu Sans"/>
                <a:cs typeface="DejaVu Sans"/>
              </a:defRPr>
            </a:lvl7pPr>
            <a:lvl8pPr algn="l">
              <a:defRPr sz="2100" b="0">
                <a:solidFill>
                  <a:srgbClr val="F5F1E8"/>
                </a:solidFill>
                <a:latin typeface="DejaVu Sans"/>
                <a:ea typeface="DejaVu Sans"/>
                <a:cs typeface="DejaVu Sans"/>
              </a:defRPr>
            </a:lvl8pPr>
            <a:lvl9pPr algn="l">
              <a:defRPr sz="2100" b="0">
                <a:solidFill>
                  <a:srgbClr val="F5F1E8"/>
                </a:solidFill>
                <a:latin typeface="DejaVu Sans"/>
                <a:ea typeface="DejaVu Sans"/>
                <a:cs typeface="DejaVu Sans"/>
              </a:defRPr>
            </a:lvl9pPr>
          </a:lstStyle>
          <a:p xmlns:a="http://schemas.openxmlformats.org/drawingml/2006/main">
            <a:pPr algn="l">
              <a:defRPr sz="2100" b="0">
                <a:solidFill>
                  <a:srgbClr val="F5F1E8"/>
                </a:solidFill>
                <a:latin typeface="DejaVu Sans"/>
                <a:ea typeface="DejaVu Sans"/>
                <a:cs typeface="DejaVu Sans"/>
              </a:defRPr>
            </a:pPr>
            <a:r>
              <a:rPr sz="2100" b="0">
                <a:solidFill>
                  <a:srgbClr val="F5F1E8"/>
                </a:solidFill>
                <a:latin typeface="DejaVu Sans"/>
                <a:ea typeface="DejaVu Sans"/>
                <a:cs typeface="DejaVu Sans"/>
              </a:rPr>
              <a:t>Estado como actor estratégico</a:t>
            </a:r>
          </a:p>
        </p:txBody>
      </p:sp>
      <p:sp>
        <p:nvSpPr>
          <p:cNvPr id="7" name="concept-number-1">
            <a:extLst xmlns:a="http://schemas.openxmlformats.org/drawingml/2006/main">
              <a:ext uri="{FF2B5EF4-FFF2-40B4-BE49-F238E27FC236}">
                <a16:creationId xmlns:a16="http://schemas.microsoft.com/office/drawing/2014/main" id="{FDB3EC2F-BC1C-4477-8B91-D2EC3080AD3B}"/>
              </a:ext>
            </a:extLst>
          </p:cNvPr>
          <p:cNvSpPr>
            <a:spLocks xmlns:a="http://schemas.openxmlformats.org/drawingml/2006/main" noGrp="1"/>
          </p:cNvSpPr>
          <p:nvPr/>
        </p:nvSpPr>
        <p:spPr>
          <a:xfrm xmlns:a="http://schemas.openxmlformats.org/drawingml/2006/main">
            <a:off x="609600" y="24479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C74436"/>
                </a:solidFill>
                <a:latin typeface="DejaVu Sans"/>
                <a:ea typeface="DejaVu Sans"/>
                <a:cs typeface="DejaVu Sans"/>
              </a:defRPr>
            </a:defPPr>
            <a:lvl1pPr algn="l">
              <a:defRPr sz="1800" b="0">
                <a:solidFill>
                  <a:srgbClr val="C74436"/>
                </a:solidFill>
                <a:latin typeface="DejaVu Sans"/>
                <a:ea typeface="DejaVu Sans"/>
                <a:cs typeface="DejaVu Sans"/>
              </a:defRPr>
            </a:lvl1pPr>
            <a:lvl2pPr algn="l">
              <a:defRPr sz="1800" b="0">
                <a:solidFill>
                  <a:srgbClr val="C74436"/>
                </a:solidFill>
                <a:latin typeface="DejaVu Sans"/>
                <a:ea typeface="DejaVu Sans"/>
                <a:cs typeface="DejaVu Sans"/>
              </a:defRPr>
            </a:lvl2pPr>
            <a:lvl3pPr algn="l">
              <a:defRPr sz="1800" b="0">
                <a:solidFill>
                  <a:srgbClr val="C74436"/>
                </a:solidFill>
                <a:latin typeface="DejaVu Sans"/>
                <a:ea typeface="DejaVu Sans"/>
                <a:cs typeface="DejaVu Sans"/>
              </a:defRPr>
            </a:lvl3pPr>
            <a:lvl4pPr algn="l">
              <a:defRPr sz="1800" b="0">
                <a:solidFill>
                  <a:srgbClr val="C74436"/>
                </a:solidFill>
                <a:latin typeface="DejaVu Sans"/>
                <a:ea typeface="DejaVu Sans"/>
                <a:cs typeface="DejaVu Sans"/>
              </a:defRPr>
            </a:lvl4pPr>
            <a:lvl5pPr algn="l">
              <a:defRPr sz="1800" b="0">
                <a:solidFill>
                  <a:srgbClr val="C74436"/>
                </a:solidFill>
                <a:latin typeface="DejaVu Sans"/>
                <a:ea typeface="DejaVu Sans"/>
                <a:cs typeface="DejaVu Sans"/>
              </a:defRPr>
            </a:lvl5pPr>
            <a:lvl6pPr algn="l">
              <a:defRPr sz="1800" b="0">
                <a:solidFill>
                  <a:srgbClr val="C74436"/>
                </a:solidFill>
                <a:latin typeface="DejaVu Sans"/>
                <a:ea typeface="DejaVu Sans"/>
                <a:cs typeface="DejaVu Sans"/>
              </a:defRPr>
            </a:lvl6pPr>
            <a:lvl7pPr algn="l">
              <a:defRPr sz="1800" b="0">
                <a:solidFill>
                  <a:srgbClr val="C74436"/>
                </a:solidFill>
                <a:latin typeface="DejaVu Sans"/>
                <a:ea typeface="DejaVu Sans"/>
                <a:cs typeface="DejaVu Sans"/>
              </a:defRPr>
            </a:lvl7pPr>
            <a:lvl8pPr algn="l">
              <a:defRPr sz="1800" b="0">
                <a:solidFill>
                  <a:srgbClr val="C74436"/>
                </a:solidFill>
                <a:latin typeface="DejaVu Sans"/>
                <a:ea typeface="DejaVu Sans"/>
                <a:cs typeface="DejaVu Sans"/>
              </a:defRPr>
            </a:lvl8pPr>
            <a:lvl9pPr algn="l">
              <a:defRPr sz="1800" b="0">
                <a:solidFill>
                  <a:srgbClr val="C74436"/>
                </a:solidFill>
                <a:latin typeface="DejaVu Sans"/>
                <a:ea typeface="DejaVu Sans"/>
                <a:cs typeface="DejaVu Sans"/>
              </a:defRPr>
            </a:lvl9pPr>
          </a:lstStyle>
          <a:p xmlns:a="http://schemas.openxmlformats.org/drawingml/2006/main">
            <a:pPr algn="l">
              <a:defRPr sz="1800" b="0">
                <a:solidFill>
                  <a:srgbClr val="C74436"/>
                </a:solidFill>
                <a:latin typeface="DejaVu Sans"/>
                <a:ea typeface="DejaVu Sans"/>
                <a:cs typeface="DejaVu Sans"/>
              </a:defRPr>
            </a:pPr>
            <a:r>
              <a:rPr sz="1800" b="0">
                <a:solidFill>
                  <a:srgbClr val="C74436"/>
                </a:solidFill>
                <a:latin typeface="DejaVu Sans"/>
                <a:ea typeface="DejaVu Sans"/>
                <a:cs typeface="DejaVu Sans"/>
              </a:rPr>
              <a:t>02</a:t>
            </a:r>
          </a:p>
        </p:txBody>
      </p:sp>
      <p:sp>
        <p:nvSpPr>
          <p:cNvPr id="8" name="concept-1">
            <a:extLst xmlns:a="http://schemas.openxmlformats.org/drawingml/2006/main">
              <a:ext uri="{FF2B5EF4-FFF2-40B4-BE49-F238E27FC236}">
                <a16:creationId xmlns:a16="http://schemas.microsoft.com/office/drawing/2014/main" id="{BB0EE430-CE8A-4D5D-BBA7-582F6924227F}"/>
              </a:ext>
            </a:extLst>
          </p:cNvPr>
          <p:cNvSpPr>
            <a:spLocks xmlns:a="http://schemas.openxmlformats.org/drawingml/2006/main" noGrp="1"/>
          </p:cNvSpPr>
          <p:nvPr/>
        </p:nvSpPr>
        <p:spPr>
          <a:xfrm xmlns:a="http://schemas.openxmlformats.org/drawingml/2006/main">
            <a:off x="1238250" y="2419350"/>
            <a:ext cx="588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0">
                <a:solidFill>
                  <a:srgbClr val="F5F1E8"/>
                </a:solidFill>
                <a:latin typeface="DejaVu Sans"/>
                <a:ea typeface="DejaVu Sans"/>
                <a:cs typeface="DejaVu Sans"/>
              </a:defRPr>
            </a:defPPr>
            <a:lvl1pPr algn="l">
              <a:defRPr sz="2100" b="0">
                <a:solidFill>
                  <a:srgbClr val="F5F1E8"/>
                </a:solidFill>
                <a:latin typeface="DejaVu Sans"/>
                <a:ea typeface="DejaVu Sans"/>
                <a:cs typeface="DejaVu Sans"/>
              </a:defRPr>
            </a:lvl1pPr>
            <a:lvl2pPr algn="l">
              <a:defRPr sz="2100" b="0">
                <a:solidFill>
                  <a:srgbClr val="F5F1E8"/>
                </a:solidFill>
                <a:latin typeface="DejaVu Sans"/>
                <a:ea typeface="DejaVu Sans"/>
                <a:cs typeface="DejaVu Sans"/>
              </a:defRPr>
            </a:lvl2pPr>
            <a:lvl3pPr algn="l">
              <a:defRPr sz="2100" b="0">
                <a:solidFill>
                  <a:srgbClr val="F5F1E8"/>
                </a:solidFill>
                <a:latin typeface="DejaVu Sans"/>
                <a:ea typeface="DejaVu Sans"/>
                <a:cs typeface="DejaVu Sans"/>
              </a:defRPr>
            </a:lvl3pPr>
            <a:lvl4pPr algn="l">
              <a:defRPr sz="2100" b="0">
                <a:solidFill>
                  <a:srgbClr val="F5F1E8"/>
                </a:solidFill>
                <a:latin typeface="DejaVu Sans"/>
                <a:ea typeface="DejaVu Sans"/>
                <a:cs typeface="DejaVu Sans"/>
              </a:defRPr>
            </a:lvl4pPr>
            <a:lvl5pPr algn="l">
              <a:defRPr sz="2100" b="0">
                <a:solidFill>
                  <a:srgbClr val="F5F1E8"/>
                </a:solidFill>
                <a:latin typeface="DejaVu Sans"/>
                <a:ea typeface="DejaVu Sans"/>
                <a:cs typeface="DejaVu Sans"/>
              </a:defRPr>
            </a:lvl5pPr>
            <a:lvl6pPr algn="l">
              <a:defRPr sz="2100" b="0">
                <a:solidFill>
                  <a:srgbClr val="F5F1E8"/>
                </a:solidFill>
                <a:latin typeface="DejaVu Sans"/>
                <a:ea typeface="DejaVu Sans"/>
                <a:cs typeface="DejaVu Sans"/>
              </a:defRPr>
            </a:lvl6pPr>
            <a:lvl7pPr algn="l">
              <a:defRPr sz="2100" b="0">
                <a:solidFill>
                  <a:srgbClr val="F5F1E8"/>
                </a:solidFill>
                <a:latin typeface="DejaVu Sans"/>
                <a:ea typeface="DejaVu Sans"/>
                <a:cs typeface="DejaVu Sans"/>
              </a:defRPr>
            </a:lvl7pPr>
            <a:lvl8pPr algn="l">
              <a:defRPr sz="2100" b="0">
                <a:solidFill>
                  <a:srgbClr val="F5F1E8"/>
                </a:solidFill>
                <a:latin typeface="DejaVu Sans"/>
                <a:ea typeface="DejaVu Sans"/>
                <a:cs typeface="DejaVu Sans"/>
              </a:defRPr>
            </a:lvl8pPr>
            <a:lvl9pPr algn="l">
              <a:defRPr sz="2100" b="0">
                <a:solidFill>
                  <a:srgbClr val="F5F1E8"/>
                </a:solidFill>
                <a:latin typeface="DejaVu Sans"/>
                <a:ea typeface="DejaVu Sans"/>
                <a:cs typeface="DejaVu Sans"/>
              </a:defRPr>
            </a:lvl9pPr>
          </a:lstStyle>
          <a:p xmlns:a="http://schemas.openxmlformats.org/drawingml/2006/main">
            <a:pPr algn="l">
              <a:defRPr sz="2100" b="0">
                <a:solidFill>
                  <a:srgbClr val="F5F1E8"/>
                </a:solidFill>
                <a:latin typeface="DejaVu Sans"/>
                <a:ea typeface="DejaVu Sans"/>
                <a:cs typeface="DejaVu Sans"/>
              </a:defRPr>
            </a:pPr>
            <a:r>
              <a:rPr sz="2100" b="0">
                <a:solidFill>
                  <a:srgbClr val="F5F1E8"/>
                </a:solidFill>
                <a:latin typeface="DejaVu Sans"/>
                <a:ea typeface="DejaVu Sans"/>
                <a:cs typeface="DejaVu Sans"/>
              </a:rPr>
              <a:t>Planificación de largo plazo</a:t>
            </a:r>
          </a:p>
        </p:txBody>
      </p:sp>
      <p:sp>
        <p:nvSpPr>
          <p:cNvPr id="9" name="concept-number-2">
            <a:extLst xmlns:a="http://schemas.openxmlformats.org/drawingml/2006/main">
              <a:ext uri="{FF2B5EF4-FFF2-40B4-BE49-F238E27FC236}">
                <a16:creationId xmlns:a16="http://schemas.microsoft.com/office/drawing/2014/main" id="{4B992266-F2C0-4DC2-8F83-4A721A276A5F}"/>
              </a:ext>
            </a:extLst>
          </p:cNvPr>
          <p:cNvSpPr>
            <a:spLocks xmlns:a="http://schemas.openxmlformats.org/drawingml/2006/main" noGrp="1"/>
          </p:cNvSpPr>
          <p:nvPr/>
        </p:nvSpPr>
        <p:spPr>
          <a:xfrm xmlns:a="http://schemas.openxmlformats.org/drawingml/2006/main">
            <a:off x="609600" y="31146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C74436"/>
                </a:solidFill>
                <a:latin typeface="DejaVu Sans"/>
                <a:ea typeface="DejaVu Sans"/>
                <a:cs typeface="DejaVu Sans"/>
              </a:defRPr>
            </a:defPPr>
            <a:lvl1pPr algn="l">
              <a:defRPr sz="1800" b="0">
                <a:solidFill>
                  <a:srgbClr val="C74436"/>
                </a:solidFill>
                <a:latin typeface="DejaVu Sans"/>
                <a:ea typeface="DejaVu Sans"/>
                <a:cs typeface="DejaVu Sans"/>
              </a:defRPr>
            </a:lvl1pPr>
            <a:lvl2pPr algn="l">
              <a:defRPr sz="1800" b="0">
                <a:solidFill>
                  <a:srgbClr val="C74436"/>
                </a:solidFill>
                <a:latin typeface="DejaVu Sans"/>
                <a:ea typeface="DejaVu Sans"/>
                <a:cs typeface="DejaVu Sans"/>
              </a:defRPr>
            </a:lvl2pPr>
            <a:lvl3pPr algn="l">
              <a:defRPr sz="1800" b="0">
                <a:solidFill>
                  <a:srgbClr val="C74436"/>
                </a:solidFill>
                <a:latin typeface="DejaVu Sans"/>
                <a:ea typeface="DejaVu Sans"/>
                <a:cs typeface="DejaVu Sans"/>
              </a:defRPr>
            </a:lvl3pPr>
            <a:lvl4pPr algn="l">
              <a:defRPr sz="1800" b="0">
                <a:solidFill>
                  <a:srgbClr val="C74436"/>
                </a:solidFill>
                <a:latin typeface="DejaVu Sans"/>
                <a:ea typeface="DejaVu Sans"/>
                <a:cs typeface="DejaVu Sans"/>
              </a:defRPr>
            </a:lvl4pPr>
            <a:lvl5pPr algn="l">
              <a:defRPr sz="1800" b="0">
                <a:solidFill>
                  <a:srgbClr val="C74436"/>
                </a:solidFill>
                <a:latin typeface="DejaVu Sans"/>
                <a:ea typeface="DejaVu Sans"/>
                <a:cs typeface="DejaVu Sans"/>
              </a:defRPr>
            </a:lvl5pPr>
            <a:lvl6pPr algn="l">
              <a:defRPr sz="1800" b="0">
                <a:solidFill>
                  <a:srgbClr val="C74436"/>
                </a:solidFill>
                <a:latin typeface="DejaVu Sans"/>
                <a:ea typeface="DejaVu Sans"/>
                <a:cs typeface="DejaVu Sans"/>
              </a:defRPr>
            </a:lvl6pPr>
            <a:lvl7pPr algn="l">
              <a:defRPr sz="1800" b="0">
                <a:solidFill>
                  <a:srgbClr val="C74436"/>
                </a:solidFill>
                <a:latin typeface="DejaVu Sans"/>
                <a:ea typeface="DejaVu Sans"/>
                <a:cs typeface="DejaVu Sans"/>
              </a:defRPr>
            </a:lvl7pPr>
            <a:lvl8pPr algn="l">
              <a:defRPr sz="1800" b="0">
                <a:solidFill>
                  <a:srgbClr val="C74436"/>
                </a:solidFill>
                <a:latin typeface="DejaVu Sans"/>
                <a:ea typeface="DejaVu Sans"/>
                <a:cs typeface="DejaVu Sans"/>
              </a:defRPr>
            </a:lvl8pPr>
            <a:lvl9pPr algn="l">
              <a:defRPr sz="1800" b="0">
                <a:solidFill>
                  <a:srgbClr val="C74436"/>
                </a:solidFill>
                <a:latin typeface="DejaVu Sans"/>
                <a:ea typeface="DejaVu Sans"/>
                <a:cs typeface="DejaVu Sans"/>
              </a:defRPr>
            </a:lvl9pPr>
          </a:lstStyle>
          <a:p xmlns:a="http://schemas.openxmlformats.org/drawingml/2006/main">
            <a:pPr algn="l">
              <a:defRPr sz="1800" b="0">
                <a:solidFill>
                  <a:srgbClr val="C74436"/>
                </a:solidFill>
                <a:latin typeface="DejaVu Sans"/>
                <a:ea typeface="DejaVu Sans"/>
                <a:cs typeface="DejaVu Sans"/>
              </a:defRPr>
            </a:pPr>
            <a:r>
              <a:rPr sz="1800" b="0">
                <a:solidFill>
                  <a:srgbClr val="C74436"/>
                </a:solidFill>
                <a:latin typeface="DejaVu Sans"/>
                <a:ea typeface="DejaVu Sans"/>
                <a:cs typeface="DejaVu Sans"/>
              </a:rPr>
              <a:t>03</a:t>
            </a:r>
          </a:p>
        </p:txBody>
      </p:sp>
      <p:sp>
        <p:nvSpPr>
          <p:cNvPr id="10" name="concept-2">
            <a:extLst xmlns:a="http://schemas.openxmlformats.org/drawingml/2006/main">
              <a:ext uri="{FF2B5EF4-FFF2-40B4-BE49-F238E27FC236}">
                <a16:creationId xmlns:a16="http://schemas.microsoft.com/office/drawing/2014/main" id="{8FB77159-69E0-4ECB-9DFB-39CC200D6710}"/>
              </a:ext>
            </a:extLst>
          </p:cNvPr>
          <p:cNvSpPr>
            <a:spLocks xmlns:a="http://schemas.openxmlformats.org/drawingml/2006/main" noGrp="1"/>
          </p:cNvSpPr>
          <p:nvPr/>
        </p:nvSpPr>
        <p:spPr>
          <a:xfrm xmlns:a="http://schemas.openxmlformats.org/drawingml/2006/main">
            <a:off x="1238250" y="3086100"/>
            <a:ext cx="588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0">
                <a:solidFill>
                  <a:srgbClr val="F5F1E8"/>
                </a:solidFill>
                <a:latin typeface="DejaVu Sans"/>
                <a:ea typeface="DejaVu Sans"/>
                <a:cs typeface="DejaVu Sans"/>
              </a:defRPr>
            </a:defPPr>
            <a:lvl1pPr algn="l">
              <a:defRPr sz="2100" b="0">
                <a:solidFill>
                  <a:srgbClr val="F5F1E8"/>
                </a:solidFill>
                <a:latin typeface="DejaVu Sans"/>
                <a:ea typeface="DejaVu Sans"/>
                <a:cs typeface="DejaVu Sans"/>
              </a:defRPr>
            </a:lvl1pPr>
            <a:lvl2pPr algn="l">
              <a:defRPr sz="2100" b="0">
                <a:solidFill>
                  <a:srgbClr val="F5F1E8"/>
                </a:solidFill>
                <a:latin typeface="DejaVu Sans"/>
                <a:ea typeface="DejaVu Sans"/>
                <a:cs typeface="DejaVu Sans"/>
              </a:defRPr>
            </a:lvl2pPr>
            <a:lvl3pPr algn="l">
              <a:defRPr sz="2100" b="0">
                <a:solidFill>
                  <a:srgbClr val="F5F1E8"/>
                </a:solidFill>
                <a:latin typeface="DejaVu Sans"/>
                <a:ea typeface="DejaVu Sans"/>
                <a:cs typeface="DejaVu Sans"/>
              </a:defRPr>
            </a:lvl3pPr>
            <a:lvl4pPr algn="l">
              <a:defRPr sz="2100" b="0">
                <a:solidFill>
                  <a:srgbClr val="F5F1E8"/>
                </a:solidFill>
                <a:latin typeface="DejaVu Sans"/>
                <a:ea typeface="DejaVu Sans"/>
                <a:cs typeface="DejaVu Sans"/>
              </a:defRPr>
            </a:lvl4pPr>
            <a:lvl5pPr algn="l">
              <a:defRPr sz="2100" b="0">
                <a:solidFill>
                  <a:srgbClr val="F5F1E8"/>
                </a:solidFill>
                <a:latin typeface="DejaVu Sans"/>
                <a:ea typeface="DejaVu Sans"/>
                <a:cs typeface="DejaVu Sans"/>
              </a:defRPr>
            </a:lvl5pPr>
            <a:lvl6pPr algn="l">
              <a:defRPr sz="2100" b="0">
                <a:solidFill>
                  <a:srgbClr val="F5F1E8"/>
                </a:solidFill>
                <a:latin typeface="DejaVu Sans"/>
                <a:ea typeface="DejaVu Sans"/>
                <a:cs typeface="DejaVu Sans"/>
              </a:defRPr>
            </a:lvl6pPr>
            <a:lvl7pPr algn="l">
              <a:defRPr sz="2100" b="0">
                <a:solidFill>
                  <a:srgbClr val="F5F1E8"/>
                </a:solidFill>
                <a:latin typeface="DejaVu Sans"/>
                <a:ea typeface="DejaVu Sans"/>
                <a:cs typeface="DejaVu Sans"/>
              </a:defRPr>
            </a:lvl7pPr>
            <a:lvl8pPr algn="l">
              <a:defRPr sz="2100" b="0">
                <a:solidFill>
                  <a:srgbClr val="F5F1E8"/>
                </a:solidFill>
                <a:latin typeface="DejaVu Sans"/>
                <a:ea typeface="DejaVu Sans"/>
                <a:cs typeface="DejaVu Sans"/>
              </a:defRPr>
            </a:lvl8pPr>
            <a:lvl9pPr algn="l">
              <a:defRPr sz="2100" b="0">
                <a:solidFill>
                  <a:srgbClr val="F5F1E8"/>
                </a:solidFill>
                <a:latin typeface="DejaVu Sans"/>
                <a:ea typeface="DejaVu Sans"/>
                <a:cs typeface="DejaVu Sans"/>
              </a:defRPr>
            </a:lvl9pPr>
          </a:lstStyle>
          <a:p xmlns:a="http://schemas.openxmlformats.org/drawingml/2006/main">
            <a:pPr algn="l">
              <a:defRPr sz="2100" b="0">
                <a:solidFill>
                  <a:srgbClr val="F5F1E8"/>
                </a:solidFill>
                <a:latin typeface="DejaVu Sans"/>
                <a:ea typeface="DejaVu Sans"/>
                <a:cs typeface="DejaVu Sans"/>
              </a:defRPr>
            </a:pPr>
            <a:r>
              <a:rPr sz="2100" b="0">
                <a:solidFill>
                  <a:srgbClr val="F5F1E8"/>
                </a:solidFill>
                <a:latin typeface="DejaVu Sans"/>
                <a:ea typeface="DejaVu Sans"/>
                <a:cs typeface="DejaVu Sans"/>
              </a:rPr>
              <a:t>Política industrial y tecnológica</a:t>
            </a:r>
          </a:p>
        </p:txBody>
      </p:sp>
      <p:sp>
        <p:nvSpPr>
          <p:cNvPr id="11" name="concept-number-3">
            <a:extLst xmlns:a="http://schemas.openxmlformats.org/drawingml/2006/main">
              <a:ext uri="{FF2B5EF4-FFF2-40B4-BE49-F238E27FC236}">
                <a16:creationId xmlns:a16="http://schemas.microsoft.com/office/drawing/2014/main" id="{1A4A4888-2CAA-4F77-B618-B9F82096BA3B}"/>
              </a:ext>
            </a:extLst>
          </p:cNvPr>
          <p:cNvSpPr>
            <a:spLocks xmlns:a="http://schemas.openxmlformats.org/drawingml/2006/main" noGrp="1"/>
          </p:cNvSpPr>
          <p:nvPr/>
        </p:nvSpPr>
        <p:spPr>
          <a:xfrm xmlns:a="http://schemas.openxmlformats.org/drawingml/2006/main">
            <a:off x="609600" y="37814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C74436"/>
                </a:solidFill>
                <a:latin typeface="DejaVu Sans"/>
                <a:ea typeface="DejaVu Sans"/>
                <a:cs typeface="DejaVu Sans"/>
              </a:defRPr>
            </a:defPPr>
            <a:lvl1pPr algn="l">
              <a:defRPr sz="1800" b="0">
                <a:solidFill>
                  <a:srgbClr val="C74436"/>
                </a:solidFill>
                <a:latin typeface="DejaVu Sans"/>
                <a:ea typeface="DejaVu Sans"/>
                <a:cs typeface="DejaVu Sans"/>
              </a:defRPr>
            </a:lvl1pPr>
            <a:lvl2pPr algn="l">
              <a:defRPr sz="1800" b="0">
                <a:solidFill>
                  <a:srgbClr val="C74436"/>
                </a:solidFill>
                <a:latin typeface="DejaVu Sans"/>
                <a:ea typeface="DejaVu Sans"/>
                <a:cs typeface="DejaVu Sans"/>
              </a:defRPr>
            </a:lvl2pPr>
            <a:lvl3pPr algn="l">
              <a:defRPr sz="1800" b="0">
                <a:solidFill>
                  <a:srgbClr val="C74436"/>
                </a:solidFill>
                <a:latin typeface="DejaVu Sans"/>
                <a:ea typeface="DejaVu Sans"/>
                <a:cs typeface="DejaVu Sans"/>
              </a:defRPr>
            </a:lvl3pPr>
            <a:lvl4pPr algn="l">
              <a:defRPr sz="1800" b="0">
                <a:solidFill>
                  <a:srgbClr val="C74436"/>
                </a:solidFill>
                <a:latin typeface="DejaVu Sans"/>
                <a:ea typeface="DejaVu Sans"/>
                <a:cs typeface="DejaVu Sans"/>
              </a:defRPr>
            </a:lvl4pPr>
            <a:lvl5pPr algn="l">
              <a:defRPr sz="1800" b="0">
                <a:solidFill>
                  <a:srgbClr val="C74436"/>
                </a:solidFill>
                <a:latin typeface="DejaVu Sans"/>
                <a:ea typeface="DejaVu Sans"/>
                <a:cs typeface="DejaVu Sans"/>
              </a:defRPr>
            </a:lvl5pPr>
            <a:lvl6pPr algn="l">
              <a:defRPr sz="1800" b="0">
                <a:solidFill>
                  <a:srgbClr val="C74436"/>
                </a:solidFill>
                <a:latin typeface="DejaVu Sans"/>
                <a:ea typeface="DejaVu Sans"/>
                <a:cs typeface="DejaVu Sans"/>
              </a:defRPr>
            </a:lvl6pPr>
            <a:lvl7pPr algn="l">
              <a:defRPr sz="1800" b="0">
                <a:solidFill>
                  <a:srgbClr val="C74436"/>
                </a:solidFill>
                <a:latin typeface="DejaVu Sans"/>
                <a:ea typeface="DejaVu Sans"/>
                <a:cs typeface="DejaVu Sans"/>
              </a:defRPr>
            </a:lvl7pPr>
            <a:lvl8pPr algn="l">
              <a:defRPr sz="1800" b="0">
                <a:solidFill>
                  <a:srgbClr val="C74436"/>
                </a:solidFill>
                <a:latin typeface="DejaVu Sans"/>
                <a:ea typeface="DejaVu Sans"/>
                <a:cs typeface="DejaVu Sans"/>
              </a:defRPr>
            </a:lvl8pPr>
            <a:lvl9pPr algn="l">
              <a:defRPr sz="1800" b="0">
                <a:solidFill>
                  <a:srgbClr val="C74436"/>
                </a:solidFill>
                <a:latin typeface="DejaVu Sans"/>
                <a:ea typeface="DejaVu Sans"/>
                <a:cs typeface="DejaVu Sans"/>
              </a:defRPr>
            </a:lvl9pPr>
          </a:lstStyle>
          <a:p xmlns:a="http://schemas.openxmlformats.org/drawingml/2006/main">
            <a:pPr algn="l">
              <a:defRPr sz="1800" b="0">
                <a:solidFill>
                  <a:srgbClr val="C74436"/>
                </a:solidFill>
                <a:latin typeface="DejaVu Sans"/>
                <a:ea typeface="DejaVu Sans"/>
                <a:cs typeface="DejaVu Sans"/>
              </a:defRPr>
            </a:pPr>
            <a:r>
              <a:rPr sz="1800" b="0">
                <a:solidFill>
                  <a:srgbClr val="C74436"/>
                </a:solidFill>
                <a:latin typeface="DejaVu Sans"/>
                <a:ea typeface="DejaVu Sans"/>
                <a:cs typeface="DejaVu Sans"/>
              </a:rPr>
              <a:t>04</a:t>
            </a:r>
          </a:p>
        </p:txBody>
      </p:sp>
      <p:sp>
        <p:nvSpPr>
          <p:cNvPr id="12" name="concept-3">
            <a:extLst xmlns:a="http://schemas.openxmlformats.org/drawingml/2006/main">
              <a:ext uri="{FF2B5EF4-FFF2-40B4-BE49-F238E27FC236}">
                <a16:creationId xmlns:a16="http://schemas.microsoft.com/office/drawing/2014/main" id="{38C6FCA3-B765-4EB1-A56D-410CA2046CD5}"/>
              </a:ext>
            </a:extLst>
          </p:cNvPr>
          <p:cNvSpPr>
            <a:spLocks xmlns:a="http://schemas.openxmlformats.org/drawingml/2006/main" noGrp="1"/>
          </p:cNvSpPr>
          <p:nvPr/>
        </p:nvSpPr>
        <p:spPr>
          <a:xfrm xmlns:a="http://schemas.openxmlformats.org/drawingml/2006/main">
            <a:off x="1238250" y="3752850"/>
            <a:ext cx="588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0">
                <a:solidFill>
                  <a:srgbClr val="F5F1E8"/>
                </a:solidFill>
                <a:latin typeface="DejaVu Sans"/>
                <a:ea typeface="DejaVu Sans"/>
                <a:cs typeface="DejaVu Sans"/>
              </a:defRPr>
            </a:defPPr>
            <a:lvl1pPr algn="l">
              <a:defRPr sz="2100" b="0">
                <a:solidFill>
                  <a:srgbClr val="F5F1E8"/>
                </a:solidFill>
                <a:latin typeface="DejaVu Sans"/>
                <a:ea typeface="DejaVu Sans"/>
                <a:cs typeface="DejaVu Sans"/>
              </a:defRPr>
            </a:lvl1pPr>
            <a:lvl2pPr algn="l">
              <a:defRPr sz="2100" b="0">
                <a:solidFill>
                  <a:srgbClr val="F5F1E8"/>
                </a:solidFill>
                <a:latin typeface="DejaVu Sans"/>
                <a:ea typeface="DejaVu Sans"/>
                <a:cs typeface="DejaVu Sans"/>
              </a:defRPr>
            </a:lvl2pPr>
            <a:lvl3pPr algn="l">
              <a:defRPr sz="2100" b="0">
                <a:solidFill>
                  <a:srgbClr val="F5F1E8"/>
                </a:solidFill>
                <a:latin typeface="DejaVu Sans"/>
                <a:ea typeface="DejaVu Sans"/>
                <a:cs typeface="DejaVu Sans"/>
              </a:defRPr>
            </a:lvl3pPr>
            <a:lvl4pPr algn="l">
              <a:defRPr sz="2100" b="0">
                <a:solidFill>
                  <a:srgbClr val="F5F1E8"/>
                </a:solidFill>
                <a:latin typeface="DejaVu Sans"/>
                <a:ea typeface="DejaVu Sans"/>
                <a:cs typeface="DejaVu Sans"/>
              </a:defRPr>
            </a:lvl4pPr>
            <a:lvl5pPr algn="l">
              <a:defRPr sz="2100" b="0">
                <a:solidFill>
                  <a:srgbClr val="F5F1E8"/>
                </a:solidFill>
                <a:latin typeface="DejaVu Sans"/>
                <a:ea typeface="DejaVu Sans"/>
                <a:cs typeface="DejaVu Sans"/>
              </a:defRPr>
            </a:lvl5pPr>
            <a:lvl6pPr algn="l">
              <a:defRPr sz="2100" b="0">
                <a:solidFill>
                  <a:srgbClr val="F5F1E8"/>
                </a:solidFill>
                <a:latin typeface="DejaVu Sans"/>
                <a:ea typeface="DejaVu Sans"/>
                <a:cs typeface="DejaVu Sans"/>
              </a:defRPr>
            </a:lvl6pPr>
            <a:lvl7pPr algn="l">
              <a:defRPr sz="2100" b="0">
                <a:solidFill>
                  <a:srgbClr val="F5F1E8"/>
                </a:solidFill>
                <a:latin typeface="DejaVu Sans"/>
                <a:ea typeface="DejaVu Sans"/>
                <a:cs typeface="DejaVu Sans"/>
              </a:defRPr>
            </a:lvl7pPr>
            <a:lvl8pPr algn="l">
              <a:defRPr sz="2100" b="0">
                <a:solidFill>
                  <a:srgbClr val="F5F1E8"/>
                </a:solidFill>
                <a:latin typeface="DejaVu Sans"/>
                <a:ea typeface="DejaVu Sans"/>
                <a:cs typeface="DejaVu Sans"/>
              </a:defRPr>
            </a:lvl8pPr>
            <a:lvl9pPr algn="l">
              <a:defRPr sz="2100" b="0">
                <a:solidFill>
                  <a:srgbClr val="F5F1E8"/>
                </a:solidFill>
                <a:latin typeface="DejaVu Sans"/>
                <a:ea typeface="DejaVu Sans"/>
                <a:cs typeface="DejaVu Sans"/>
              </a:defRPr>
            </a:lvl9pPr>
          </a:lstStyle>
          <a:p xmlns:a="http://schemas.openxmlformats.org/drawingml/2006/main">
            <a:pPr algn="l">
              <a:defRPr sz="2100" b="0">
                <a:solidFill>
                  <a:srgbClr val="F5F1E8"/>
                </a:solidFill>
                <a:latin typeface="DejaVu Sans"/>
                <a:ea typeface="DejaVu Sans"/>
                <a:cs typeface="DejaVu Sans"/>
              </a:defRPr>
            </a:pPr>
            <a:r>
              <a:rPr sz="2100" b="0">
                <a:solidFill>
                  <a:srgbClr val="F5F1E8"/>
                </a:solidFill>
                <a:latin typeface="DejaVu Sans"/>
                <a:ea typeface="DejaVu Sans"/>
                <a:cs typeface="DejaVu Sans"/>
              </a:rPr>
              <a:t>Coordinación central y territorial</a:t>
            </a:r>
          </a:p>
        </p:txBody>
      </p:sp>
      <p:sp>
        <p:nvSpPr>
          <p:cNvPr id="13" name="concept-number-4">
            <a:extLst xmlns:a="http://schemas.openxmlformats.org/drawingml/2006/main">
              <a:ext uri="{FF2B5EF4-FFF2-40B4-BE49-F238E27FC236}">
                <a16:creationId xmlns:a16="http://schemas.microsoft.com/office/drawing/2014/main" id="{8BD1A88E-030F-4203-B46B-E796FF59F010}"/>
              </a:ext>
            </a:extLst>
          </p:cNvPr>
          <p:cNvSpPr>
            <a:spLocks xmlns:a="http://schemas.openxmlformats.org/drawingml/2006/main" noGrp="1"/>
          </p:cNvSpPr>
          <p:nvPr/>
        </p:nvSpPr>
        <p:spPr>
          <a:xfrm xmlns:a="http://schemas.openxmlformats.org/drawingml/2006/main">
            <a:off x="609600" y="44481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C74436"/>
                </a:solidFill>
                <a:latin typeface="DejaVu Sans"/>
                <a:ea typeface="DejaVu Sans"/>
                <a:cs typeface="DejaVu Sans"/>
              </a:defRPr>
            </a:defPPr>
            <a:lvl1pPr algn="l">
              <a:defRPr sz="1800" b="0">
                <a:solidFill>
                  <a:srgbClr val="C74436"/>
                </a:solidFill>
                <a:latin typeface="DejaVu Sans"/>
                <a:ea typeface="DejaVu Sans"/>
                <a:cs typeface="DejaVu Sans"/>
              </a:defRPr>
            </a:lvl1pPr>
            <a:lvl2pPr algn="l">
              <a:defRPr sz="1800" b="0">
                <a:solidFill>
                  <a:srgbClr val="C74436"/>
                </a:solidFill>
                <a:latin typeface="DejaVu Sans"/>
                <a:ea typeface="DejaVu Sans"/>
                <a:cs typeface="DejaVu Sans"/>
              </a:defRPr>
            </a:lvl2pPr>
            <a:lvl3pPr algn="l">
              <a:defRPr sz="1800" b="0">
                <a:solidFill>
                  <a:srgbClr val="C74436"/>
                </a:solidFill>
                <a:latin typeface="DejaVu Sans"/>
                <a:ea typeface="DejaVu Sans"/>
                <a:cs typeface="DejaVu Sans"/>
              </a:defRPr>
            </a:lvl3pPr>
            <a:lvl4pPr algn="l">
              <a:defRPr sz="1800" b="0">
                <a:solidFill>
                  <a:srgbClr val="C74436"/>
                </a:solidFill>
                <a:latin typeface="DejaVu Sans"/>
                <a:ea typeface="DejaVu Sans"/>
                <a:cs typeface="DejaVu Sans"/>
              </a:defRPr>
            </a:lvl4pPr>
            <a:lvl5pPr algn="l">
              <a:defRPr sz="1800" b="0">
                <a:solidFill>
                  <a:srgbClr val="C74436"/>
                </a:solidFill>
                <a:latin typeface="DejaVu Sans"/>
                <a:ea typeface="DejaVu Sans"/>
                <a:cs typeface="DejaVu Sans"/>
              </a:defRPr>
            </a:lvl5pPr>
            <a:lvl6pPr algn="l">
              <a:defRPr sz="1800" b="0">
                <a:solidFill>
                  <a:srgbClr val="C74436"/>
                </a:solidFill>
                <a:latin typeface="DejaVu Sans"/>
                <a:ea typeface="DejaVu Sans"/>
                <a:cs typeface="DejaVu Sans"/>
              </a:defRPr>
            </a:lvl6pPr>
            <a:lvl7pPr algn="l">
              <a:defRPr sz="1800" b="0">
                <a:solidFill>
                  <a:srgbClr val="C74436"/>
                </a:solidFill>
                <a:latin typeface="DejaVu Sans"/>
                <a:ea typeface="DejaVu Sans"/>
                <a:cs typeface="DejaVu Sans"/>
              </a:defRPr>
            </a:lvl7pPr>
            <a:lvl8pPr algn="l">
              <a:defRPr sz="1800" b="0">
                <a:solidFill>
                  <a:srgbClr val="C74436"/>
                </a:solidFill>
                <a:latin typeface="DejaVu Sans"/>
                <a:ea typeface="DejaVu Sans"/>
                <a:cs typeface="DejaVu Sans"/>
              </a:defRPr>
            </a:lvl8pPr>
            <a:lvl9pPr algn="l">
              <a:defRPr sz="1800" b="0">
                <a:solidFill>
                  <a:srgbClr val="C74436"/>
                </a:solidFill>
                <a:latin typeface="DejaVu Sans"/>
                <a:ea typeface="DejaVu Sans"/>
                <a:cs typeface="DejaVu Sans"/>
              </a:defRPr>
            </a:lvl9pPr>
          </a:lstStyle>
          <a:p xmlns:a="http://schemas.openxmlformats.org/drawingml/2006/main">
            <a:pPr algn="l">
              <a:defRPr sz="1800" b="0">
                <a:solidFill>
                  <a:srgbClr val="C74436"/>
                </a:solidFill>
                <a:latin typeface="DejaVu Sans"/>
                <a:ea typeface="DejaVu Sans"/>
                <a:cs typeface="DejaVu Sans"/>
              </a:defRPr>
            </a:pPr>
            <a:r>
              <a:rPr sz="1800" b="0">
                <a:solidFill>
                  <a:srgbClr val="C74436"/>
                </a:solidFill>
                <a:latin typeface="DejaVu Sans"/>
                <a:ea typeface="DejaVu Sans"/>
                <a:cs typeface="DejaVu Sans"/>
              </a:rPr>
              <a:t>05</a:t>
            </a:r>
          </a:p>
        </p:txBody>
      </p:sp>
      <p:sp>
        <p:nvSpPr>
          <p:cNvPr id="14" name="concept-4">
            <a:extLst xmlns:a="http://schemas.openxmlformats.org/drawingml/2006/main">
              <a:ext uri="{FF2B5EF4-FFF2-40B4-BE49-F238E27FC236}">
                <a16:creationId xmlns:a16="http://schemas.microsoft.com/office/drawing/2014/main" id="{AA2D0764-254C-430C-B57D-EE5236035A28}"/>
              </a:ext>
            </a:extLst>
          </p:cNvPr>
          <p:cNvSpPr>
            <a:spLocks xmlns:a="http://schemas.openxmlformats.org/drawingml/2006/main" noGrp="1"/>
          </p:cNvSpPr>
          <p:nvPr/>
        </p:nvSpPr>
        <p:spPr>
          <a:xfrm xmlns:a="http://schemas.openxmlformats.org/drawingml/2006/main">
            <a:off x="1238250" y="4419600"/>
            <a:ext cx="588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0">
                <a:solidFill>
                  <a:srgbClr val="F5F1E8"/>
                </a:solidFill>
                <a:latin typeface="DejaVu Sans"/>
                <a:ea typeface="DejaVu Sans"/>
                <a:cs typeface="DejaVu Sans"/>
              </a:defRPr>
            </a:defPPr>
            <a:lvl1pPr algn="l">
              <a:defRPr sz="2100" b="0">
                <a:solidFill>
                  <a:srgbClr val="F5F1E8"/>
                </a:solidFill>
                <a:latin typeface="DejaVu Sans"/>
                <a:ea typeface="DejaVu Sans"/>
                <a:cs typeface="DejaVu Sans"/>
              </a:defRPr>
            </a:lvl1pPr>
            <a:lvl2pPr algn="l">
              <a:defRPr sz="2100" b="0">
                <a:solidFill>
                  <a:srgbClr val="F5F1E8"/>
                </a:solidFill>
                <a:latin typeface="DejaVu Sans"/>
                <a:ea typeface="DejaVu Sans"/>
                <a:cs typeface="DejaVu Sans"/>
              </a:defRPr>
            </a:lvl2pPr>
            <a:lvl3pPr algn="l">
              <a:defRPr sz="2100" b="0">
                <a:solidFill>
                  <a:srgbClr val="F5F1E8"/>
                </a:solidFill>
                <a:latin typeface="DejaVu Sans"/>
                <a:ea typeface="DejaVu Sans"/>
                <a:cs typeface="DejaVu Sans"/>
              </a:defRPr>
            </a:lvl3pPr>
            <a:lvl4pPr algn="l">
              <a:defRPr sz="2100" b="0">
                <a:solidFill>
                  <a:srgbClr val="F5F1E8"/>
                </a:solidFill>
                <a:latin typeface="DejaVu Sans"/>
                <a:ea typeface="DejaVu Sans"/>
                <a:cs typeface="DejaVu Sans"/>
              </a:defRPr>
            </a:lvl4pPr>
            <a:lvl5pPr algn="l">
              <a:defRPr sz="2100" b="0">
                <a:solidFill>
                  <a:srgbClr val="F5F1E8"/>
                </a:solidFill>
                <a:latin typeface="DejaVu Sans"/>
                <a:ea typeface="DejaVu Sans"/>
                <a:cs typeface="DejaVu Sans"/>
              </a:defRPr>
            </a:lvl5pPr>
            <a:lvl6pPr algn="l">
              <a:defRPr sz="2100" b="0">
                <a:solidFill>
                  <a:srgbClr val="F5F1E8"/>
                </a:solidFill>
                <a:latin typeface="DejaVu Sans"/>
                <a:ea typeface="DejaVu Sans"/>
                <a:cs typeface="DejaVu Sans"/>
              </a:defRPr>
            </a:lvl6pPr>
            <a:lvl7pPr algn="l">
              <a:defRPr sz="2100" b="0">
                <a:solidFill>
                  <a:srgbClr val="F5F1E8"/>
                </a:solidFill>
                <a:latin typeface="DejaVu Sans"/>
                <a:ea typeface="DejaVu Sans"/>
                <a:cs typeface="DejaVu Sans"/>
              </a:defRPr>
            </a:lvl7pPr>
            <a:lvl8pPr algn="l">
              <a:defRPr sz="2100" b="0">
                <a:solidFill>
                  <a:srgbClr val="F5F1E8"/>
                </a:solidFill>
                <a:latin typeface="DejaVu Sans"/>
                <a:ea typeface="DejaVu Sans"/>
                <a:cs typeface="DejaVu Sans"/>
              </a:defRPr>
            </a:lvl8pPr>
            <a:lvl9pPr algn="l">
              <a:defRPr sz="2100" b="0">
                <a:solidFill>
                  <a:srgbClr val="F5F1E8"/>
                </a:solidFill>
                <a:latin typeface="DejaVu Sans"/>
                <a:ea typeface="DejaVu Sans"/>
                <a:cs typeface="DejaVu Sans"/>
              </a:defRPr>
            </a:lvl9pPr>
          </a:lstStyle>
          <a:p xmlns:a="http://schemas.openxmlformats.org/drawingml/2006/main">
            <a:pPr algn="l">
              <a:defRPr sz="2100" b="0">
                <a:solidFill>
                  <a:srgbClr val="F5F1E8"/>
                </a:solidFill>
                <a:latin typeface="DejaVu Sans"/>
                <a:ea typeface="DejaVu Sans"/>
                <a:cs typeface="DejaVu Sans"/>
              </a:defRPr>
            </a:pPr>
            <a:r>
              <a:rPr sz="2100" b="0">
                <a:solidFill>
                  <a:srgbClr val="F5F1E8"/>
                </a:solidFill>
                <a:latin typeface="DejaVu Sans"/>
                <a:ea typeface="DejaVu Sans"/>
                <a:cs typeface="DejaVu Sans"/>
              </a:rPr>
              <a:t>Regulación, seguridad e implementación</a:t>
            </a:r>
          </a:p>
        </p:txBody>
      </p:sp>
      <p:sp>
        <p:nvSpPr>
          <p:cNvPr id="15" name="metaphor-note">
            <a:extLst xmlns:a="http://schemas.openxmlformats.org/drawingml/2006/main">
              <a:ext uri="{FF2B5EF4-FFF2-40B4-BE49-F238E27FC236}">
                <a16:creationId xmlns:a16="http://schemas.microsoft.com/office/drawing/2014/main" id="{11BCF0A0-1228-4118-84B5-8E32E299DD53}"/>
              </a:ext>
            </a:extLst>
          </p:cNvPr>
          <p:cNvSpPr>
            <a:spLocks xmlns:a="http://schemas.openxmlformats.org/drawingml/2006/main" noGrp="1"/>
          </p:cNvSpPr>
          <p:nvPr/>
        </p:nvSpPr>
        <p:spPr>
          <a:xfrm xmlns:a="http://schemas.openxmlformats.org/drawingml/2006/main">
            <a:off x="1238250" y="51816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Metáfora analítica del curso</a:t>
            </a:r>
          </a:p>
        </p:txBody>
      </p:sp>
      <p:sp>
        <p:nvSpPr>
          <p:cNvPr id="16" name="layout-surface">
            <a:extLst xmlns:a="http://schemas.openxmlformats.org/drawingml/2006/main">
              <a:ext uri="{FF2B5EF4-FFF2-40B4-BE49-F238E27FC236}">
                <a16:creationId xmlns:a16="http://schemas.microsoft.com/office/drawing/2014/main" id="{AC1E4ACF-7A18-4E48-B018-C9301A6B3A84}"/>
              </a:ext>
            </a:extLst>
          </p:cNvPr>
          <p:cNvSpPr>
            <a:spLocks xmlns:a="http://schemas.openxmlformats.org/drawingml/2006/main" noGrp="1"/>
          </p:cNvSpPr>
          <p:nvPr/>
        </p:nvSpPr>
        <p:spPr>
          <a:xfrm xmlns:a="http://schemas.openxmlformats.org/drawingml/2006/main">
            <a:off x="457200" y="5524500"/>
            <a:ext cx="11277600" cy="800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7" name="thesis">
            <a:extLst xmlns:a="http://schemas.openxmlformats.org/drawingml/2006/main">
              <a:ext uri="{FF2B5EF4-FFF2-40B4-BE49-F238E27FC236}">
                <a16:creationId xmlns:a16="http://schemas.microsoft.com/office/drawing/2014/main" id="{1EE2D217-360B-4179-BB9B-F05D4F0C9349}"/>
              </a:ext>
            </a:extLst>
          </p:cNvPr>
          <p:cNvSpPr>
            <a:spLocks xmlns:a="http://schemas.openxmlformats.org/drawingml/2006/main" noGrp="1"/>
          </p:cNvSpPr>
          <p:nvPr/>
        </p:nvSpPr>
        <p:spPr>
          <a:xfrm xmlns:a="http://schemas.openxmlformats.org/drawingml/2006/main">
            <a:off x="609600" y="56197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El dragón representa la dimensión político-estratégica del desarrollo tecnológico chino.</a:t>
            </a:r>
          </a:p>
        </p:txBody>
      </p:sp>
      <p:sp>
        <p:nvSpPr>
          <p:cNvPr id="18" name="layout-surface">
            <a:extLst xmlns:a="http://schemas.openxmlformats.org/drawingml/2006/main">
              <a:ext uri="{FF2B5EF4-FFF2-40B4-BE49-F238E27FC236}">
                <a16:creationId xmlns:a16="http://schemas.microsoft.com/office/drawing/2014/main" id="{5B8BABE2-170C-49C5-9462-B742BF724815}"/>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9" name="attribution">
            <a:extLst xmlns:a="http://schemas.openxmlformats.org/drawingml/2006/main">
              <a:ext uri="{FF2B5EF4-FFF2-40B4-BE49-F238E27FC236}">
                <a16:creationId xmlns:a16="http://schemas.microsoft.com/office/drawing/2014/main" id="{9097E2F5-ED88-4B33-92FD-8A75861CE0FF}"/>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20" name="sources-link">
            <a:extLst xmlns:a="http://schemas.openxmlformats.org/drawingml/2006/main">
              <a:ext uri="{FF2B5EF4-FFF2-40B4-BE49-F238E27FC236}">
                <a16:creationId xmlns:a16="http://schemas.microsoft.com/office/drawing/2014/main" id="{45E32088-31DA-4602-862C-5515815B2E53}"/>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b23b0e59891e4d10"/>
              </a:rPr>
              <a:t>Fuentes y notas ↗</a:t>
            </a:r>
          </a:p>
        </p:txBody>
      </p:sp>
      <p:sp>
        <p:nvSpPr>
          <p:cNvPr id="21" name="page-number">
            <a:extLst xmlns:a="http://schemas.openxmlformats.org/drawingml/2006/main">
              <a:ext uri="{FF2B5EF4-FFF2-40B4-BE49-F238E27FC236}">
                <a16:creationId xmlns:a16="http://schemas.microsoft.com/office/drawing/2014/main" id="{EF4AE841-1A82-4DE9-9CFD-D02AD6404B05}"/>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02 / 10</a:t>
            </a:r>
          </a:p>
        </p:txBody>
      </p:sp>
    </p:spTree>
    <p:extLst>
      <p:ext uri="{BB962C8B-B14F-4D97-AF65-F5344CB8AC3E}">
        <p14:creationId xmlns:p14="http://schemas.microsoft.com/office/powerpoint/2010/main" val="792507377"/>
      </p:ext>
    </p:extLst>
  </p:cSld>
</p:sld>
</file>

<file path=ppt/slides/slide3.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F7AE7F1F-CD25-4B45-9EEA-558CFC6321C8}"/>
              </a:ext>
            </a:extLst>
          </p:cNvPr>
          <p:cNvPicPr>
            <a:picLocks xmlns:a="http://schemas.openxmlformats.org/drawingml/2006/main" noChangeAspect="1"/>
          </p:cNvPicPr>
          <p:nvPr/>
        </p:nvPicPr>
        <p:blipFill>
          <a:blip xmlns:r="http://schemas.openxmlformats.org/officeDocument/2006/relationships" xmlns:a="http://schemas.openxmlformats.org/drawingml/2006/main" r:embed="R9ed057c3580d423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A61716A8-03F0-4503-BE2C-FB7BA7D912ED}"/>
              </a:ext>
            </a:extLst>
          </p:cNvPr>
          <p:cNvSpPr>
            <a:spLocks xmlns:a="http://schemas.openxmlformats.org/drawingml/2006/main" noGrp="1"/>
          </p:cNvSpPr>
          <p:nvPr/>
        </p:nvSpPr>
        <p:spPr>
          <a:xfrm xmlns:a="http://schemas.openxmlformats.org/drawingml/2006/main">
            <a:off x="0" y="1428750"/>
            <a:ext cx="12192000" cy="4048125"/>
          </a:xfrm>
          <a:prstGeom xmlns:a="http://schemas.openxmlformats.org/drawingml/2006/main" prst="rect">
            <a:avLst/>
          </a:prstGeom>
          <a:solidFill xmlns:a="http://schemas.openxmlformats.org/drawingml/2006/main">
            <a:srgbClr val="061521">
              <a:alpha val="74000"/>
            </a:srgbClr>
          </a:soli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6C5B3097-D5B4-4338-841F-1F954C26B277}"/>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02 · TRAYECTORIA E INSTRUMENTOS</a:t>
            </a:r>
          </a:p>
        </p:txBody>
      </p:sp>
      <p:sp>
        <p:nvSpPr>
          <p:cNvPr id="4" name="slide-title">
            <a:extLst xmlns:a="http://schemas.openxmlformats.org/drawingml/2006/main">
              <a:ext uri="{FF2B5EF4-FFF2-40B4-BE49-F238E27FC236}">
                <a16:creationId xmlns:a16="http://schemas.microsoft.com/office/drawing/2014/main" id="{F8367192-285D-42C1-8D92-8F1B909E017B}"/>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De la apertura a la</a:t>
            </a:r>
          </a:p>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estrategia tecnológica</a:t>
            </a:r>
          </a:p>
        </p:txBody>
      </p:sp>
      <p:sp>
        <p:nvSpPr>
          <p:cNvPr id="5" name="year-0">
            <a:extLst xmlns:a="http://schemas.openxmlformats.org/drawingml/2006/main">
              <a:ext uri="{FF2B5EF4-FFF2-40B4-BE49-F238E27FC236}">
                <a16:creationId xmlns:a16="http://schemas.microsoft.com/office/drawing/2014/main" id="{EB662101-24C1-403C-876D-D8C441AE5CF8}"/>
              </a:ext>
            </a:extLst>
          </p:cNvPr>
          <p:cNvSpPr>
            <a:spLocks xmlns:a="http://schemas.openxmlformats.org/drawingml/2006/main" noGrp="1"/>
          </p:cNvSpPr>
          <p:nvPr/>
        </p:nvSpPr>
        <p:spPr>
          <a:xfrm xmlns:a="http://schemas.openxmlformats.org/drawingml/2006/main">
            <a:off x="609600" y="1981200"/>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0">
                <a:solidFill>
                  <a:srgbClr val="EAC27A"/>
                </a:solidFill>
                <a:latin typeface="DejaVu Serif"/>
                <a:ea typeface="DejaVu Serif"/>
                <a:cs typeface="DejaVu Serif"/>
              </a:defRPr>
            </a:defPPr>
            <a:lvl1pPr algn="l">
              <a:defRPr sz="3150" b="0">
                <a:solidFill>
                  <a:srgbClr val="EAC27A"/>
                </a:solidFill>
                <a:latin typeface="DejaVu Serif"/>
                <a:ea typeface="DejaVu Serif"/>
                <a:cs typeface="DejaVu Serif"/>
              </a:defRPr>
            </a:lvl1pPr>
            <a:lvl2pPr algn="l">
              <a:defRPr sz="3150" b="0">
                <a:solidFill>
                  <a:srgbClr val="EAC27A"/>
                </a:solidFill>
                <a:latin typeface="DejaVu Serif"/>
                <a:ea typeface="DejaVu Serif"/>
                <a:cs typeface="DejaVu Serif"/>
              </a:defRPr>
            </a:lvl2pPr>
            <a:lvl3pPr algn="l">
              <a:defRPr sz="3150" b="0">
                <a:solidFill>
                  <a:srgbClr val="EAC27A"/>
                </a:solidFill>
                <a:latin typeface="DejaVu Serif"/>
                <a:ea typeface="DejaVu Serif"/>
                <a:cs typeface="DejaVu Serif"/>
              </a:defRPr>
            </a:lvl3pPr>
            <a:lvl4pPr algn="l">
              <a:defRPr sz="3150" b="0">
                <a:solidFill>
                  <a:srgbClr val="EAC27A"/>
                </a:solidFill>
                <a:latin typeface="DejaVu Serif"/>
                <a:ea typeface="DejaVu Serif"/>
                <a:cs typeface="DejaVu Serif"/>
              </a:defRPr>
            </a:lvl4pPr>
            <a:lvl5pPr algn="l">
              <a:defRPr sz="3150" b="0">
                <a:solidFill>
                  <a:srgbClr val="EAC27A"/>
                </a:solidFill>
                <a:latin typeface="DejaVu Serif"/>
                <a:ea typeface="DejaVu Serif"/>
                <a:cs typeface="DejaVu Serif"/>
              </a:defRPr>
            </a:lvl5pPr>
            <a:lvl6pPr algn="l">
              <a:defRPr sz="3150" b="0">
                <a:solidFill>
                  <a:srgbClr val="EAC27A"/>
                </a:solidFill>
                <a:latin typeface="DejaVu Serif"/>
                <a:ea typeface="DejaVu Serif"/>
                <a:cs typeface="DejaVu Serif"/>
              </a:defRPr>
            </a:lvl6pPr>
            <a:lvl7pPr algn="l">
              <a:defRPr sz="3150" b="0">
                <a:solidFill>
                  <a:srgbClr val="EAC27A"/>
                </a:solidFill>
                <a:latin typeface="DejaVu Serif"/>
                <a:ea typeface="DejaVu Serif"/>
                <a:cs typeface="DejaVu Serif"/>
              </a:defRPr>
            </a:lvl7pPr>
            <a:lvl8pPr algn="l">
              <a:defRPr sz="3150" b="0">
                <a:solidFill>
                  <a:srgbClr val="EAC27A"/>
                </a:solidFill>
                <a:latin typeface="DejaVu Serif"/>
                <a:ea typeface="DejaVu Serif"/>
                <a:cs typeface="DejaVu Serif"/>
              </a:defRPr>
            </a:lvl8pPr>
            <a:lvl9pPr algn="l">
              <a:defRPr sz="3150" b="0">
                <a:solidFill>
                  <a:srgbClr val="EAC27A"/>
                </a:solidFill>
                <a:latin typeface="DejaVu Serif"/>
                <a:ea typeface="DejaVu Serif"/>
                <a:cs typeface="DejaVu Serif"/>
              </a:defRPr>
            </a:lvl9pPr>
          </a:lstStyle>
          <a:p xmlns:a="http://schemas.openxmlformats.org/drawingml/2006/main">
            <a:pPr algn="l">
              <a:defRPr sz="3150" b="0">
                <a:solidFill>
                  <a:srgbClr val="EAC27A"/>
                </a:solidFill>
                <a:latin typeface="DejaVu Serif"/>
                <a:ea typeface="DejaVu Serif"/>
                <a:cs typeface="DejaVu Serif"/>
              </a:defRPr>
            </a:pPr>
            <a:r>
              <a:rPr sz="3150" b="0">
                <a:solidFill>
                  <a:srgbClr val="EAC27A"/>
                </a:solidFill>
                <a:latin typeface="DejaVu Serif"/>
                <a:ea typeface="DejaVu Serif"/>
                <a:cs typeface="DejaVu Serif"/>
              </a:rPr>
              <a:t>1978</a:t>
            </a:r>
          </a:p>
        </p:txBody>
      </p:sp>
      <p:sp>
        <p:nvSpPr>
          <p:cNvPr id="6" name="layout-surface">
            <a:extLst xmlns:a="http://schemas.openxmlformats.org/drawingml/2006/main">
              <a:ext uri="{FF2B5EF4-FFF2-40B4-BE49-F238E27FC236}">
                <a16:creationId xmlns:a16="http://schemas.microsoft.com/office/drawing/2014/main" id="{34858EA2-06CC-4270-A1BB-A511DB90F71C}"/>
              </a:ext>
            </a:extLst>
          </p:cNvPr>
          <p:cNvSpPr>
            <a:spLocks xmlns:a="http://schemas.openxmlformats.org/drawingml/2006/main" noGrp="1"/>
          </p:cNvSpPr>
          <p:nvPr/>
        </p:nvSpPr>
        <p:spPr>
          <a:xfrm xmlns:a="http://schemas.openxmlformats.org/drawingml/2006/main">
            <a:off x="609600" y="2562225"/>
            <a:ext cx="3276600" cy="19050"/>
          </a:xfrm>
          <a:prstGeom xmlns:a="http://schemas.openxmlformats.org/drawingml/2006/main" prst="rect">
            <a:avLst/>
          </a:prstGeom>
          <a:solidFill xmlns:a="http://schemas.openxmlformats.org/drawingml/2006/main">
            <a:srgbClr val="C74436"/>
          </a:solidFill>
          <a:ln xmlns:a="http://schemas.openxmlformats.org/drawingml/2006/main" w="0">
            <a:noFill/>
            <a:prstDash val="solid"/>
          </a:ln>
        </p:spPr>
      </p:sp>
      <p:sp>
        <p:nvSpPr>
          <p:cNvPr id="7" name="milestone-0">
            <a:extLst xmlns:a="http://schemas.openxmlformats.org/drawingml/2006/main">
              <a:ext uri="{FF2B5EF4-FFF2-40B4-BE49-F238E27FC236}">
                <a16:creationId xmlns:a16="http://schemas.microsoft.com/office/drawing/2014/main" id="{6C50A8F7-2D5B-4698-B24D-E88A7DD272D1}"/>
              </a:ext>
            </a:extLst>
          </p:cNvPr>
          <p:cNvSpPr>
            <a:spLocks xmlns:a="http://schemas.openxmlformats.org/drawingml/2006/main" noGrp="1"/>
          </p:cNvSpPr>
          <p:nvPr/>
        </p:nvSpPr>
        <p:spPr>
          <a:xfrm xmlns:a="http://schemas.openxmlformats.org/drawingml/2006/main">
            <a:off x="609600" y="2714625"/>
            <a:ext cx="3390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Reformas y apertura</a:t>
            </a:r>
          </a:p>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económica</a:t>
            </a:r>
          </a:p>
        </p:txBody>
      </p:sp>
      <p:sp>
        <p:nvSpPr>
          <p:cNvPr id="8" name="year-1">
            <a:extLst xmlns:a="http://schemas.openxmlformats.org/drawingml/2006/main">
              <a:ext uri="{FF2B5EF4-FFF2-40B4-BE49-F238E27FC236}">
                <a16:creationId xmlns:a16="http://schemas.microsoft.com/office/drawing/2014/main" id="{3C775036-6552-4D78-9CF9-FA8112991DB3}"/>
              </a:ext>
            </a:extLst>
          </p:cNvPr>
          <p:cNvSpPr>
            <a:spLocks xmlns:a="http://schemas.openxmlformats.org/drawingml/2006/main" noGrp="1"/>
          </p:cNvSpPr>
          <p:nvPr/>
        </p:nvSpPr>
        <p:spPr>
          <a:xfrm xmlns:a="http://schemas.openxmlformats.org/drawingml/2006/main">
            <a:off x="4419600" y="1981200"/>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0">
                <a:solidFill>
                  <a:srgbClr val="EAC27A"/>
                </a:solidFill>
                <a:latin typeface="DejaVu Serif"/>
                <a:ea typeface="DejaVu Serif"/>
                <a:cs typeface="DejaVu Serif"/>
              </a:defRPr>
            </a:defPPr>
            <a:lvl1pPr algn="l">
              <a:defRPr sz="3150" b="0">
                <a:solidFill>
                  <a:srgbClr val="EAC27A"/>
                </a:solidFill>
                <a:latin typeface="DejaVu Serif"/>
                <a:ea typeface="DejaVu Serif"/>
                <a:cs typeface="DejaVu Serif"/>
              </a:defRPr>
            </a:lvl1pPr>
            <a:lvl2pPr algn="l">
              <a:defRPr sz="3150" b="0">
                <a:solidFill>
                  <a:srgbClr val="EAC27A"/>
                </a:solidFill>
                <a:latin typeface="DejaVu Serif"/>
                <a:ea typeface="DejaVu Serif"/>
                <a:cs typeface="DejaVu Serif"/>
              </a:defRPr>
            </a:lvl2pPr>
            <a:lvl3pPr algn="l">
              <a:defRPr sz="3150" b="0">
                <a:solidFill>
                  <a:srgbClr val="EAC27A"/>
                </a:solidFill>
                <a:latin typeface="DejaVu Serif"/>
                <a:ea typeface="DejaVu Serif"/>
                <a:cs typeface="DejaVu Serif"/>
              </a:defRPr>
            </a:lvl3pPr>
            <a:lvl4pPr algn="l">
              <a:defRPr sz="3150" b="0">
                <a:solidFill>
                  <a:srgbClr val="EAC27A"/>
                </a:solidFill>
                <a:latin typeface="DejaVu Serif"/>
                <a:ea typeface="DejaVu Serif"/>
                <a:cs typeface="DejaVu Serif"/>
              </a:defRPr>
            </a:lvl4pPr>
            <a:lvl5pPr algn="l">
              <a:defRPr sz="3150" b="0">
                <a:solidFill>
                  <a:srgbClr val="EAC27A"/>
                </a:solidFill>
                <a:latin typeface="DejaVu Serif"/>
                <a:ea typeface="DejaVu Serif"/>
                <a:cs typeface="DejaVu Serif"/>
              </a:defRPr>
            </a:lvl5pPr>
            <a:lvl6pPr algn="l">
              <a:defRPr sz="3150" b="0">
                <a:solidFill>
                  <a:srgbClr val="EAC27A"/>
                </a:solidFill>
                <a:latin typeface="DejaVu Serif"/>
                <a:ea typeface="DejaVu Serif"/>
                <a:cs typeface="DejaVu Serif"/>
              </a:defRPr>
            </a:lvl6pPr>
            <a:lvl7pPr algn="l">
              <a:defRPr sz="3150" b="0">
                <a:solidFill>
                  <a:srgbClr val="EAC27A"/>
                </a:solidFill>
                <a:latin typeface="DejaVu Serif"/>
                <a:ea typeface="DejaVu Serif"/>
                <a:cs typeface="DejaVu Serif"/>
              </a:defRPr>
            </a:lvl7pPr>
            <a:lvl8pPr algn="l">
              <a:defRPr sz="3150" b="0">
                <a:solidFill>
                  <a:srgbClr val="EAC27A"/>
                </a:solidFill>
                <a:latin typeface="DejaVu Serif"/>
                <a:ea typeface="DejaVu Serif"/>
                <a:cs typeface="DejaVu Serif"/>
              </a:defRPr>
            </a:lvl8pPr>
            <a:lvl9pPr algn="l">
              <a:defRPr sz="3150" b="0">
                <a:solidFill>
                  <a:srgbClr val="EAC27A"/>
                </a:solidFill>
                <a:latin typeface="DejaVu Serif"/>
                <a:ea typeface="DejaVu Serif"/>
                <a:cs typeface="DejaVu Serif"/>
              </a:defRPr>
            </a:lvl9pPr>
          </a:lstStyle>
          <a:p xmlns:a="http://schemas.openxmlformats.org/drawingml/2006/main">
            <a:pPr algn="l">
              <a:defRPr sz="3150" b="0">
                <a:solidFill>
                  <a:srgbClr val="EAC27A"/>
                </a:solidFill>
                <a:latin typeface="DejaVu Serif"/>
                <a:ea typeface="DejaVu Serif"/>
                <a:cs typeface="DejaVu Serif"/>
              </a:defRPr>
            </a:pPr>
            <a:r>
              <a:rPr sz="3150" b="0">
                <a:solidFill>
                  <a:srgbClr val="EAC27A"/>
                </a:solidFill>
                <a:latin typeface="DejaVu Serif"/>
                <a:ea typeface="DejaVu Serif"/>
                <a:cs typeface="DejaVu Serif"/>
              </a:rPr>
              <a:t>2001</a:t>
            </a:r>
          </a:p>
        </p:txBody>
      </p:sp>
      <p:sp>
        <p:nvSpPr>
          <p:cNvPr id="9" name="layout-surface">
            <a:extLst xmlns:a="http://schemas.openxmlformats.org/drawingml/2006/main">
              <a:ext uri="{FF2B5EF4-FFF2-40B4-BE49-F238E27FC236}">
                <a16:creationId xmlns:a16="http://schemas.microsoft.com/office/drawing/2014/main" id="{ADD505EE-0763-4E8A-8974-F66C103F10B3}"/>
              </a:ext>
            </a:extLst>
          </p:cNvPr>
          <p:cNvSpPr>
            <a:spLocks xmlns:a="http://schemas.openxmlformats.org/drawingml/2006/main" noGrp="1"/>
          </p:cNvSpPr>
          <p:nvPr/>
        </p:nvSpPr>
        <p:spPr>
          <a:xfrm xmlns:a="http://schemas.openxmlformats.org/drawingml/2006/main">
            <a:off x="4419600" y="2562225"/>
            <a:ext cx="3276600" cy="19050"/>
          </a:xfrm>
          <a:prstGeom xmlns:a="http://schemas.openxmlformats.org/drawingml/2006/main" prst="rect">
            <a:avLst/>
          </a:prstGeom>
          <a:solidFill xmlns:a="http://schemas.openxmlformats.org/drawingml/2006/main">
            <a:srgbClr val="C74436"/>
          </a:solidFill>
          <a:ln xmlns:a="http://schemas.openxmlformats.org/drawingml/2006/main" w="0">
            <a:noFill/>
            <a:prstDash val="solid"/>
          </a:ln>
        </p:spPr>
      </p:sp>
      <p:sp>
        <p:nvSpPr>
          <p:cNvPr id="10" name="milestone-1">
            <a:extLst xmlns:a="http://schemas.openxmlformats.org/drawingml/2006/main">
              <a:ext uri="{FF2B5EF4-FFF2-40B4-BE49-F238E27FC236}">
                <a16:creationId xmlns:a16="http://schemas.microsoft.com/office/drawing/2014/main" id="{7EEFE035-DB57-4215-BF15-628118D611F9}"/>
              </a:ext>
            </a:extLst>
          </p:cNvPr>
          <p:cNvSpPr>
            <a:spLocks xmlns:a="http://schemas.openxmlformats.org/drawingml/2006/main" noGrp="1"/>
          </p:cNvSpPr>
          <p:nvPr/>
        </p:nvSpPr>
        <p:spPr>
          <a:xfrm xmlns:a="http://schemas.openxmlformats.org/drawingml/2006/main">
            <a:off x="4419600" y="2714625"/>
            <a:ext cx="3390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Ingreso a la OMC</a:t>
            </a:r>
          </a:p>
        </p:txBody>
      </p:sp>
      <p:sp>
        <p:nvSpPr>
          <p:cNvPr id="11" name="year-2">
            <a:extLst xmlns:a="http://schemas.openxmlformats.org/drawingml/2006/main">
              <a:ext uri="{FF2B5EF4-FFF2-40B4-BE49-F238E27FC236}">
                <a16:creationId xmlns:a16="http://schemas.microsoft.com/office/drawing/2014/main" id="{4FBA2DE7-2A41-40E4-9F9D-68D08E731FF1}"/>
              </a:ext>
            </a:extLst>
          </p:cNvPr>
          <p:cNvSpPr>
            <a:spLocks xmlns:a="http://schemas.openxmlformats.org/drawingml/2006/main" noGrp="1"/>
          </p:cNvSpPr>
          <p:nvPr/>
        </p:nvSpPr>
        <p:spPr>
          <a:xfrm xmlns:a="http://schemas.openxmlformats.org/drawingml/2006/main">
            <a:off x="8229600" y="1981200"/>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0">
                <a:solidFill>
                  <a:srgbClr val="EAC27A"/>
                </a:solidFill>
                <a:latin typeface="DejaVu Serif"/>
                <a:ea typeface="DejaVu Serif"/>
                <a:cs typeface="DejaVu Serif"/>
              </a:defRPr>
            </a:defPPr>
            <a:lvl1pPr algn="l">
              <a:defRPr sz="3150" b="0">
                <a:solidFill>
                  <a:srgbClr val="EAC27A"/>
                </a:solidFill>
                <a:latin typeface="DejaVu Serif"/>
                <a:ea typeface="DejaVu Serif"/>
                <a:cs typeface="DejaVu Serif"/>
              </a:defRPr>
            </a:lvl1pPr>
            <a:lvl2pPr algn="l">
              <a:defRPr sz="3150" b="0">
                <a:solidFill>
                  <a:srgbClr val="EAC27A"/>
                </a:solidFill>
                <a:latin typeface="DejaVu Serif"/>
                <a:ea typeface="DejaVu Serif"/>
                <a:cs typeface="DejaVu Serif"/>
              </a:defRPr>
            </a:lvl2pPr>
            <a:lvl3pPr algn="l">
              <a:defRPr sz="3150" b="0">
                <a:solidFill>
                  <a:srgbClr val="EAC27A"/>
                </a:solidFill>
                <a:latin typeface="DejaVu Serif"/>
                <a:ea typeface="DejaVu Serif"/>
                <a:cs typeface="DejaVu Serif"/>
              </a:defRPr>
            </a:lvl3pPr>
            <a:lvl4pPr algn="l">
              <a:defRPr sz="3150" b="0">
                <a:solidFill>
                  <a:srgbClr val="EAC27A"/>
                </a:solidFill>
                <a:latin typeface="DejaVu Serif"/>
                <a:ea typeface="DejaVu Serif"/>
                <a:cs typeface="DejaVu Serif"/>
              </a:defRPr>
            </a:lvl4pPr>
            <a:lvl5pPr algn="l">
              <a:defRPr sz="3150" b="0">
                <a:solidFill>
                  <a:srgbClr val="EAC27A"/>
                </a:solidFill>
                <a:latin typeface="DejaVu Serif"/>
                <a:ea typeface="DejaVu Serif"/>
                <a:cs typeface="DejaVu Serif"/>
              </a:defRPr>
            </a:lvl5pPr>
            <a:lvl6pPr algn="l">
              <a:defRPr sz="3150" b="0">
                <a:solidFill>
                  <a:srgbClr val="EAC27A"/>
                </a:solidFill>
                <a:latin typeface="DejaVu Serif"/>
                <a:ea typeface="DejaVu Serif"/>
                <a:cs typeface="DejaVu Serif"/>
              </a:defRPr>
            </a:lvl6pPr>
            <a:lvl7pPr algn="l">
              <a:defRPr sz="3150" b="0">
                <a:solidFill>
                  <a:srgbClr val="EAC27A"/>
                </a:solidFill>
                <a:latin typeface="DejaVu Serif"/>
                <a:ea typeface="DejaVu Serif"/>
                <a:cs typeface="DejaVu Serif"/>
              </a:defRPr>
            </a:lvl7pPr>
            <a:lvl8pPr algn="l">
              <a:defRPr sz="3150" b="0">
                <a:solidFill>
                  <a:srgbClr val="EAC27A"/>
                </a:solidFill>
                <a:latin typeface="DejaVu Serif"/>
                <a:ea typeface="DejaVu Serif"/>
                <a:cs typeface="DejaVu Serif"/>
              </a:defRPr>
            </a:lvl8pPr>
            <a:lvl9pPr algn="l">
              <a:defRPr sz="3150" b="0">
                <a:solidFill>
                  <a:srgbClr val="EAC27A"/>
                </a:solidFill>
                <a:latin typeface="DejaVu Serif"/>
                <a:ea typeface="DejaVu Serif"/>
                <a:cs typeface="DejaVu Serif"/>
              </a:defRPr>
            </a:lvl9pPr>
          </a:lstStyle>
          <a:p xmlns:a="http://schemas.openxmlformats.org/drawingml/2006/main">
            <a:pPr algn="l">
              <a:defRPr sz="3150" b="0">
                <a:solidFill>
                  <a:srgbClr val="EAC27A"/>
                </a:solidFill>
                <a:latin typeface="DejaVu Serif"/>
                <a:ea typeface="DejaVu Serif"/>
                <a:cs typeface="DejaVu Serif"/>
              </a:defRPr>
            </a:pPr>
            <a:r>
              <a:rPr sz="3150" b="0">
                <a:solidFill>
                  <a:srgbClr val="EAC27A"/>
                </a:solidFill>
                <a:latin typeface="DejaVu Serif"/>
                <a:ea typeface="DejaVu Serif"/>
                <a:cs typeface="DejaVu Serif"/>
              </a:rPr>
              <a:t>2015</a:t>
            </a:r>
          </a:p>
        </p:txBody>
      </p:sp>
      <p:sp>
        <p:nvSpPr>
          <p:cNvPr id="12" name="layout-surface">
            <a:extLst xmlns:a="http://schemas.openxmlformats.org/drawingml/2006/main">
              <a:ext uri="{FF2B5EF4-FFF2-40B4-BE49-F238E27FC236}">
                <a16:creationId xmlns:a16="http://schemas.microsoft.com/office/drawing/2014/main" id="{CF8A9E47-93AF-44E9-ACE6-648395EF8EED}"/>
              </a:ext>
            </a:extLst>
          </p:cNvPr>
          <p:cNvSpPr>
            <a:spLocks xmlns:a="http://schemas.openxmlformats.org/drawingml/2006/main" noGrp="1"/>
          </p:cNvSpPr>
          <p:nvPr/>
        </p:nvSpPr>
        <p:spPr>
          <a:xfrm xmlns:a="http://schemas.openxmlformats.org/drawingml/2006/main">
            <a:off x="8229600" y="2562225"/>
            <a:ext cx="3276600" cy="19050"/>
          </a:xfrm>
          <a:prstGeom xmlns:a="http://schemas.openxmlformats.org/drawingml/2006/main" prst="rect">
            <a:avLst/>
          </a:prstGeom>
          <a:solidFill xmlns:a="http://schemas.openxmlformats.org/drawingml/2006/main">
            <a:srgbClr val="C74436"/>
          </a:solidFill>
          <a:ln xmlns:a="http://schemas.openxmlformats.org/drawingml/2006/main" w="0">
            <a:noFill/>
            <a:prstDash val="solid"/>
          </a:ln>
        </p:spPr>
      </p:sp>
      <p:sp>
        <p:nvSpPr>
          <p:cNvPr id="13" name="milestone-2">
            <a:extLst xmlns:a="http://schemas.openxmlformats.org/drawingml/2006/main">
              <a:ext uri="{FF2B5EF4-FFF2-40B4-BE49-F238E27FC236}">
                <a16:creationId xmlns:a16="http://schemas.microsoft.com/office/drawing/2014/main" id="{7B1ECDA8-336F-4254-AE5B-C6BEA3C65B3E}"/>
              </a:ext>
            </a:extLst>
          </p:cNvPr>
          <p:cNvSpPr>
            <a:spLocks xmlns:a="http://schemas.openxmlformats.org/drawingml/2006/main" noGrp="1"/>
          </p:cNvSpPr>
          <p:nvPr/>
        </p:nvSpPr>
        <p:spPr>
          <a:xfrm xmlns:a="http://schemas.openxmlformats.org/drawingml/2006/main">
            <a:off x="8229600" y="2714625"/>
            <a:ext cx="3390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Made in China 2025</a:t>
            </a:r>
          </a:p>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publicación</a:t>
            </a:r>
          </a:p>
        </p:txBody>
      </p:sp>
      <p:sp>
        <p:nvSpPr>
          <p:cNvPr id="14" name="year-3">
            <a:extLst xmlns:a="http://schemas.openxmlformats.org/drawingml/2006/main">
              <a:ext uri="{FF2B5EF4-FFF2-40B4-BE49-F238E27FC236}">
                <a16:creationId xmlns:a16="http://schemas.microsoft.com/office/drawing/2014/main" id="{8A5E40E6-5620-466E-BD06-9B176648F7AB}"/>
              </a:ext>
            </a:extLst>
          </p:cNvPr>
          <p:cNvSpPr>
            <a:spLocks xmlns:a="http://schemas.openxmlformats.org/drawingml/2006/main" noGrp="1"/>
          </p:cNvSpPr>
          <p:nvPr/>
        </p:nvSpPr>
        <p:spPr>
          <a:xfrm xmlns:a="http://schemas.openxmlformats.org/drawingml/2006/main">
            <a:off x="609600" y="3571875"/>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0">
                <a:solidFill>
                  <a:srgbClr val="EAC27A"/>
                </a:solidFill>
                <a:latin typeface="DejaVu Serif"/>
                <a:ea typeface="DejaVu Serif"/>
                <a:cs typeface="DejaVu Serif"/>
              </a:defRPr>
            </a:defPPr>
            <a:lvl1pPr algn="l">
              <a:defRPr sz="3150" b="0">
                <a:solidFill>
                  <a:srgbClr val="EAC27A"/>
                </a:solidFill>
                <a:latin typeface="DejaVu Serif"/>
                <a:ea typeface="DejaVu Serif"/>
                <a:cs typeface="DejaVu Serif"/>
              </a:defRPr>
            </a:lvl1pPr>
            <a:lvl2pPr algn="l">
              <a:defRPr sz="3150" b="0">
                <a:solidFill>
                  <a:srgbClr val="EAC27A"/>
                </a:solidFill>
                <a:latin typeface="DejaVu Serif"/>
                <a:ea typeface="DejaVu Serif"/>
                <a:cs typeface="DejaVu Serif"/>
              </a:defRPr>
            </a:lvl2pPr>
            <a:lvl3pPr algn="l">
              <a:defRPr sz="3150" b="0">
                <a:solidFill>
                  <a:srgbClr val="EAC27A"/>
                </a:solidFill>
                <a:latin typeface="DejaVu Serif"/>
                <a:ea typeface="DejaVu Serif"/>
                <a:cs typeface="DejaVu Serif"/>
              </a:defRPr>
            </a:lvl3pPr>
            <a:lvl4pPr algn="l">
              <a:defRPr sz="3150" b="0">
                <a:solidFill>
                  <a:srgbClr val="EAC27A"/>
                </a:solidFill>
                <a:latin typeface="DejaVu Serif"/>
                <a:ea typeface="DejaVu Serif"/>
                <a:cs typeface="DejaVu Serif"/>
              </a:defRPr>
            </a:lvl4pPr>
            <a:lvl5pPr algn="l">
              <a:defRPr sz="3150" b="0">
                <a:solidFill>
                  <a:srgbClr val="EAC27A"/>
                </a:solidFill>
                <a:latin typeface="DejaVu Serif"/>
                <a:ea typeface="DejaVu Serif"/>
                <a:cs typeface="DejaVu Serif"/>
              </a:defRPr>
            </a:lvl5pPr>
            <a:lvl6pPr algn="l">
              <a:defRPr sz="3150" b="0">
                <a:solidFill>
                  <a:srgbClr val="EAC27A"/>
                </a:solidFill>
                <a:latin typeface="DejaVu Serif"/>
                <a:ea typeface="DejaVu Serif"/>
                <a:cs typeface="DejaVu Serif"/>
              </a:defRPr>
            </a:lvl6pPr>
            <a:lvl7pPr algn="l">
              <a:defRPr sz="3150" b="0">
                <a:solidFill>
                  <a:srgbClr val="EAC27A"/>
                </a:solidFill>
                <a:latin typeface="DejaVu Serif"/>
                <a:ea typeface="DejaVu Serif"/>
                <a:cs typeface="DejaVu Serif"/>
              </a:defRPr>
            </a:lvl7pPr>
            <a:lvl8pPr algn="l">
              <a:defRPr sz="3150" b="0">
                <a:solidFill>
                  <a:srgbClr val="EAC27A"/>
                </a:solidFill>
                <a:latin typeface="DejaVu Serif"/>
                <a:ea typeface="DejaVu Serif"/>
                <a:cs typeface="DejaVu Serif"/>
              </a:defRPr>
            </a:lvl8pPr>
            <a:lvl9pPr algn="l">
              <a:defRPr sz="3150" b="0">
                <a:solidFill>
                  <a:srgbClr val="EAC27A"/>
                </a:solidFill>
                <a:latin typeface="DejaVu Serif"/>
                <a:ea typeface="DejaVu Serif"/>
                <a:cs typeface="DejaVu Serif"/>
              </a:defRPr>
            </a:lvl9pPr>
          </a:lstStyle>
          <a:p xmlns:a="http://schemas.openxmlformats.org/drawingml/2006/main">
            <a:pPr algn="l">
              <a:defRPr sz="3150" b="0">
                <a:solidFill>
                  <a:srgbClr val="EAC27A"/>
                </a:solidFill>
                <a:latin typeface="DejaVu Serif"/>
                <a:ea typeface="DejaVu Serif"/>
                <a:cs typeface="DejaVu Serif"/>
              </a:defRPr>
            </a:pPr>
            <a:r>
              <a:rPr sz="3150" b="0">
                <a:solidFill>
                  <a:srgbClr val="EAC27A"/>
                </a:solidFill>
                <a:latin typeface="DejaVu Serif"/>
                <a:ea typeface="DejaVu Serif"/>
                <a:cs typeface="DejaVu Serif"/>
              </a:rPr>
              <a:t>2017</a:t>
            </a:r>
          </a:p>
        </p:txBody>
      </p:sp>
      <p:sp>
        <p:nvSpPr>
          <p:cNvPr id="15" name="layout-surface">
            <a:extLst xmlns:a="http://schemas.openxmlformats.org/drawingml/2006/main">
              <a:ext uri="{FF2B5EF4-FFF2-40B4-BE49-F238E27FC236}">
                <a16:creationId xmlns:a16="http://schemas.microsoft.com/office/drawing/2014/main" id="{DCD04456-6F82-4CB3-8FFF-31AEC92244BA}"/>
              </a:ext>
            </a:extLst>
          </p:cNvPr>
          <p:cNvSpPr>
            <a:spLocks xmlns:a="http://schemas.openxmlformats.org/drawingml/2006/main" noGrp="1"/>
          </p:cNvSpPr>
          <p:nvPr/>
        </p:nvSpPr>
        <p:spPr>
          <a:xfrm xmlns:a="http://schemas.openxmlformats.org/drawingml/2006/main">
            <a:off x="609600" y="4152900"/>
            <a:ext cx="3276600" cy="19050"/>
          </a:xfrm>
          <a:prstGeom xmlns:a="http://schemas.openxmlformats.org/drawingml/2006/main" prst="rect">
            <a:avLst/>
          </a:prstGeom>
          <a:solidFill xmlns:a="http://schemas.openxmlformats.org/drawingml/2006/main">
            <a:srgbClr val="C74436"/>
          </a:solidFill>
          <a:ln xmlns:a="http://schemas.openxmlformats.org/drawingml/2006/main" w="0">
            <a:noFill/>
            <a:prstDash val="solid"/>
          </a:ln>
        </p:spPr>
      </p:sp>
      <p:sp>
        <p:nvSpPr>
          <p:cNvPr id="16" name="milestone-3">
            <a:extLst xmlns:a="http://schemas.openxmlformats.org/drawingml/2006/main">
              <a:ext uri="{FF2B5EF4-FFF2-40B4-BE49-F238E27FC236}">
                <a16:creationId xmlns:a16="http://schemas.microsoft.com/office/drawing/2014/main" id="{2CE6ACFB-6F98-40FE-BC74-F9DF816489DD}"/>
              </a:ext>
            </a:extLst>
          </p:cNvPr>
          <p:cNvSpPr>
            <a:spLocks xmlns:a="http://schemas.openxmlformats.org/drawingml/2006/main" noGrp="1"/>
          </p:cNvSpPr>
          <p:nvPr/>
        </p:nvSpPr>
        <p:spPr>
          <a:xfrm xmlns:a="http://schemas.openxmlformats.org/drawingml/2006/main">
            <a:off x="609600" y="4305300"/>
            <a:ext cx="3390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Plan de IA de</a:t>
            </a:r>
          </a:p>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Nueva Generación</a:t>
            </a:r>
          </a:p>
        </p:txBody>
      </p:sp>
      <p:sp>
        <p:nvSpPr>
          <p:cNvPr id="17" name="year-4">
            <a:extLst xmlns:a="http://schemas.openxmlformats.org/drawingml/2006/main">
              <a:ext uri="{FF2B5EF4-FFF2-40B4-BE49-F238E27FC236}">
                <a16:creationId xmlns:a16="http://schemas.microsoft.com/office/drawing/2014/main" id="{3AB97952-9318-41F7-92DD-23F99FD850E4}"/>
              </a:ext>
            </a:extLst>
          </p:cNvPr>
          <p:cNvSpPr>
            <a:spLocks xmlns:a="http://schemas.openxmlformats.org/drawingml/2006/main" noGrp="1"/>
          </p:cNvSpPr>
          <p:nvPr/>
        </p:nvSpPr>
        <p:spPr>
          <a:xfrm xmlns:a="http://schemas.openxmlformats.org/drawingml/2006/main">
            <a:off x="4419600" y="3571875"/>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0">
                <a:solidFill>
                  <a:srgbClr val="EAC27A"/>
                </a:solidFill>
                <a:latin typeface="DejaVu Serif"/>
                <a:ea typeface="DejaVu Serif"/>
                <a:cs typeface="DejaVu Serif"/>
              </a:defRPr>
            </a:defPPr>
            <a:lvl1pPr algn="l">
              <a:defRPr sz="3150" b="0">
                <a:solidFill>
                  <a:srgbClr val="EAC27A"/>
                </a:solidFill>
                <a:latin typeface="DejaVu Serif"/>
                <a:ea typeface="DejaVu Serif"/>
                <a:cs typeface="DejaVu Serif"/>
              </a:defRPr>
            </a:lvl1pPr>
            <a:lvl2pPr algn="l">
              <a:defRPr sz="3150" b="0">
                <a:solidFill>
                  <a:srgbClr val="EAC27A"/>
                </a:solidFill>
                <a:latin typeface="DejaVu Serif"/>
                <a:ea typeface="DejaVu Serif"/>
                <a:cs typeface="DejaVu Serif"/>
              </a:defRPr>
            </a:lvl2pPr>
            <a:lvl3pPr algn="l">
              <a:defRPr sz="3150" b="0">
                <a:solidFill>
                  <a:srgbClr val="EAC27A"/>
                </a:solidFill>
                <a:latin typeface="DejaVu Serif"/>
                <a:ea typeface="DejaVu Serif"/>
                <a:cs typeface="DejaVu Serif"/>
              </a:defRPr>
            </a:lvl3pPr>
            <a:lvl4pPr algn="l">
              <a:defRPr sz="3150" b="0">
                <a:solidFill>
                  <a:srgbClr val="EAC27A"/>
                </a:solidFill>
                <a:latin typeface="DejaVu Serif"/>
                <a:ea typeface="DejaVu Serif"/>
                <a:cs typeface="DejaVu Serif"/>
              </a:defRPr>
            </a:lvl4pPr>
            <a:lvl5pPr algn="l">
              <a:defRPr sz="3150" b="0">
                <a:solidFill>
                  <a:srgbClr val="EAC27A"/>
                </a:solidFill>
                <a:latin typeface="DejaVu Serif"/>
                <a:ea typeface="DejaVu Serif"/>
                <a:cs typeface="DejaVu Serif"/>
              </a:defRPr>
            </a:lvl5pPr>
            <a:lvl6pPr algn="l">
              <a:defRPr sz="3150" b="0">
                <a:solidFill>
                  <a:srgbClr val="EAC27A"/>
                </a:solidFill>
                <a:latin typeface="DejaVu Serif"/>
                <a:ea typeface="DejaVu Serif"/>
                <a:cs typeface="DejaVu Serif"/>
              </a:defRPr>
            </a:lvl6pPr>
            <a:lvl7pPr algn="l">
              <a:defRPr sz="3150" b="0">
                <a:solidFill>
                  <a:srgbClr val="EAC27A"/>
                </a:solidFill>
                <a:latin typeface="DejaVu Serif"/>
                <a:ea typeface="DejaVu Serif"/>
                <a:cs typeface="DejaVu Serif"/>
              </a:defRPr>
            </a:lvl7pPr>
            <a:lvl8pPr algn="l">
              <a:defRPr sz="3150" b="0">
                <a:solidFill>
                  <a:srgbClr val="EAC27A"/>
                </a:solidFill>
                <a:latin typeface="DejaVu Serif"/>
                <a:ea typeface="DejaVu Serif"/>
                <a:cs typeface="DejaVu Serif"/>
              </a:defRPr>
            </a:lvl8pPr>
            <a:lvl9pPr algn="l">
              <a:defRPr sz="3150" b="0">
                <a:solidFill>
                  <a:srgbClr val="EAC27A"/>
                </a:solidFill>
                <a:latin typeface="DejaVu Serif"/>
                <a:ea typeface="DejaVu Serif"/>
                <a:cs typeface="DejaVu Serif"/>
              </a:defRPr>
            </a:lvl9pPr>
          </a:lstStyle>
          <a:p xmlns:a="http://schemas.openxmlformats.org/drawingml/2006/main">
            <a:pPr algn="l">
              <a:defRPr sz="3150" b="0">
                <a:solidFill>
                  <a:srgbClr val="EAC27A"/>
                </a:solidFill>
                <a:latin typeface="DejaVu Serif"/>
                <a:ea typeface="DejaVu Serif"/>
                <a:cs typeface="DejaVu Serif"/>
              </a:defRPr>
            </a:pPr>
            <a:r>
              <a:rPr sz="3150" b="0">
                <a:solidFill>
                  <a:srgbClr val="EAC27A"/>
                </a:solidFill>
                <a:latin typeface="DejaVu Serif"/>
                <a:ea typeface="DejaVu Serif"/>
                <a:cs typeface="DejaVu Serif"/>
              </a:rPr>
              <a:t>2025</a:t>
            </a:r>
          </a:p>
        </p:txBody>
      </p:sp>
      <p:sp>
        <p:nvSpPr>
          <p:cNvPr id="18" name="layout-surface">
            <a:extLst xmlns:a="http://schemas.openxmlformats.org/drawingml/2006/main">
              <a:ext uri="{FF2B5EF4-FFF2-40B4-BE49-F238E27FC236}">
                <a16:creationId xmlns:a16="http://schemas.microsoft.com/office/drawing/2014/main" id="{F467E2DD-BE9C-4914-B144-746C1881F004}"/>
              </a:ext>
            </a:extLst>
          </p:cNvPr>
          <p:cNvSpPr>
            <a:spLocks xmlns:a="http://schemas.openxmlformats.org/drawingml/2006/main" noGrp="1"/>
          </p:cNvSpPr>
          <p:nvPr/>
        </p:nvSpPr>
        <p:spPr>
          <a:xfrm xmlns:a="http://schemas.openxmlformats.org/drawingml/2006/main">
            <a:off x="4419600" y="4152900"/>
            <a:ext cx="3276600" cy="19050"/>
          </a:xfrm>
          <a:prstGeom xmlns:a="http://schemas.openxmlformats.org/drawingml/2006/main" prst="rect">
            <a:avLst/>
          </a:prstGeom>
          <a:solidFill xmlns:a="http://schemas.openxmlformats.org/drawingml/2006/main">
            <a:srgbClr val="C74436"/>
          </a:solidFill>
          <a:ln xmlns:a="http://schemas.openxmlformats.org/drawingml/2006/main" w="0">
            <a:noFill/>
            <a:prstDash val="solid"/>
          </a:ln>
        </p:spPr>
      </p:sp>
      <p:sp>
        <p:nvSpPr>
          <p:cNvPr id="19" name="milestone-4">
            <a:extLst xmlns:a="http://schemas.openxmlformats.org/drawingml/2006/main">
              <a:ext uri="{FF2B5EF4-FFF2-40B4-BE49-F238E27FC236}">
                <a16:creationId xmlns:a16="http://schemas.microsoft.com/office/drawing/2014/main" id="{18748DBB-688F-4605-B99D-F6BFF9281456}"/>
              </a:ext>
            </a:extLst>
          </p:cNvPr>
          <p:cNvSpPr>
            <a:spLocks xmlns:a="http://schemas.openxmlformats.org/drawingml/2006/main" noGrp="1"/>
          </p:cNvSpPr>
          <p:nvPr/>
        </p:nvSpPr>
        <p:spPr>
          <a:xfrm xmlns:a="http://schemas.openxmlformats.org/drawingml/2006/main">
            <a:off x="4419600" y="4305300"/>
            <a:ext cx="3390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Directrices</a:t>
            </a:r>
          </a:p>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nacionales IA+</a:t>
            </a:r>
          </a:p>
        </p:txBody>
      </p:sp>
      <p:sp>
        <p:nvSpPr>
          <p:cNvPr id="20" name="year-5">
            <a:extLst xmlns:a="http://schemas.openxmlformats.org/drawingml/2006/main">
              <a:ext uri="{FF2B5EF4-FFF2-40B4-BE49-F238E27FC236}">
                <a16:creationId xmlns:a16="http://schemas.microsoft.com/office/drawing/2014/main" id="{943A243B-EFAB-4DE4-BC85-ED13C66C6049}"/>
              </a:ext>
            </a:extLst>
          </p:cNvPr>
          <p:cNvSpPr>
            <a:spLocks xmlns:a="http://schemas.openxmlformats.org/drawingml/2006/main" noGrp="1"/>
          </p:cNvSpPr>
          <p:nvPr/>
        </p:nvSpPr>
        <p:spPr>
          <a:xfrm xmlns:a="http://schemas.openxmlformats.org/drawingml/2006/main">
            <a:off x="8229600" y="3571875"/>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0">
                <a:solidFill>
                  <a:srgbClr val="EAC27A"/>
                </a:solidFill>
                <a:latin typeface="DejaVu Serif"/>
                <a:ea typeface="DejaVu Serif"/>
                <a:cs typeface="DejaVu Serif"/>
              </a:defRPr>
            </a:defPPr>
            <a:lvl1pPr algn="l">
              <a:defRPr sz="3150" b="0">
                <a:solidFill>
                  <a:srgbClr val="EAC27A"/>
                </a:solidFill>
                <a:latin typeface="DejaVu Serif"/>
                <a:ea typeface="DejaVu Serif"/>
                <a:cs typeface="DejaVu Serif"/>
              </a:defRPr>
            </a:lvl1pPr>
            <a:lvl2pPr algn="l">
              <a:defRPr sz="3150" b="0">
                <a:solidFill>
                  <a:srgbClr val="EAC27A"/>
                </a:solidFill>
                <a:latin typeface="DejaVu Serif"/>
                <a:ea typeface="DejaVu Serif"/>
                <a:cs typeface="DejaVu Serif"/>
              </a:defRPr>
            </a:lvl2pPr>
            <a:lvl3pPr algn="l">
              <a:defRPr sz="3150" b="0">
                <a:solidFill>
                  <a:srgbClr val="EAC27A"/>
                </a:solidFill>
                <a:latin typeface="DejaVu Serif"/>
                <a:ea typeface="DejaVu Serif"/>
                <a:cs typeface="DejaVu Serif"/>
              </a:defRPr>
            </a:lvl3pPr>
            <a:lvl4pPr algn="l">
              <a:defRPr sz="3150" b="0">
                <a:solidFill>
                  <a:srgbClr val="EAC27A"/>
                </a:solidFill>
                <a:latin typeface="DejaVu Serif"/>
                <a:ea typeface="DejaVu Serif"/>
                <a:cs typeface="DejaVu Serif"/>
              </a:defRPr>
            </a:lvl4pPr>
            <a:lvl5pPr algn="l">
              <a:defRPr sz="3150" b="0">
                <a:solidFill>
                  <a:srgbClr val="EAC27A"/>
                </a:solidFill>
                <a:latin typeface="DejaVu Serif"/>
                <a:ea typeface="DejaVu Serif"/>
                <a:cs typeface="DejaVu Serif"/>
              </a:defRPr>
            </a:lvl5pPr>
            <a:lvl6pPr algn="l">
              <a:defRPr sz="3150" b="0">
                <a:solidFill>
                  <a:srgbClr val="EAC27A"/>
                </a:solidFill>
                <a:latin typeface="DejaVu Serif"/>
                <a:ea typeface="DejaVu Serif"/>
                <a:cs typeface="DejaVu Serif"/>
              </a:defRPr>
            </a:lvl6pPr>
            <a:lvl7pPr algn="l">
              <a:defRPr sz="3150" b="0">
                <a:solidFill>
                  <a:srgbClr val="EAC27A"/>
                </a:solidFill>
                <a:latin typeface="DejaVu Serif"/>
                <a:ea typeface="DejaVu Serif"/>
                <a:cs typeface="DejaVu Serif"/>
              </a:defRPr>
            </a:lvl7pPr>
            <a:lvl8pPr algn="l">
              <a:defRPr sz="3150" b="0">
                <a:solidFill>
                  <a:srgbClr val="EAC27A"/>
                </a:solidFill>
                <a:latin typeface="DejaVu Serif"/>
                <a:ea typeface="DejaVu Serif"/>
                <a:cs typeface="DejaVu Serif"/>
              </a:defRPr>
            </a:lvl8pPr>
            <a:lvl9pPr algn="l">
              <a:defRPr sz="3150" b="0">
                <a:solidFill>
                  <a:srgbClr val="EAC27A"/>
                </a:solidFill>
                <a:latin typeface="DejaVu Serif"/>
                <a:ea typeface="DejaVu Serif"/>
                <a:cs typeface="DejaVu Serif"/>
              </a:defRPr>
            </a:lvl9pPr>
          </a:lstStyle>
          <a:p xmlns:a="http://schemas.openxmlformats.org/drawingml/2006/main">
            <a:pPr algn="l">
              <a:defRPr sz="3150" b="0">
                <a:solidFill>
                  <a:srgbClr val="EAC27A"/>
                </a:solidFill>
                <a:latin typeface="DejaVu Serif"/>
                <a:ea typeface="DejaVu Serif"/>
                <a:cs typeface="DejaVu Serif"/>
              </a:defRPr>
            </a:pPr>
            <a:r>
              <a:rPr sz="3150" b="0">
                <a:solidFill>
                  <a:srgbClr val="EAC27A"/>
                </a:solidFill>
                <a:latin typeface="DejaVu Serif"/>
                <a:ea typeface="DejaVu Serif"/>
                <a:cs typeface="DejaVu Serif"/>
              </a:rPr>
              <a:t>2026–2030</a:t>
            </a:r>
          </a:p>
        </p:txBody>
      </p:sp>
      <p:sp>
        <p:nvSpPr>
          <p:cNvPr id="21" name="layout-surface">
            <a:extLst xmlns:a="http://schemas.openxmlformats.org/drawingml/2006/main">
              <a:ext uri="{FF2B5EF4-FFF2-40B4-BE49-F238E27FC236}">
                <a16:creationId xmlns:a16="http://schemas.microsoft.com/office/drawing/2014/main" id="{94711DB4-D1CC-4AB2-BDDC-0F9973366840}"/>
              </a:ext>
            </a:extLst>
          </p:cNvPr>
          <p:cNvSpPr>
            <a:spLocks xmlns:a="http://schemas.openxmlformats.org/drawingml/2006/main" noGrp="1"/>
          </p:cNvSpPr>
          <p:nvPr/>
        </p:nvSpPr>
        <p:spPr>
          <a:xfrm xmlns:a="http://schemas.openxmlformats.org/drawingml/2006/main">
            <a:off x="8229600" y="4152900"/>
            <a:ext cx="3276600" cy="19050"/>
          </a:xfrm>
          <a:prstGeom xmlns:a="http://schemas.openxmlformats.org/drawingml/2006/main" prst="rect">
            <a:avLst/>
          </a:prstGeom>
          <a:solidFill xmlns:a="http://schemas.openxmlformats.org/drawingml/2006/main">
            <a:srgbClr val="C74436"/>
          </a:solidFill>
          <a:ln xmlns:a="http://schemas.openxmlformats.org/drawingml/2006/main" w="0">
            <a:noFill/>
            <a:prstDash val="solid"/>
          </a:ln>
        </p:spPr>
      </p:sp>
      <p:sp>
        <p:nvSpPr>
          <p:cNvPr id="22" name="milestone-5">
            <a:extLst xmlns:a="http://schemas.openxmlformats.org/drawingml/2006/main">
              <a:ext uri="{FF2B5EF4-FFF2-40B4-BE49-F238E27FC236}">
                <a16:creationId xmlns:a16="http://schemas.microsoft.com/office/drawing/2014/main" id="{192CAFBF-7D54-4E96-9125-11B05678D19B}"/>
              </a:ext>
            </a:extLst>
          </p:cNvPr>
          <p:cNvSpPr>
            <a:spLocks xmlns:a="http://schemas.openxmlformats.org/drawingml/2006/main" noGrp="1"/>
          </p:cNvSpPr>
          <p:nvPr/>
        </p:nvSpPr>
        <p:spPr>
          <a:xfrm xmlns:a="http://schemas.openxmlformats.org/drawingml/2006/main">
            <a:off x="8229600" y="4305300"/>
            <a:ext cx="3390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XV Plan</a:t>
            </a:r>
          </a:p>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Quinquenal</a:t>
            </a:r>
          </a:p>
        </p:txBody>
      </p:sp>
      <p:sp>
        <p:nvSpPr>
          <p:cNvPr id="23" name="layout-surface">
            <a:extLst xmlns:a="http://schemas.openxmlformats.org/drawingml/2006/main">
              <a:ext uri="{FF2B5EF4-FFF2-40B4-BE49-F238E27FC236}">
                <a16:creationId xmlns:a16="http://schemas.microsoft.com/office/drawing/2014/main" id="{21FE4A42-FE41-4BCA-96F1-62AB3182E0C7}"/>
              </a:ext>
            </a:extLst>
          </p:cNvPr>
          <p:cNvSpPr>
            <a:spLocks xmlns:a="http://schemas.openxmlformats.org/drawingml/2006/main" noGrp="1"/>
          </p:cNvSpPr>
          <p:nvPr/>
        </p:nvSpPr>
        <p:spPr>
          <a:xfrm xmlns:a="http://schemas.openxmlformats.org/drawingml/2006/main">
            <a:off x="457200" y="5610225"/>
            <a:ext cx="11277600" cy="752475"/>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4" name="thesis">
            <a:extLst xmlns:a="http://schemas.openxmlformats.org/drawingml/2006/main">
              <a:ext uri="{FF2B5EF4-FFF2-40B4-BE49-F238E27FC236}">
                <a16:creationId xmlns:a16="http://schemas.microsoft.com/office/drawing/2014/main" id="{3B3D77DF-77DE-474D-95BF-D13E36163BFB}"/>
              </a:ext>
            </a:extLst>
          </p:cNvPr>
          <p:cNvSpPr>
            <a:spLocks xmlns:a="http://schemas.openxmlformats.org/drawingml/2006/main" noGrp="1"/>
          </p:cNvSpPr>
          <p:nvPr/>
        </p:nvSpPr>
        <p:spPr>
          <a:xfrm xmlns:a="http://schemas.openxmlformats.org/drawingml/2006/main">
            <a:off x="609600" y="5705475"/>
            <a:ext cx="109728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Décadas de acumulación industrial y aprendizaje institucional sostienen la estrategia actual.</a:t>
            </a:r>
          </a:p>
        </p:txBody>
      </p:sp>
      <p:sp>
        <p:nvSpPr>
          <p:cNvPr id="25" name="layout-surface">
            <a:extLst xmlns:a="http://schemas.openxmlformats.org/drawingml/2006/main">
              <a:ext uri="{FF2B5EF4-FFF2-40B4-BE49-F238E27FC236}">
                <a16:creationId xmlns:a16="http://schemas.microsoft.com/office/drawing/2014/main" id="{15FF0011-8ED1-4DE8-8FA8-BFD503E4485A}"/>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6" name="attribution">
            <a:extLst xmlns:a="http://schemas.openxmlformats.org/drawingml/2006/main">
              <a:ext uri="{FF2B5EF4-FFF2-40B4-BE49-F238E27FC236}">
                <a16:creationId xmlns:a16="http://schemas.microsoft.com/office/drawing/2014/main" id="{20F64A39-A066-43AB-A822-AAE888D03F6D}"/>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27" name="sources-link">
            <a:extLst xmlns:a="http://schemas.openxmlformats.org/drawingml/2006/main">
              <a:ext uri="{FF2B5EF4-FFF2-40B4-BE49-F238E27FC236}">
                <a16:creationId xmlns:a16="http://schemas.microsoft.com/office/drawing/2014/main" id="{7A9CB96C-10D7-477A-837A-7CFBA5F7B111}"/>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5f00a291310a44d7"/>
              </a:rPr>
              <a:t>Fuentes y notas ↗</a:t>
            </a:r>
          </a:p>
        </p:txBody>
      </p:sp>
      <p:sp>
        <p:nvSpPr>
          <p:cNvPr id="28" name="page-number">
            <a:extLst xmlns:a="http://schemas.openxmlformats.org/drawingml/2006/main">
              <a:ext uri="{FF2B5EF4-FFF2-40B4-BE49-F238E27FC236}">
                <a16:creationId xmlns:a16="http://schemas.microsoft.com/office/drawing/2014/main" id="{C25BD1CF-485C-451B-8162-A9D4E52FE6C9}"/>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03 / 10</a:t>
            </a:r>
          </a:p>
        </p:txBody>
      </p:sp>
    </p:spTree>
    <p:extLst>
      <p:ext uri="{BB962C8B-B14F-4D97-AF65-F5344CB8AC3E}">
        <p14:creationId xmlns:p14="http://schemas.microsoft.com/office/powerpoint/2010/main" val="2050917992"/>
      </p:ext>
    </p:extLst>
  </p:cSld>
</p:sld>
</file>

<file path=ppt/slides/slide4.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6C576E92-55E7-46FD-9FC0-A5D2E4858AA8}"/>
              </a:ext>
            </a:extLst>
          </p:cNvPr>
          <p:cNvPicPr>
            <a:picLocks xmlns:a="http://schemas.openxmlformats.org/drawingml/2006/main" noChangeAspect="1"/>
          </p:cNvPicPr>
          <p:nvPr/>
        </p:nvPicPr>
        <p:blipFill>
          <a:blip xmlns:r="http://schemas.openxmlformats.org/officeDocument/2006/relationships" xmlns:a="http://schemas.openxmlformats.org/drawingml/2006/main" r:embed="R6914b1d68db6451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70DE8817-1571-4E67-8324-CB055E4E6834}"/>
              </a:ext>
            </a:extLst>
          </p:cNvPr>
          <p:cNvSpPr>
            <a:spLocks xmlns:a="http://schemas.openxmlformats.org/drawingml/2006/main" noGrp="1"/>
          </p:cNvSpPr>
          <p:nvPr/>
        </p:nvSpPr>
        <p:spPr>
          <a:xfrm xmlns:a="http://schemas.openxmlformats.org/drawingml/2006/main">
            <a:off x="0" y="1428750"/>
            <a:ext cx="7524750" cy="4048125"/>
          </a:xfrm>
          <a:prstGeom xmlns:a="http://schemas.openxmlformats.org/drawingml/2006/main" prst="rect">
            <a:avLst/>
          </a:prstGeom>
          <a:gradFill xmlns:a="http://schemas.openxmlformats.org/drawingml/2006/main">
            <a:gsLst>
              <a:gs pos="0">
                <a:srgbClr val="061521">
                  <a:alpha val="62000"/>
                </a:srgbClr>
              </a:gs>
              <a:gs pos="74000">
                <a:srgbClr val="061521">
                  <a:alpha val="58000"/>
                </a:srgbClr>
              </a:gs>
              <a:gs pos="100000">
                <a:srgbClr val="061521">
                  <a:alpha val="0"/>
                </a:srgbClr>
              </a:gs>
            </a:gsLst>
            <a:lin ang="0"/>
          </a:gra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95B8BD96-64A7-481E-BEE0-2F7DF44DA581}"/>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02 · TRAYECTORIA E INSTRUMENTOS</a:t>
            </a:r>
          </a:p>
        </p:txBody>
      </p:sp>
      <p:sp>
        <p:nvSpPr>
          <p:cNvPr id="4" name="slide-title">
            <a:extLst xmlns:a="http://schemas.openxmlformats.org/drawingml/2006/main">
              <a:ext uri="{FF2B5EF4-FFF2-40B4-BE49-F238E27FC236}">
                <a16:creationId xmlns:a16="http://schemas.microsoft.com/office/drawing/2014/main" id="{2EDDA6A4-210C-49BB-9B71-5ACE2FD640E4}"/>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Los instrumentos del Estado</a:t>
            </a:r>
          </a:p>
        </p:txBody>
      </p:sp>
      <p:sp>
        <p:nvSpPr>
          <p:cNvPr id="5" name="instrument-number-0">
            <a:extLst xmlns:a="http://schemas.openxmlformats.org/drawingml/2006/main">
              <a:ext uri="{FF2B5EF4-FFF2-40B4-BE49-F238E27FC236}">
                <a16:creationId xmlns:a16="http://schemas.microsoft.com/office/drawing/2014/main" id="{A1A479A4-9AEF-495D-9EEC-32CD740BE29D}"/>
              </a:ext>
            </a:extLst>
          </p:cNvPr>
          <p:cNvSpPr>
            <a:spLocks xmlns:a="http://schemas.openxmlformats.org/drawingml/2006/main" noGrp="1"/>
          </p:cNvSpPr>
          <p:nvPr/>
        </p:nvSpPr>
        <p:spPr>
          <a:xfrm xmlns:a="http://schemas.openxmlformats.org/drawingml/2006/main">
            <a:off x="609600" y="167640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C74436"/>
                </a:solidFill>
                <a:latin typeface="DejaVu Sans"/>
                <a:ea typeface="DejaVu Sans"/>
                <a:cs typeface="DejaVu Sans"/>
              </a:defRPr>
            </a:defPPr>
            <a:lvl1pPr algn="l">
              <a:defRPr sz="2025" b="0">
                <a:solidFill>
                  <a:srgbClr val="C74436"/>
                </a:solidFill>
                <a:latin typeface="DejaVu Sans"/>
                <a:ea typeface="DejaVu Sans"/>
                <a:cs typeface="DejaVu Sans"/>
              </a:defRPr>
            </a:lvl1pPr>
            <a:lvl2pPr algn="l">
              <a:defRPr sz="2025" b="0">
                <a:solidFill>
                  <a:srgbClr val="C74436"/>
                </a:solidFill>
                <a:latin typeface="DejaVu Sans"/>
                <a:ea typeface="DejaVu Sans"/>
                <a:cs typeface="DejaVu Sans"/>
              </a:defRPr>
            </a:lvl2pPr>
            <a:lvl3pPr algn="l">
              <a:defRPr sz="2025" b="0">
                <a:solidFill>
                  <a:srgbClr val="C74436"/>
                </a:solidFill>
                <a:latin typeface="DejaVu Sans"/>
                <a:ea typeface="DejaVu Sans"/>
                <a:cs typeface="DejaVu Sans"/>
              </a:defRPr>
            </a:lvl3pPr>
            <a:lvl4pPr algn="l">
              <a:defRPr sz="2025" b="0">
                <a:solidFill>
                  <a:srgbClr val="C74436"/>
                </a:solidFill>
                <a:latin typeface="DejaVu Sans"/>
                <a:ea typeface="DejaVu Sans"/>
                <a:cs typeface="DejaVu Sans"/>
              </a:defRPr>
            </a:lvl4pPr>
            <a:lvl5pPr algn="l">
              <a:defRPr sz="2025" b="0">
                <a:solidFill>
                  <a:srgbClr val="C74436"/>
                </a:solidFill>
                <a:latin typeface="DejaVu Sans"/>
                <a:ea typeface="DejaVu Sans"/>
                <a:cs typeface="DejaVu Sans"/>
              </a:defRPr>
            </a:lvl5pPr>
            <a:lvl6pPr algn="l">
              <a:defRPr sz="2025" b="0">
                <a:solidFill>
                  <a:srgbClr val="C74436"/>
                </a:solidFill>
                <a:latin typeface="DejaVu Sans"/>
                <a:ea typeface="DejaVu Sans"/>
                <a:cs typeface="DejaVu Sans"/>
              </a:defRPr>
            </a:lvl6pPr>
            <a:lvl7pPr algn="l">
              <a:defRPr sz="2025" b="0">
                <a:solidFill>
                  <a:srgbClr val="C74436"/>
                </a:solidFill>
                <a:latin typeface="DejaVu Sans"/>
                <a:ea typeface="DejaVu Sans"/>
                <a:cs typeface="DejaVu Sans"/>
              </a:defRPr>
            </a:lvl7pPr>
            <a:lvl8pPr algn="l">
              <a:defRPr sz="2025" b="0">
                <a:solidFill>
                  <a:srgbClr val="C74436"/>
                </a:solidFill>
                <a:latin typeface="DejaVu Sans"/>
                <a:ea typeface="DejaVu Sans"/>
                <a:cs typeface="DejaVu Sans"/>
              </a:defRPr>
            </a:lvl8pPr>
            <a:lvl9pPr algn="l">
              <a:defRPr sz="2025" b="0">
                <a:solidFill>
                  <a:srgbClr val="C74436"/>
                </a:solidFill>
                <a:latin typeface="DejaVu Sans"/>
                <a:ea typeface="DejaVu Sans"/>
                <a:cs typeface="DejaVu Sans"/>
              </a:defRPr>
            </a:lvl9pPr>
          </a:lstStyle>
          <a:p xmlns:a="http://schemas.openxmlformats.org/drawingml/2006/main">
            <a:pPr algn="l">
              <a:defRPr sz="2025" b="0">
                <a:solidFill>
                  <a:srgbClr val="C74436"/>
                </a:solidFill>
                <a:latin typeface="DejaVu Sans"/>
                <a:ea typeface="DejaVu Sans"/>
                <a:cs typeface="DejaVu Sans"/>
              </a:defRPr>
            </a:pPr>
            <a:r>
              <a:rPr sz="2025" b="0">
                <a:solidFill>
                  <a:srgbClr val="C74436"/>
                </a:solidFill>
                <a:latin typeface="DejaVu Sans"/>
                <a:ea typeface="DejaVu Sans"/>
                <a:cs typeface="DejaVu Sans"/>
              </a:rPr>
              <a:t>01</a:t>
            </a:r>
          </a:p>
        </p:txBody>
      </p:sp>
      <p:sp>
        <p:nvSpPr>
          <p:cNvPr id="6" name="instrument-0">
            <a:extLst xmlns:a="http://schemas.openxmlformats.org/drawingml/2006/main">
              <a:ext uri="{FF2B5EF4-FFF2-40B4-BE49-F238E27FC236}">
                <a16:creationId xmlns:a16="http://schemas.microsoft.com/office/drawing/2014/main" id="{E1BC13DB-246E-4D5E-BC2A-E6DE7FE55CD7}"/>
              </a:ext>
            </a:extLst>
          </p:cNvPr>
          <p:cNvSpPr>
            <a:spLocks xmlns:a="http://schemas.openxmlformats.org/drawingml/2006/main" noGrp="1"/>
          </p:cNvSpPr>
          <p:nvPr/>
        </p:nvSpPr>
        <p:spPr>
          <a:xfrm xmlns:a="http://schemas.openxmlformats.org/drawingml/2006/main">
            <a:off x="1181100" y="167640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F5F1E8"/>
                </a:solidFill>
                <a:latin typeface="DejaVu Sans"/>
                <a:ea typeface="DejaVu Sans"/>
                <a:cs typeface="DejaVu Sans"/>
              </a:defRPr>
            </a:defPPr>
            <a:lvl1pPr algn="l">
              <a:defRPr sz="2025" b="1">
                <a:solidFill>
                  <a:srgbClr val="F5F1E8"/>
                </a:solidFill>
                <a:latin typeface="DejaVu Sans"/>
                <a:ea typeface="DejaVu Sans"/>
                <a:cs typeface="DejaVu Sans"/>
              </a:defRPr>
            </a:lvl1pPr>
            <a:lvl2pPr algn="l">
              <a:defRPr sz="2025" b="1">
                <a:solidFill>
                  <a:srgbClr val="F5F1E8"/>
                </a:solidFill>
                <a:latin typeface="DejaVu Sans"/>
                <a:ea typeface="DejaVu Sans"/>
                <a:cs typeface="DejaVu Sans"/>
              </a:defRPr>
            </a:lvl2pPr>
            <a:lvl3pPr algn="l">
              <a:defRPr sz="2025" b="1">
                <a:solidFill>
                  <a:srgbClr val="F5F1E8"/>
                </a:solidFill>
                <a:latin typeface="DejaVu Sans"/>
                <a:ea typeface="DejaVu Sans"/>
                <a:cs typeface="DejaVu Sans"/>
              </a:defRPr>
            </a:lvl3pPr>
            <a:lvl4pPr algn="l">
              <a:defRPr sz="2025" b="1">
                <a:solidFill>
                  <a:srgbClr val="F5F1E8"/>
                </a:solidFill>
                <a:latin typeface="DejaVu Sans"/>
                <a:ea typeface="DejaVu Sans"/>
                <a:cs typeface="DejaVu Sans"/>
              </a:defRPr>
            </a:lvl4pPr>
            <a:lvl5pPr algn="l">
              <a:defRPr sz="2025" b="1">
                <a:solidFill>
                  <a:srgbClr val="F5F1E8"/>
                </a:solidFill>
                <a:latin typeface="DejaVu Sans"/>
                <a:ea typeface="DejaVu Sans"/>
                <a:cs typeface="DejaVu Sans"/>
              </a:defRPr>
            </a:lvl5pPr>
            <a:lvl6pPr algn="l">
              <a:defRPr sz="2025" b="1">
                <a:solidFill>
                  <a:srgbClr val="F5F1E8"/>
                </a:solidFill>
                <a:latin typeface="DejaVu Sans"/>
                <a:ea typeface="DejaVu Sans"/>
                <a:cs typeface="DejaVu Sans"/>
              </a:defRPr>
            </a:lvl6pPr>
            <a:lvl7pPr algn="l">
              <a:defRPr sz="2025" b="1">
                <a:solidFill>
                  <a:srgbClr val="F5F1E8"/>
                </a:solidFill>
                <a:latin typeface="DejaVu Sans"/>
                <a:ea typeface="DejaVu Sans"/>
                <a:cs typeface="DejaVu Sans"/>
              </a:defRPr>
            </a:lvl7pPr>
            <a:lvl8pPr algn="l">
              <a:defRPr sz="2025" b="1">
                <a:solidFill>
                  <a:srgbClr val="F5F1E8"/>
                </a:solidFill>
                <a:latin typeface="DejaVu Sans"/>
                <a:ea typeface="DejaVu Sans"/>
                <a:cs typeface="DejaVu Sans"/>
              </a:defRPr>
            </a:lvl8pPr>
            <a:lvl9pPr algn="l">
              <a:defRPr sz="2025" b="1">
                <a:solidFill>
                  <a:srgbClr val="F5F1E8"/>
                </a:solidFill>
                <a:latin typeface="DejaVu Sans"/>
                <a:ea typeface="DejaVu Sans"/>
                <a:cs typeface="DejaVu Sans"/>
              </a:defRPr>
            </a:lvl9pPr>
          </a:lstStyle>
          <a:p xmlns:a="http://schemas.openxmlformats.org/drawingml/2006/main">
            <a:pPr algn="l">
              <a:defRPr sz="2025" b="1">
                <a:solidFill>
                  <a:srgbClr val="F5F1E8"/>
                </a:solidFill>
                <a:latin typeface="DejaVu Sans"/>
                <a:ea typeface="DejaVu Sans"/>
                <a:cs typeface="DejaVu Sans"/>
              </a:defRPr>
            </a:pPr>
            <a:r>
              <a:rPr sz="2025" b="1">
                <a:solidFill>
                  <a:srgbClr val="F5F1E8"/>
                </a:solidFill>
                <a:latin typeface="DejaVu Sans"/>
                <a:ea typeface="DejaVu Sans"/>
                <a:cs typeface="DejaVu Sans"/>
              </a:rPr>
              <a:t>Planes nacionales y sectoriales</a:t>
            </a:r>
          </a:p>
        </p:txBody>
      </p:sp>
      <p:sp>
        <p:nvSpPr>
          <p:cNvPr id="7" name="mechanism-0">
            <a:extLst xmlns:a="http://schemas.openxmlformats.org/drawingml/2006/main">
              <a:ext uri="{FF2B5EF4-FFF2-40B4-BE49-F238E27FC236}">
                <a16:creationId xmlns:a16="http://schemas.microsoft.com/office/drawing/2014/main" id="{E20007AC-BDD1-4AA3-AEEE-DE1CED3FD511}"/>
              </a:ext>
            </a:extLst>
          </p:cNvPr>
          <p:cNvSpPr>
            <a:spLocks xmlns:a="http://schemas.openxmlformats.org/drawingml/2006/main" noGrp="1"/>
          </p:cNvSpPr>
          <p:nvPr/>
        </p:nvSpPr>
        <p:spPr>
          <a:xfrm xmlns:a="http://schemas.openxmlformats.org/drawingml/2006/main">
            <a:off x="1181100" y="2038350"/>
            <a:ext cx="914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B8C7D2"/>
                </a:solidFill>
                <a:latin typeface="DejaVu Sans"/>
                <a:ea typeface="DejaVu Sans"/>
                <a:cs typeface="DejaVu Sans"/>
              </a:defRPr>
            </a:defPPr>
            <a:lvl1pPr algn="l">
              <a:defRPr sz="1725" b="0">
                <a:solidFill>
                  <a:srgbClr val="B8C7D2"/>
                </a:solidFill>
                <a:latin typeface="DejaVu Sans"/>
                <a:ea typeface="DejaVu Sans"/>
                <a:cs typeface="DejaVu Sans"/>
              </a:defRPr>
            </a:lvl1pPr>
            <a:lvl2pPr algn="l">
              <a:defRPr sz="1725" b="0">
                <a:solidFill>
                  <a:srgbClr val="B8C7D2"/>
                </a:solidFill>
                <a:latin typeface="DejaVu Sans"/>
                <a:ea typeface="DejaVu Sans"/>
                <a:cs typeface="DejaVu Sans"/>
              </a:defRPr>
            </a:lvl2pPr>
            <a:lvl3pPr algn="l">
              <a:defRPr sz="1725" b="0">
                <a:solidFill>
                  <a:srgbClr val="B8C7D2"/>
                </a:solidFill>
                <a:latin typeface="DejaVu Sans"/>
                <a:ea typeface="DejaVu Sans"/>
                <a:cs typeface="DejaVu Sans"/>
              </a:defRPr>
            </a:lvl3pPr>
            <a:lvl4pPr algn="l">
              <a:defRPr sz="1725" b="0">
                <a:solidFill>
                  <a:srgbClr val="B8C7D2"/>
                </a:solidFill>
                <a:latin typeface="DejaVu Sans"/>
                <a:ea typeface="DejaVu Sans"/>
                <a:cs typeface="DejaVu Sans"/>
              </a:defRPr>
            </a:lvl4pPr>
            <a:lvl5pPr algn="l">
              <a:defRPr sz="1725" b="0">
                <a:solidFill>
                  <a:srgbClr val="B8C7D2"/>
                </a:solidFill>
                <a:latin typeface="DejaVu Sans"/>
                <a:ea typeface="DejaVu Sans"/>
                <a:cs typeface="DejaVu Sans"/>
              </a:defRPr>
            </a:lvl5pPr>
            <a:lvl6pPr algn="l">
              <a:defRPr sz="1725" b="0">
                <a:solidFill>
                  <a:srgbClr val="B8C7D2"/>
                </a:solidFill>
                <a:latin typeface="DejaVu Sans"/>
                <a:ea typeface="DejaVu Sans"/>
                <a:cs typeface="DejaVu Sans"/>
              </a:defRPr>
            </a:lvl6pPr>
            <a:lvl7pPr algn="l">
              <a:defRPr sz="1725" b="0">
                <a:solidFill>
                  <a:srgbClr val="B8C7D2"/>
                </a:solidFill>
                <a:latin typeface="DejaVu Sans"/>
                <a:ea typeface="DejaVu Sans"/>
                <a:cs typeface="DejaVu Sans"/>
              </a:defRPr>
            </a:lvl7pPr>
            <a:lvl8pPr algn="l">
              <a:defRPr sz="1725" b="0">
                <a:solidFill>
                  <a:srgbClr val="B8C7D2"/>
                </a:solidFill>
                <a:latin typeface="DejaVu Sans"/>
                <a:ea typeface="DejaVu Sans"/>
                <a:cs typeface="DejaVu Sans"/>
              </a:defRPr>
            </a:lvl8pPr>
            <a:lvl9pPr algn="l">
              <a:defRPr sz="1725" b="0">
                <a:solidFill>
                  <a:srgbClr val="B8C7D2"/>
                </a:solidFill>
                <a:latin typeface="DejaVu Sans"/>
                <a:ea typeface="DejaVu Sans"/>
                <a:cs typeface="DejaVu Sans"/>
              </a:defRPr>
            </a:lvl9pPr>
          </a:lstStyle>
          <a:p xmlns:a="http://schemas.openxmlformats.org/drawingml/2006/main">
            <a:pPr algn="l">
              <a:defRPr sz="1725" b="0">
                <a:solidFill>
                  <a:srgbClr val="B8C7D2"/>
                </a:solidFill>
                <a:latin typeface="DejaVu Sans"/>
                <a:ea typeface="DejaVu Sans"/>
                <a:cs typeface="DejaVu Sans"/>
              </a:defRPr>
            </a:pPr>
            <a:r>
              <a:rPr sz="1725" b="0">
                <a:solidFill>
                  <a:srgbClr val="B8C7D2"/>
                </a:solidFill>
                <a:latin typeface="DejaVu Sans"/>
                <a:ea typeface="DejaVu Sans"/>
                <a:cs typeface="DejaVu Sans"/>
              </a:rPr>
              <a:t>Prioridades y expectativas de inversión</a:t>
            </a:r>
          </a:p>
        </p:txBody>
      </p:sp>
      <p:sp>
        <p:nvSpPr>
          <p:cNvPr id="8" name="instrument-number-1">
            <a:extLst xmlns:a="http://schemas.openxmlformats.org/drawingml/2006/main">
              <a:ext uri="{FF2B5EF4-FFF2-40B4-BE49-F238E27FC236}">
                <a16:creationId xmlns:a16="http://schemas.microsoft.com/office/drawing/2014/main" id="{9DC6D0B3-FAC0-409C-99A9-77CD26DBB9BC}"/>
              </a:ext>
            </a:extLst>
          </p:cNvPr>
          <p:cNvSpPr>
            <a:spLocks xmlns:a="http://schemas.openxmlformats.org/drawingml/2006/main" noGrp="1"/>
          </p:cNvSpPr>
          <p:nvPr/>
        </p:nvSpPr>
        <p:spPr>
          <a:xfrm xmlns:a="http://schemas.openxmlformats.org/drawingml/2006/main">
            <a:off x="609600" y="24193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C74436"/>
                </a:solidFill>
                <a:latin typeface="DejaVu Sans"/>
                <a:ea typeface="DejaVu Sans"/>
                <a:cs typeface="DejaVu Sans"/>
              </a:defRPr>
            </a:defPPr>
            <a:lvl1pPr algn="l">
              <a:defRPr sz="2025" b="0">
                <a:solidFill>
                  <a:srgbClr val="C74436"/>
                </a:solidFill>
                <a:latin typeface="DejaVu Sans"/>
                <a:ea typeface="DejaVu Sans"/>
                <a:cs typeface="DejaVu Sans"/>
              </a:defRPr>
            </a:lvl1pPr>
            <a:lvl2pPr algn="l">
              <a:defRPr sz="2025" b="0">
                <a:solidFill>
                  <a:srgbClr val="C74436"/>
                </a:solidFill>
                <a:latin typeface="DejaVu Sans"/>
                <a:ea typeface="DejaVu Sans"/>
                <a:cs typeface="DejaVu Sans"/>
              </a:defRPr>
            </a:lvl2pPr>
            <a:lvl3pPr algn="l">
              <a:defRPr sz="2025" b="0">
                <a:solidFill>
                  <a:srgbClr val="C74436"/>
                </a:solidFill>
                <a:latin typeface="DejaVu Sans"/>
                <a:ea typeface="DejaVu Sans"/>
                <a:cs typeface="DejaVu Sans"/>
              </a:defRPr>
            </a:lvl3pPr>
            <a:lvl4pPr algn="l">
              <a:defRPr sz="2025" b="0">
                <a:solidFill>
                  <a:srgbClr val="C74436"/>
                </a:solidFill>
                <a:latin typeface="DejaVu Sans"/>
                <a:ea typeface="DejaVu Sans"/>
                <a:cs typeface="DejaVu Sans"/>
              </a:defRPr>
            </a:lvl4pPr>
            <a:lvl5pPr algn="l">
              <a:defRPr sz="2025" b="0">
                <a:solidFill>
                  <a:srgbClr val="C74436"/>
                </a:solidFill>
                <a:latin typeface="DejaVu Sans"/>
                <a:ea typeface="DejaVu Sans"/>
                <a:cs typeface="DejaVu Sans"/>
              </a:defRPr>
            </a:lvl5pPr>
            <a:lvl6pPr algn="l">
              <a:defRPr sz="2025" b="0">
                <a:solidFill>
                  <a:srgbClr val="C74436"/>
                </a:solidFill>
                <a:latin typeface="DejaVu Sans"/>
                <a:ea typeface="DejaVu Sans"/>
                <a:cs typeface="DejaVu Sans"/>
              </a:defRPr>
            </a:lvl6pPr>
            <a:lvl7pPr algn="l">
              <a:defRPr sz="2025" b="0">
                <a:solidFill>
                  <a:srgbClr val="C74436"/>
                </a:solidFill>
                <a:latin typeface="DejaVu Sans"/>
                <a:ea typeface="DejaVu Sans"/>
                <a:cs typeface="DejaVu Sans"/>
              </a:defRPr>
            </a:lvl7pPr>
            <a:lvl8pPr algn="l">
              <a:defRPr sz="2025" b="0">
                <a:solidFill>
                  <a:srgbClr val="C74436"/>
                </a:solidFill>
                <a:latin typeface="DejaVu Sans"/>
                <a:ea typeface="DejaVu Sans"/>
                <a:cs typeface="DejaVu Sans"/>
              </a:defRPr>
            </a:lvl8pPr>
            <a:lvl9pPr algn="l">
              <a:defRPr sz="2025" b="0">
                <a:solidFill>
                  <a:srgbClr val="C74436"/>
                </a:solidFill>
                <a:latin typeface="DejaVu Sans"/>
                <a:ea typeface="DejaVu Sans"/>
                <a:cs typeface="DejaVu Sans"/>
              </a:defRPr>
            </a:lvl9pPr>
          </a:lstStyle>
          <a:p xmlns:a="http://schemas.openxmlformats.org/drawingml/2006/main">
            <a:pPr algn="l">
              <a:defRPr sz="2025" b="0">
                <a:solidFill>
                  <a:srgbClr val="C74436"/>
                </a:solidFill>
                <a:latin typeface="DejaVu Sans"/>
                <a:ea typeface="DejaVu Sans"/>
                <a:cs typeface="DejaVu Sans"/>
              </a:defRPr>
            </a:pPr>
            <a:r>
              <a:rPr sz="2025" b="0">
                <a:solidFill>
                  <a:srgbClr val="C74436"/>
                </a:solidFill>
                <a:latin typeface="DejaVu Sans"/>
                <a:ea typeface="DejaVu Sans"/>
                <a:cs typeface="DejaVu Sans"/>
              </a:rPr>
              <a:t>02</a:t>
            </a:r>
          </a:p>
        </p:txBody>
      </p:sp>
      <p:sp>
        <p:nvSpPr>
          <p:cNvPr id="9" name="instrument-1">
            <a:extLst xmlns:a="http://schemas.openxmlformats.org/drawingml/2006/main">
              <a:ext uri="{FF2B5EF4-FFF2-40B4-BE49-F238E27FC236}">
                <a16:creationId xmlns:a16="http://schemas.microsoft.com/office/drawing/2014/main" id="{C1A8B793-F55F-4935-9B67-4D0BDE07F717}"/>
              </a:ext>
            </a:extLst>
          </p:cNvPr>
          <p:cNvSpPr>
            <a:spLocks xmlns:a="http://schemas.openxmlformats.org/drawingml/2006/main" noGrp="1"/>
          </p:cNvSpPr>
          <p:nvPr/>
        </p:nvSpPr>
        <p:spPr>
          <a:xfrm xmlns:a="http://schemas.openxmlformats.org/drawingml/2006/main">
            <a:off x="1181100" y="24193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F5F1E8"/>
                </a:solidFill>
                <a:latin typeface="DejaVu Sans"/>
                <a:ea typeface="DejaVu Sans"/>
                <a:cs typeface="DejaVu Sans"/>
              </a:defRPr>
            </a:defPPr>
            <a:lvl1pPr algn="l">
              <a:defRPr sz="2025" b="1">
                <a:solidFill>
                  <a:srgbClr val="F5F1E8"/>
                </a:solidFill>
                <a:latin typeface="DejaVu Sans"/>
                <a:ea typeface="DejaVu Sans"/>
                <a:cs typeface="DejaVu Sans"/>
              </a:defRPr>
            </a:lvl1pPr>
            <a:lvl2pPr algn="l">
              <a:defRPr sz="2025" b="1">
                <a:solidFill>
                  <a:srgbClr val="F5F1E8"/>
                </a:solidFill>
                <a:latin typeface="DejaVu Sans"/>
                <a:ea typeface="DejaVu Sans"/>
                <a:cs typeface="DejaVu Sans"/>
              </a:defRPr>
            </a:lvl2pPr>
            <a:lvl3pPr algn="l">
              <a:defRPr sz="2025" b="1">
                <a:solidFill>
                  <a:srgbClr val="F5F1E8"/>
                </a:solidFill>
                <a:latin typeface="DejaVu Sans"/>
                <a:ea typeface="DejaVu Sans"/>
                <a:cs typeface="DejaVu Sans"/>
              </a:defRPr>
            </a:lvl3pPr>
            <a:lvl4pPr algn="l">
              <a:defRPr sz="2025" b="1">
                <a:solidFill>
                  <a:srgbClr val="F5F1E8"/>
                </a:solidFill>
                <a:latin typeface="DejaVu Sans"/>
                <a:ea typeface="DejaVu Sans"/>
                <a:cs typeface="DejaVu Sans"/>
              </a:defRPr>
            </a:lvl4pPr>
            <a:lvl5pPr algn="l">
              <a:defRPr sz="2025" b="1">
                <a:solidFill>
                  <a:srgbClr val="F5F1E8"/>
                </a:solidFill>
                <a:latin typeface="DejaVu Sans"/>
                <a:ea typeface="DejaVu Sans"/>
                <a:cs typeface="DejaVu Sans"/>
              </a:defRPr>
            </a:lvl5pPr>
            <a:lvl6pPr algn="l">
              <a:defRPr sz="2025" b="1">
                <a:solidFill>
                  <a:srgbClr val="F5F1E8"/>
                </a:solidFill>
                <a:latin typeface="DejaVu Sans"/>
                <a:ea typeface="DejaVu Sans"/>
                <a:cs typeface="DejaVu Sans"/>
              </a:defRPr>
            </a:lvl6pPr>
            <a:lvl7pPr algn="l">
              <a:defRPr sz="2025" b="1">
                <a:solidFill>
                  <a:srgbClr val="F5F1E8"/>
                </a:solidFill>
                <a:latin typeface="DejaVu Sans"/>
                <a:ea typeface="DejaVu Sans"/>
                <a:cs typeface="DejaVu Sans"/>
              </a:defRPr>
            </a:lvl7pPr>
            <a:lvl8pPr algn="l">
              <a:defRPr sz="2025" b="1">
                <a:solidFill>
                  <a:srgbClr val="F5F1E8"/>
                </a:solidFill>
                <a:latin typeface="DejaVu Sans"/>
                <a:ea typeface="DejaVu Sans"/>
                <a:cs typeface="DejaVu Sans"/>
              </a:defRPr>
            </a:lvl8pPr>
            <a:lvl9pPr algn="l">
              <a:defRPr sz="2025" b="1">
                <a:solidFill>
                  <a:srgbClr val="F5F1E8"/>
                </a:solidFill>
                <a:latin typeface="DejaVu Sans"/>
                <a:ea typeface="DejaVu Sans"/>
                <a:cs typeface="DejaVu Sans"/>
              </a:defRPr>
            </a:lvl9pPr>
          </a:lstStyle>
          <a:p xmlns:a="http://schemas.openxmlformats.org/drawingml/2006/main">
            <a:pPr algn="l">
              <a:defRPr sz="2025" b="1">
                <a:solidFill>
                  <a:srgbClr val="F5F1E8"/>
                </a:solidFill>
                <a:latin typeface="DejaVu Sans"/>
                <a:ea typeface="DejaVu Sans"/>
                <a:cs typeface="DejaVu Sans"/>
              </a:defRPr>
            </a:pPr>
            <a:r>
              <a:rPr sz="2025" b="1">
                <a:solidFill>
                  <a:srgbClr val="F5F1E8"/>
                </a:solidFill>
                <a:latin typeface="DejaVu Sans"/>
                <a:ea typeface="DejaVu Sans"/>
                <a:cs typeface="DejaVu Sans"/>
              </a:rPr>
              <a:t>Bancos públicos y fondos industriales</a:t>
            </a:r>
          </a:p>
        </p:txBody>
      </p:sp>
      <p:sp>
        <p:nvSpPr>
          <p:cNvPr id="10" name="mechanism-1">
            <a:extLst xmlns:a="http://schemas.openxmlformats.org/drawingml/2006/main">
              <a:ext uri="{FF2B5EF4-FFF2-40B4-BE49-F238E27FC236}">
                <a16:creationId xmlns:a16="http://schemas.microsoft.com/office/drawing/2014/main" id="{41C68970-3956-4F36-83D0-57CF03650516}"/>
              </a:ext>
            </a:extLst>
          </p:cNvPr>
          <p:cNvSpPr>
            <a:spLocks xmlns:a="http://schemas.openxmlformats.org/drawingml/2006/main" noGrp="1"/>
          </p:cNvSpPr>
          <p:nvPr/>
        </p:nvSpPr>
        <p:spPr>
          <a:xfrm xmlns:a="http://schemas.openxmlformats.org/drawingml/2006/main">
            <a:off x="1181100" y="2781300"/>
            <a:ext cx="914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B8C7D2"/>
                </a:solidFill>
                <a:latin typeface="DejaVu Sans"/>
                <a:ea typeface="DejaVu Sans"/>
                <a:cs typeface="DejaVu Sans"/>
              </a:defRPr>
            </a:defPPr>
            <a:lvl1pPr algn="l">
              <a:defRPr sz="1725" b="0">
                <a:solidFill>
                  <a:srgbClr val="B8C7D2"/>
                </a:solidFill>
                <a:latin typeface="DejaVu Sans"/>
                <a:ea typeface="DejaVu Sans"/>
                <a:cs typeface="DejaVu Sans"/>
              </a:defRPr>
            </a:lvl1pPr>
            <a:lvl2pPr algn="l">
              <a:defRPr sz="1725" b="0">
                <a:solidFill>
                  <a:srgbClr val="B8C7D2"/>
                </a:solidFill>
                <a:latin typeface="DejaVu Sans"/>
                <a:ea typeface="DejaVu Sans"/>
                <a:cs typeface="DejaVu Sans"/>
              </a:defRPr>
            </a:lvl2pPr>
            <a:lvl3pPr algn="l">
              <a:defRPr sz="1725" b="0">
                <a:solidFill>
                  <a:srgbClr val="B8C7D2"/>
                </a:solidFill>
                <a:latin typeface="DejaVu Sans"/>
                <a:ea typeface="DejaVu Sans"/>
                <a:cs typeface="DejaVu Sans"/>
              </a:defRPr>
            </a:lvl3pPr>
            <a:lvl4pPr algn="l">
              <a:defRPr sz="1725" b="0">
                <a:solidFill>
                  <a:srgbClr val="B8C7D2"/>
                </a:solidFill>
                <a:latin typeface="DejaVu Sans"/>
                <a:ea typeface="DejaVu Sans"/>
                <a:cs typeface="DejaVu Sans"/>
              </a:defRPr>
            </a:lvl4pPr>
            <a:lvl5pPr algn="l">
              <a:defRPr sz="1725" b="0">
                <a:solidFill>
                  <a:srgbClr val="B8C7D2"/>
                </a:solidFill>
                <a:latin typeface="DejaVu Sans"/>
                <a:ea typeface="DejaVu Sans"/>
                <a:cs typeface="DejaVu Sans"/>
              </a:defRPr>
            </a:lvl5pPr>
            <a:lvl6pPr algn="l">
              <a:defRPr sz="1725" b="0">
                <a:solidFill>
                  <a:srgbClr val="B8C7D2"/>
                </a:solidFill>
                <a:latin typeface="DejaVu Sans"/>
                <a:ea typeface="DejaVu Sans"/>
                <a:cs typeface="DejaVu Sans"/>
              </a:defRPr>
            </a:lvl6pPr>
            <a:lvl7pPr algn="l">
              <a:defRPr sz="1725" b="0">
                <a:solidFill>
                  <a:srgbClr val="B8C7D2"/>
                </a:solidFill>
                <a:latin typeface="DejaVu Sans"/>
                <a:ea typeface="DejaVu Sans"/>
                <a:cs typeface="DejaVu Sans"/>
              </a:defRPr>
            </a:lvl7pPr>
            <a:lvl8pPr algn="l">
              <a:defRPr sz="1725" b="0">
                <a:solidFill>
                  <a:srgbClr val="B8C7D2"/>
                </a:solidFill>
                <a:latin typeface="DejaVu Sans"/>
                <a:ea typeface="DejaVu Sans"/>
                <a:cs typeface="DejaVu Sans"/>
              </a:defRPr>
            </a:lvl8pPr>
            <a:lvl9pPr algn="l">
              <a:defRPr sz="1725" b="0">
                <a:solidFill>
                  <a:srgbClr val="B8C7D2"/>
                </a:solidFill>
                <a:latin typeface="DejaVu Sans"/>
                <a:ea typeface="DejaVu Sans"/>
                <a:cs typeface="DejaVu Sans"/>
              </a:defRPr>
            </a:lvl9pPr>
          </a:lstStyle>
          <a:p xmlns:a="http://schemas.openxmlformats.org/drawingml/2006/main">
            <a:pPr algn="l">
              <a:defRPr sz="1725" b="0">
                <a:solidFill>
                  <a:srgbClr val="B8C7D2"/>
                </a:solidFill>
                <a:latin typeface="DejaVu Sans"/>
                <a:ea typeface="DejaVu Sans"/>
                <a:cs typeface="DejaVu Sans"/>
              </a:defRPr>
            </a:pPr>
            <a:r>
              <a:rPr sz="1725" b="0">
                <a:solidFill>
                  <a:srgbClr val="B8C7D2"/>
                </a:solidFill>
                <a:latin typeface="DejaVu Sans"/>
                <a:ea typeface="DejaVu Sans"/>
                <a:cs typeface="DejaVu Sans"/>
              </a:rPr>
              <a:t>Financiamiento de largo plazo y riesgo compartido</a:t>
            </a:r>
          </a:p>
        </p:txBody>
      </p:sp>
      <p:sp>
        <p:nvSpPr>
          <p:cNvPr id="11" name="instrument-number-2">
            <a:extLst xmlns:a="http://schemas.openxmlformats.org/drawingml/2006/main">
              <a:ext uri="{FF2B5EF4-FFF2-40B4-BE49-F238E27FC236}">
                <a16:creationId xmlns:a16="http://schemas.microsoft.com/office/drawing/2014/main" id="{F897A939-2B6E-4CFD-93FD-CC75669B95F0}"/>
              </a:ext>
            </a:extLst>
          </p:cNvPr>
          <p:cNvSpPr>
            <a:spLocks xmlns:a="http://schemas.openxmlformats.org/drawingml/2006/main" noGrp="1"/>
          </p:cNvSpPr>
          <p:nvPr/>
        </p:nvSpPr>
        <p:spPr>
          <a:xfrm xmlns:a="http://schemas.openxmlformats.org/drawingml/2006/main">
            <a:off x="609600" y="316230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C74436"/>
                </a:solidFill>
                <a:latin typeface="DejaVu Sans"/>
                <a:ea typeface="DejaVu Sans"/>
                <a:cs typeface="DejaVu Sans"/>
              </a:defRPr>
            </a:defPPr>
            <a:lvl1pPr algn="l">
              <a:defRPr sz="2025" b="0">
                <a:solidFill>
                  <a:srgbClr val="C74436"/>
                </a:solidFill>
                <a:latin typeface="DejaVu Sans"/>
                <a:ea typeface="DejaVu Sans"/>
                <a:cs typeface="DejaVu Sans"/>
              </a:defRPr>
            </a:lvl1pPr>
            <a:lvl2pPr algn="l">
              <a:defRPr sz="2025" b="0">
                <a:solidFill>
                  <a:srgbClr val="C74436"/>
                </a:solidFill>
                <a:latin typeface="DejaVu Sans"/>
                <a:ea typeface="DejaVu Sans"/>
                <a:cs typeface="DejaVu Sans"/>
              </a:defRPr>
            </a:lvl2pPr>
            <a:lvl3pPr algn="l">
              <a:defRPr sz="2025" b="0">
                <a:solidFill>
                  <a:srgbClr val="C74436"/>
                </a:solidFill>
                <a:latin typeface="DejaVu Sans"/>
                <a:ea typeface="DejaVu Sans"/>
                <a:cs typeface="DejaVu Sans"/>
              </a:defRPr>
            </a:lvl3pPr>
            <a:lvl4pPr algn="l">
              <a:defRPr sz="2025" b="0">
                <a:solidFill>
                  <a:srgbClr val="C74436"/>
                </a:solidFill>
                <a:latin typeface="DejaVu Sans"/>
                <a:ea typeface="DejaVu Sans"/>
                <a:cs typeface="DejaVu Sans"/>
              </a:defRPr>
            </a:lvl4pPr>
            <a:lvl5pPr algn="l">
              <a:defRPr sz="2025" b="0">
                <a:solidFill>
                  <a:srgbClr val="C74436"/>
                </a:solidFill>
                <a:latin typeface="DejaVu Sans"/>
                <a:ea typeface="DejaVu Sans"/>
                <a:cs typeface="DejaVu Sans"/>
              </a:defRPr>
            </a:lvl5pPr>
            <a:lvl6pPr algn="l">
              <a:defRPr sz="2025" b="0">
                <a:solidFill>
                  <a:srgbClr val="C74436"/>
                </a:solidFill>
                <a:latin typeface="DejaVu Sans"/>
                <a:ea typeface="DejaVu Sans"/>
                <a:cs typeface="DejaVu Sans"/>
              </a:defRPr>
            </a:lvl6pPr>
            <a:lvl7pPr algn="l">
              <a:defRPr sz="2025" b="0">
                <a:solidFill>
                  <a:srgbClr val="C74436"/>
                </a:solidFill>
                <a:latin typeface="DejaVu Sans"/>
                <a:ea typeface="DejaVu Sans"/>
                <a:cs typeface="DejaVu Sans"/>
              </a:defRPr>
            </a:lvl7pPr>
            <a:lvl8pPr algn="l">
              <a:defRPr sz="2025" b="0">
                <a:solidFill>
                  <a:srgbClr val="C74436"/>
                </a:solidFill>
                <a:latin typeface="DejaVu Sans"/>
                <a:ea typeface="DejaVu Sans"/>
                <a:cs typeface="DejaVu Sans"/>
              </a:defRPr>
            </a:lvl8pPr>
            <a:lvl9pPr algn="l">
              <a:defRPr sz="2025" b="0">
                <a:solidFill>
                  <a:srgbClr val="C74436"/>
                </a:solidFill>
                <a:latin typeface="DejaVu Sans"/>
                <a:ea typeface="DejaVu Sans"/>
                <a:cs typeface="DejaVu Sans"/>
              </a:defRPr>
            </a:lvl9pPr>
          </a:lstStyle>
          <a:p xmlns:a="http://schemas.openxmlformats.org/drawingml/2006/main">
            <a:pPr algn="l">
              <a:defRPr sz="2025" b="0">
                <a:solidFill>
                  <a:srgbClr val="C74436"/>
                </a:solidFill>
                <a:latin typeface="DejaVu Sans"/>
                <a:ea typeface="DejaVu Sans"/>
                <a:cs typeface="DejaVu Sans"/>
              </a:defRPr>
            </a:pPr>
            <a:r>
              <a:rPr sz="2025" b="0">
                <a:solidFill>
                  <a:srgbClr val="C74436"/>
                </a:solidFill>
                <a:latin typeface="DejaVu Sans"/>
                <a:ea typeface="DejaVu Sans"/>
                <a:cs typeface="DejaVu Sans"/>
              </a:rPr>
              <a:t>03</a:t>
            </a:r>
          </a:p>
        </p:txBody>
      </p:sp>
      <p:sp>
        <p:nvSpPr>
          <p:cNvPr id="12" name="instrument-2">
            <a:extLst xmlns:a="http://schemas.openxmlformats.org/drawingml/2006/main">
              <a:ext uri="{FF2B5EF4-FFF2-40B4-BE49-F238E27FC236}">
                <a16:creationId xmlns:a16="http://schemas.microsoft.com/office/drawing/2014/main" id="{C2094974-CC0E-4594-876B-C3CAB74E6B91}"/>
              </a:ext>
            </a:extLst>
          </p:cNvPr>
          <p:cNvSpPr>
            <a:spLocks xmlns:a="http://schemas.openxmlformats.org/drawingml/2006/main" noGrp="1"/>
          </p:cNvSpPr>
          <p:nvPr/>
        </p:nvSpPr>
        <p:spPr>
          <a:xfrm xmlns:a="http://schemas.openxmlformats.org/drawingml/2006/main">
            <a:off x="1181100" y="316230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F5F1E8"/>
                </a:solidFill>
                <a:latin typeface="DejaVu Sans"/>
                <a:ea typeface="DejaVu Sans"/>
                <a:cs typeface="DejaVu Sans"/>
              </a:defRPr>
            </a:defPPr>
            <a:lvl1pPr algn="l">
              <a:defRPr sz="2025" b="1">
                <a:solidFill>
                  <a:srgbClr val="F5F1E8"/>
                </a:solidFill>
                <a:latin typeface="DejaVu Sans"/>
                <a:ea typeface="DejaVu Sans"/>
                <a:cs typeface="DejaVu Sans"/>
              </a:defRPr>
            </a:lvl1pPr>
            <a:lvl2pPr algn="l">
              <a:defRPr sz="2025" b="1">
                <a:solidFill>
                  <a:srgbClr val="F5F1E8"/>
                </a:solidFill>
                <a:latin typeface="DejaVu Sans"/>
                <a:ea typeface="DejaVu Sans"/>
                <a:cs typeface="DejaVu Sans"/>
              </a:defRPr>
            </a:lvl2pPr>
            <a:lvl3pPr algn="l">
              <a:defRPr sz="2025" b="1">
                <a:solidFill>
                  <a:srgbClr val="F5F1E8"/>
                </a:solidFill>
                <a:latin typeface="DejaVu Sans"/>
                <a:ea typeface="DejaVu Sans"/>
                <a:cs typeface="DejaVu Sans"/>
              </a:defRPr>
            </a:lvl3pPr>
            <a:lvl4pPr algn="l">
              <a:defRPr sz="2025" b="1">
                <a:solidFill>
                  <a:srgbClr val="F5F1E8"/>
                </a:solidFill>
                <a:latin typeface="DejaVu Sans"/>
                <a:ea typeface="DejaVu Sans"/>
                <a:cs typeface="DejaVu Sans"/>
              </a:defRPr>
            </a:lvl4pPr>
            <a:lvl5pPr algn="l">
              <a:defRPr sz="2025" b="1">
                <a:solidFill>
                  <a:srgbClr val="F5F1E8"/>
                </a:solidFill>
                <a:latin typeface="DejaVu Sans"/>
                <a:ea typeface="DejaVu Sans"/>
                <a:cs typeface="DejaVu Sans"/>
              </a:defRPr>
            </a:lvl5pPr>
            <a:lvl6pPr algn="l">
              <a:defRPr sz="2025" b="1">
                <a:solidFill>
                  <a:srgbClr val="F5F1E8"/>
                </a:solidFill>
                <a:latin typeface="DejaVu Sans"/>
                <a:ea typeface="DejaVu Sans"/>
                <a:cs typeface="DejaVu Sans"/>
              </a:defRPr>
            </a:lvl6pPr>
            <a:lvl7pPr algn="l">
              <a:defRPr sz="2025" b="1">
                <a:solidFill>
                  <a:srgbClr val="F5F1E8"/>
                </a:solidFill>
                <a:latin typeface="DejaVu Sans"/>
                <a:ea typeface="DejaVu Sans"/>
                <a:cs typeface="DejaVu Sans"/>
              </a:defRPr>
            </a:lvl7pPr>
            <a:lvl8pPr algn="l">
              <a:defRPr sz="2025" b="1">
                <a:solidFill>
                  <a:srgbClr val="F5F1E8"/>
                </a:solidFill>
                <a:latin typeface="DejaVu Sans"/>
                <a:ea typeface="DejaVu Sans"/>
                <a:cs typeface="DejaVu Sans"/>
              </a:defRPr>
            </a:lvl8pPr>
            <a:lvl9pPr algn="l">
              <a:defRPr sz="2025" b="1">
                <a:solidFill>
                  <a:srgbClr val="F5F1E8"/>
                </a:solidFill>
                <a:latin typeface="DejaVu Sans"/>
                <a:ea typeface="DejaVu Sans"/>
                <a:cs typeface="DejaVu Sans"/>
              </a:defRPr>
            </a:lvl9pPr>
          </a:lstStyle>
          <a:p xmlns:a="http://schemas.openxmlformats.org/drawingml/2006/main">
            <a:pPr algn="l">
              <a:defRPr sz="2025" b="1">
                <a:solidFill>
                  <a:srgbClr val="F5F1E8"/>
                </a:solidFill>
                <a:latin typeface="DejaVu Sans"/>
                <a:ea typeface="DejaVu Sans"/>
                <a:cs typeface="DejaVu Sans"/>
              </a:defRPr>
            </a:pPr>
            <a:r>
              <a:rPr sz="2025" b="1">
                <a:solidFill>
                  <a:srgbClr val="F5F1E8"/>
                </a:solidFill>
                <a:latin typeface="DejaVu Sans"/>
                <a:ea typeface="DejaVu Sans"/>
                <a:cs typeface="DejaVu Sans"/>
              </a:rPr>
              <a:t>Compras públicas y proyectos piloto</a:t>
            </a:r>
          </a:p>
        </p:txBody>
      </p:sp>
      <p:sp>
        <p:nvSpPr>
          <p:cNvPr id="13" name="mechanism-2">
            <a:extLst xmlns:a="http://schemas.openxmlformats.org/drawingml/2006/main">
              <a:ext uri="{FF2B5EF4-FFF2-40B4-BE49-F238E27FC236}">
                <a16:creationId xmlns:a16="http://schemas.microsoft.com/office/drawing/2014/main" id="{18B02575-0912-446E-8268-B9BC4D4764ED}"/>
              </a:ext>
            </a:extLst>
          </p:cNvPr>
          <p:cNvSpPr>
            <a:spLocks xmlns:a="http://schemas.openxmlformats.org/drawingml/2006/main" noGrp="1"/>
          </p:cNvSpPr>
          <p:nvPr/>
        </p:nvSpPr>
        <p:spPr>
          <a:xfrm xmlns:a="http://schemas.openxmlformats.org/drawingml/2006/main">
            <a:off x="1181100" y="3524250"/>
            <a:ext cx="914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B8C7D2"/>
                </a:solidFill>
                <a:latin typeface="DejaVu Sans"/>
                <a:ea typeface="DejaVu Sans"/>
                <a:cs typeface="DejaVu Sans"/>
              </a:defRPr>
            </a:defPPr>
            <a:lvl1pPr algn="l">
              <a:defRPr sz="1725" b="0">
                <a:solidFill>
                  <a:srgbClr val="B8C7D2"/>
                </a:solidFill>
                <a:latin typeface="DejaVu Sans"/>
                <a:ea typeface="DejaVu Sans"/>
                <a:cs typeface="DejaVu Sans"/>
              </a:defRPr>
            </a:lvl1pPr>
            <a:lvl2pPr algn="l">
              <a:defRPr sz="1725" b="0">
                <a:solidFill>
                  <a:srgbClr val="B8C7D2"/>
                </a:solidFill>
                <a:latin typeface="DejaVu Sans"/>
                <a:ea typeface="DejaVu Sans"/>
                <a:cs typeface="DejaVu Sans"/>
              </a:defRPr>
            </a:lvl2pPr>
            <a:lvl3pPr algn="l">
              <a:defRPr sz="1725" b="0">
                <a:solidFill>
                  <a:srgbClr val="B8C7D2"/>
                </a:solidFill>
                <a:latin typeface="DejaVu Sans"/>
                <a:ea typeface="DejaVu Sans"/>
                <a:cs typeface="DejaVu Sans"/>
              </a:defRPr>
            </a:lvl3pPr>
            <a:lvl4pPr algn="l">
              <a:defRPr sz="1725" b="0">
                <a:solidFill>
                  <a:srgbClr val="B8C7D2"/>
                </a:solidFill>
                <a:latin typeface="DejaVu Sans"/>
                <a:ea typeface="DejaVu Sans"/>
                <a:cs typeface="DejaVu Sans"/>
              </a:defRPr>
            </a:lvl4pPr>
            <a:lvl5pPr algn="l">
              <a:defRPr sz="1725" b="0">
                <a:solidFill>
                  <a:srgbClr val="B8C7D2"/>
                </a:solidFill>
                <a:latin typeface="DejaVu Sans"/>
                <a:ea typeface="DejaVu Sans"/>
                <a:cs typeface="DejaVu Sans"/>
              </a:defRPr>
            </a:lvl5pPr>
            <a:lvl6pPr algn="l">
              <a:defRPr sz="1725" b="0">
                <a:solidFill>
                  <a:srgbClr val="B8C7D2"/>
                </a:solidFill>
                <a:latin typeface="DejaVu Sans"/>
                <a:ea typeface="DejaVu Sans"/>
                <a:cs typeface="DejaVu Sans"/>
              </a:defRPr>
            </a:lvl6pPr>
            <a:lvl7pPr algn="l">
              <a:defRPr sz="1725" b="0">
                <a:solidFill>
                  <a:srgbClr val="B8C7D2"/>
                </a:solidFill>
                <a:latin typeface="DejaVu Sans"/>
                <a:ea typeface="DejaVu Sans"/>
                <a:cs typeface="DejaVu Sans"/>
              </a:defRPr>
            </a:lvl7pPr>
            <a:lvl8pPr algn="l">
              <a:defRPr sz="1725" b="0">
                <a:solidFill>
                  <a:srgbClr val="B8C7D2"/>
                </a:solidFill>
                <a:latin typeface="DejaVu Sans"/>
                <a:ea typeface="DejaVu Sans"/>
                <a:cs typeface="DejaVu Sans"/>
              </a:defRPr>
            </a:lvl8pPr>
            <a:lvl9pPr algn="l">
              <a:defRPr sz="1725" b="0">
                <a:solidFill>
                  <a:srgbClr val="B8C7D2"/>
                </a:solidFill>
                <a:latin typeface="DejaVu Sans"/>
                <a:ea typeface="DejaVu Sans"/>
                <a:cs typeface="DejaVu Sans"/>
              </a:defRPr>
            </a:lvl9pPr>
          </a:lstStyle>
          <a:p xmlns:a="http://schemas.openxmlformats.org/drawingml/2006/main">
            <a:pPr algn="l">
              <a:defRPr sz="1725" b="0">
                <a:solidFill>
                  <a:srgbClr val="B8C7D2"/>
                </a:solidFill>
                <a:latin typeface="DejaVu Sans"/>
                <a:ea typeface="DejaVu Sans"/>
                <a:cs typeface="DejaVu Sans"/>
              </a:defRPr>
            </a:pPr>
            <a:r>
              <a:rPr sz="1725" b="0">
                <a:solidFill>
                  <a:srgbClr val="B8C7D2"/>
                </a:solidFill>
                <a:latin typeface="DejaVu Sans"/>
                <a:ea typeface="DejaVu Sans"/>
                <a:cs typeface="DejaVu Sans"/>
              </a:rPr>
              <a:t>Demanda inicial y aprendizaje antes de escalar</a:t>
            </a:r>
          </a:p>
        </p:txBody>
      </p:sp>
      <p:sp>
        <p:nvSpPr>
          <p:cNvPr id="14" name="instrument-number-3">
            <a:extLst xmlns:a="http://schemas.openxmlformats.org/drawingml/2006/main">
              <a:ext uri="{FF2B5EF4-FFF2-40B4-BE49-F238E27FC236}">
                <a16:creationId xmlns:a16="http://schemas.microsoft.com/office/drawing/2014/main" id="{3426CFAB-03CD-4E3D-B5C2-10613322FB21}"/>
              </a:ext>
            </a:extLst>
          </p:cNvPr>
          <p:cNvSpPr>
            <a:spLocks xmlns:a="http://schemas.openxmlformats.org/drawingml/2006/main" noGrp="1"/>
          </p:cNvSpPr>
          <p:nvPr/>
        </p:nvSpPr>
        <p:spPr>
          <a:xfrm xmlns:a="http://schemas.openxmlformats.org/drawingml/2006/main">
            <a:off x="609600" y="39052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C74436"/>
                </a:solidFill>
                <a:latin typeface="DejaVu Sans"/>
                <a:ea typeface="DejaVu Sans"/>
                <a:cs typeface="DejaVu Sans"/>
              </a:defRPr>
            </a:defPPr>
            <a:lvl1pPr algn="l">
              <a:defRPr sz="2025" b="0">
                <a:solidFill>
                  <a:srgbClr val="C74436"/>
                </a:solidFill>
                <a:latin typeface="DejaVu Sans"/>
                <a:ea typeface="DejaVu Sans"/>
                <a:cs typeface="DejaVu Sans"/>
              </a:defRPr>
            </a:lvl1pPr>
            <a:lvl2pPr algn="l">
              <a:defRPr sz="2025" b="0">
                <a:solidFill>
                  <a:srgbClr val="C74436"/>
                </a:solidFill>
                <a:latin typeface="DejaVu Sans"/>
                <a:ea typeface="DejaVu Sans"/>
                <a:cs typeface="DejaVu Sans"/>
              </a:defRPr>
            </a:lvl2pPr>
            <a:lvl3pPr algn="l">
              <a:defRPr sz="2025" b="0">
                <a:solidFill>
                  <a:srgbClr val="C74436"/>
                </a:solidFill>
                <a:latin typeface="DejaVu Sans"/>
                <a:ea typeface="DejaVu Sans"/>
                <a:cs typeface="DejaVu Sans"/>
              </a:defRPr>
            </a:lvl3pPr>
            <a:lvl4pPr algn="l">
              <a:defRPr sz="2025" b="0">
                <a:solidFill>
                  <a:srgbClr val="C74436"/>
                </a:solidFill>
                <a:latin typeface="DejaVu Sans"/>
                <a:ea typeface="DejaVu Sans"/>
                <a:cs typeface="DejaVu Sans"/>
              </a:defRPr>
            </a:lvl4pPr>
            <a:lvl5pPr algn="l">
              <a:defRPr sz="2025" b="0">
                <a:solidFill>
                  <a:srgbClr val="C74436"/>
                </a:solidFill>
                <a:latin typeface="DejaVu Sans"/>
                <a:ea typeface="DejaVu Sans"/>
                <a:cs typeface="DejaVu Sans"/>
              </a:defRPr>
            </a:lvl5pPr>
            <a:lvl6pPr algn="l">
              <a:defRPr sz="2025" b="0">
                <a:solidFill>
                  <a:srgbClr val="C74436"/>
                </a:solidFill>
                <a:latin typeface="DejaVu Sans"/>
                <a:ea typeface="DejaVu Sans"/>
                <a:cs typeface="DejaVu Sans"/>
              </a:defRPr>
            </a:lvl6pPr>
            <a:lvl7pPr algn="l">
              <a:defRPr sz="2025" b="0">
                <a:solidFill>
                  <a:srgbClr val="C74436"/>
                </a:solidFill>
                <a:latin typeface="DejaVu Sans"/>
                <a:ea typeface="DejaVu Sans"/>
                <a:cs typeface="DejaVu Sans"/>
              </a:defRPr>
            </a:lvl7pPr>
            <a:lvl8pPr algn="l">
              <a:defRPr sz="2025" b="0">
                <a:solidFill>
                  <a:srgbClr val="C74436"/>
                </a:solidFill>
                <a:latin typeface="DejaVu Sans"/>
                <a:ea typeface="DejaVu Sans"/>
                <a:cs typeface="DejaVu Sans"/>
              </a:defRPr>
            </a:lvl8pPr>
            <a:lvl9pPr algn="l">
              <a:defRPr sz="2025" b="0">
                <a:solidFill>
                  <a:srgbClr val="C74436"/>
                </a:solidFill>
                <a:latin typeface="DejaVu Sans"/>
                <a:ea typeface="DejaVu Sans"/>
                <a:cs typeface="DejaVu Sans"/>
              </a:defRPr>
            </a:lvl9pPr>
          </a:lstStyle>
          <a:p xmlns:a="http://schemas.openxmlformats.org/drawingml/2006/main">
            <a:pPr algn="l">
              <a:defRPr sz="2025" b="0">
                <a:solidFill>
                  <a:srgbClr val="C74436"/>
                </a:solidFill>
                <a:latin typeface="DejaVu Sans"/>
                <a:ea typeface="DejaVu Sans"/>
                <a:cs typeface="DejaVu Sans"/>
              </a:defRPr>
            </a:pPr>
            <a:r>
              <a:rPr sz="2025" b="0">
                <a:solidFill>
                  <a:srgbClr val="C74436"/>
                </a:solidFill>
                <a:latin typeface="DejaVu Sans"/>
                <a:ea typeface="DejaVu Sans"/>
                <a:cs typeface="DejaVu Sans"/>
              </a:rPr>
              <a:t>04</a:t>
            </a:r>
          </a:p>
        </p:txBody>
      </p:sp>
      <p:sp>
        <p:nvSpPr>
          <p:cNvPr id="15" name="instrument-3">
            <a:extLst xmlns:a="http://schemas.openxmlformats.org/drawingml/2006/main">
              <a:ext uri="{FF2B5EF4-FFF2-40B4-BE49-F238E27FC236}">
                <a16:creationId xmlns:a16="http://schemas.microsoft.com/office/drawing/2014/main" id="{E6B11AED-B151-4B74-AFF1-2EEDE365C2E9}"/>
              </a:ext>
            </a:extLst>
          </p:cNvPr>
          <p:cNvSpPr>
            <a:spLocks xmlns:a="http://schemas.openxmlformats.org/drawingml/2006/main" noGrp="1"/>
          </p:cNvSpPr>
          <p:nvPr/>
        </p:nvSpPr>
        <p:spPr>
          <a:xfrm xmlns:a="http://schemas.openxmlformats.org/drawingml/2006/main">
            <a:off x="1181100" y="39052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F5F1E8"/>
                </a:solidFill>
                <a:latin typeface="DejaVu Sans"/>
                <a:ea typeface="DejaVu Sans"/>
                <a:cs typeface="DejaVu Sans"/>
              </a:defRPr>
            </a:defPPr>
            <a:lvl1pPr algn="l">
              <a:defRPr sz="2025" b="1">
                <a:solidFill>
                  <a:srgbClr val="F5F1E8"/>
                </a:solidFill>
                <a:latin typeface="DejaVu Sans"/>
                <a:ea typeface="DejaVu Sans"/>
                <a:cs typeface="DejaVu Sans"/>
              </a:defRPr>
            </a:lvl1pPr>
            <a:lvl2pPr algn="l">
              <a:defRPr sz="2025" b="1">
                <a:solidFill>
                  <a:srgbClr val="F5F1E8"/>
                </a:solidFill>
                <a:latin typeface="DejaVu Sans"/>
                <a:ea typeface="DejaVu Sans"/>
                <a:cs typeface="DejaVu Sans"/>
              </a:defRPr>
            </a:lvl2pPr>
            <a:lvl3pPr algn="l">
              <a:defRPr sz="2025" b="1">
                <a:solidFill>
                  <a:srgbClr val="F5F1E8"/>
                </a:solidFill>
                <a:latin typeface="DejaVu Sans"/>
                <a:ea typeface="DejaVu Sans"/>
                <a:cs typeface="DejaVu Sans"/>
              </a:defRPr>
            </a:lvl3pPr>
            <a:lvl4pPr algn="l">
              <a:defRPr sz="2025" b="1">
                <a:solidFill>
                  <a:srgbClr val="F5F1E8"/>
                </a:solidFill>
                <a:latin typeface="DejaVu Sans"/>
                <a:ea typeface="DejaVu Sans"/>
                <a:cs typeface="DejaVu Sans"/>
              </a:defRPr>
            </a:lvl4pPr>
            <a:lvl5pPr algn="l">
              <a:defRPr sz="2025" b="1">
                <a:solidFill>
                  <a:srgbClr val="F5F1E8"/>
                </a:solidFill>
                <a:latin typeface="DejaVu Sans"/>
                <a:ea typeface="DejaVu Sans"/>
                <a:cs typeface="DejaVu Sans"/>
              </a:defRPr>
            </a:lvl5pPr>
            <a:lvl6pPr algn="l">
              <a:defRPr sz="2025" b="1">
                <a:solidFill>
                  <a:srgbClr val="F5F1E8"/>
                </a:solidFill>
                <a:latin typeface="DejaVu Sans"/>
                <a:ea typeface="DejaVu Sans"/>
                <a:cs typeface="DejaVu Sans"/>
              </a:defRPr>
            </a:lvl6pPr>
            <a:lvl7pPr algn="l">
              <a:defRPr sz="2025" b="1">
                <a:solidFill>
                  <a:srgbClr val="F5F1E8"/>
                </a:solidFill>
                <a:latin typeface="DejaVu Sans"/>
                <a:ea typeface="DejaVu Sans"/>
                <a:cs typeface="DejaVu Sans"/>
              </a:defRPr>
            </a:lvl7pPr>
            <a:lvl8pPr algn="l">
              <a:defRPr sz="2025" b="1">
                <a:solidFill>
                  <a:srgbClr val="F5F1E8"/>
                </a:solidFill>
                <a:latin typeface="DejaVu Sans"/>
                <a:ea typeface="DejaVu Sans"/>
                <a:cs typeface="DejaVu Sans"/>
              </a:defRPr>
            </a:lvl8pPr>
            <a:lvl9pPr algn="l">
              <a:defRPr sz="2025" b="1">
                <a:solidFill>
                  <a:srgbClr val="F5F1E8"/>
                </a:solidFill>
                <a:latin typeface="DejaVu Sans"/>
                <a:ea typeface="DejaVu Sans"/>
                <a:cs typeface="DejaVu Sans"/>
              </a:defRPr>
            </a:lvl9pPr>
          </a:lstStyle>
          <a:p xmlns:a="http://schemas.openxmlformats.org/drawingml/2006/main">
            <a:pPr algn="l">
              <a:defRPr sz="2025" b="1">
                <a:solidFill>
                  <a:srgbClr val="F5F1E8"/>
                </a:solidFill>
                <a:latin typeface="DejaVu Sans"/>
                <a:ea typeface="DejaVu Sans"/>
                <a:cs typeface="DejaVu Sans"/>
              </a:defRPr>
            </a:pPr>
            <a:r>
              <a:rPr sz="2025" b="1">
                <a:solidFill>
                  <a:srgbClr val="F5F1E8"/>
                </a:solidFill>
                <a:latin typeface="DejaVu Sans"/>
                <a:ea typeface="DejaVu Sans"/>
                <a:cs typeface="DejaVu Sans"/>
              </a:rPr>
              <a:t>Estándares, regulación y datos</a:t>
            </a:r>
          </a:p>
        </p:txBody>
      </p:sp>
      <p:sp>
        <p:nvSpPr>
          <p:cNvPr id="16" name="mechanism-3">
            <a:extLst xmlns:a="http://schemas.openxmlformats.org/drawingml/2006/main">
              <a:ext uri="{FF2B5EF4-FFF2-40B4-BE49-F238E27FC236}">
                <a16:creationId xmlns:a16="http://schemas.microsoft.com/office/drawing/2014/main" id="{3DA788BF-CA0F-44B2-8DF3-9E436029DE8F}"/>
              </a:ext>
            </a:extLst>
          </p:cNvPr>
          <p:cNvSpPr>
            <a:spLocks xmlns:a="http://schemas.openxmlformats.org/drawingml/2006/main" noGrp="1"/>
          </p:cNvSpPr>
          <p:nvPr/>
        </p:nvSpPr>
        <p:spPr>
          <a:xfrm xmlns:a="http://schemas.openxmlformats.org/drawingml/2006/main">
            <a:off x="1181100" y="4267200"/>
            <a:ext cx="914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B8C7D2"/>
                </a:solidFill>
                <a:latin typeface="DejaVu Sans"/>
                <a:ea typeface="DejaVu Sans"/>
                <a:cs typeface="DejaVu Sans"/>
              </a:defRPr>
            </a:defPPr>
            <a:lvl1pPr algn="l">
              <a:defRPr sz="1725" b="0">
                <a:solidFill>
                  <a:srgbClr val="B8C7D2"/>
                </a:solidFill>
                <a:latin typeface="DejaVu Sans"/>
                <a:ea typeface="DejaVu Sans"/>
                <a:cs typeface="DejaVu Sans"/>
              </a:defRPr>
            </a:lvl1pPr>
            <a:lvl2pPr algn="l">
              <a:defRPr sz="1725" b="0">
                <a:solidFill>
                  <a:srgbClr val="B8C7D2"/>
                </a:solidFill>
                <a:latin typeface="DejaVu Sans"/>
                <a:ea typeface="DejaVu Sans"/>
                <a:cs typeface="DejaVu Sans"/>
              </a:defRPr>
            </a:lvl2pPr>
            <a:lvl3pPr algn="l">
              <a:defRPr sz="1725" b="0">
                <a:solidFill>
                  <a:srgbClr val="B8C7D2"/>
                </a:solidFill>
                <a:latin typeface="DejaVu Sans"/>
                <a:ea typeface="DejaVu Sans"/>
                <a:cs typeface="DejaVu Sans"/>
              </a:defRPr>
            </a:lvl3pPr>
            <a:lvl4pPr algn="l">
              <a:defRPr sz="1725" b="0">
                <a:solidFill>
                  <a:srgbClr val="B8C7D2"/>
                </a:solidFill>
                <a:latin typeface="DejaVu Sans"/>
                <a:ea typeface="DejaVu Sans"/>
                <a:cs typeface="DejaVu Sans"/>
              </a:defRPr>
            </a:lvl4pPr>
            <a:lvl5pPr algn="l">
              <a:defRPr sz="1725" b="0">
                <a:solidFill>
                  <a:srgbClr val="B8C7D2"/>
                </a:solidFill>
                <a:latin typeface="DejaVu Sans"/>
                <a:ea typeface="DejaVu Sans"/>
                <a:cs typeface="DejaVu Sans"/>
              </a:defRPr>
            </a:lvl5pPr>
            <a:lvl6pPr algn="l">
              <a:defRPr sz="1725" b="0">
                <a:solidFill>
                  <a:srgbClr val="B8C7D2"/>
                </a:solidFill>
                <a:latin typeface="DejaVu Sans"/>
                <a:ea typeface="DejaVu Sans"/>
                <a:cs typeface="DejaVu Sans"/>
              </a:defRPr>
            </a:lvl6pPr>
            <a:lvl7pPr algn="l">
              <a:defRPr sz="1725" b="0">
                <a:solidFill>
                  <a:srgbClr val="B8C7D2"/>
                </a:solidFill>
                <a:latin typeface="DejaVu Sans"/>
                <a:ea typeface="DejaVu Sans"/>
                <a:cs typeface="DejaVu Sans"/>
              </a:defRPr>
            </a:lvl7pPr>
            <a:lvl8pPr algn="l">
              <a:defRPr sz="1725" b="0">
                <a:solidFill>
                  <a:srgbClr val="B8C7D2"/>
                </a:solidFill>
                <a:latin typeface="DejaVu Sans"/>
                <a:ea typeface="DejaVu Sans"/>
                <a:cs typeface="DejaVu Sans"/>
              </a:defRPr>
            </a:lvl8pPr>
            <a:lvl9pPr algn="l">
              <a:defRPr sz="1725" b="0">
                <a:solidFill>
                  <a:srgbClr val="B8C7D2"/>
                </a:solidFill>
                <a:latin typeface="DejaVu Sans"/>
                <a:ea typeface="DejaVu Sans"/>
                <a:cs typeface="DejaVu Sans"/>
              </a:defRPr>
            </a:lvl9pPr>
          </a:lstStyle>
          <a:p xmlns:a="http://schemas.openxmlformats.org/drawingml/2006/main">
            <a:pPr algn="l">
              <a:defRPr sz="1725" b="0">
                <a:solidFill>
                  <a:srgbClr val="B8C7D2"/>
                </a:solidFill>
                <a:latin typeface="DejaVu Sans"/>
                <a:ea typeface="DejaVu Sans"/>
                <a:cs typeface="DejaVu Sans"/>
              </a:defRPr>
            </a:pPr>
            <a:r>
              <a:rPr sz="1725" b="0">
                <a:solidFill>
                  <a:srgbClr val="B8C7D2"/>
                </a:solidFill>
                <a:latin typeface="DejaVu Sans"/>
                <a:ea typeface="DejaVu Sans"/>
                <a:cs typeface="DejaVu Sans"/>
              </a:rPr>
              <a:t>Interoperabilidad, derechos y acceso</a:t>
            </a:r>
          </a:p>
        </p:txBody>
      </p:sp>
      <p:sp>
        <p:nvSpPr>
          <p:cNvPr id="17" name="instrument-number-4">
            <a:extLst xmlns:a="http://schemas.openxmlformats.org/drawingml/2006/main">
              <a:ext uri="{FF2B5EF4-FFF2-40B4-BE49-F238E27FC236}">
                <a16:creationId xmlns:a16="http://schemas.microsoft.com/office/drawing/2014/main" id="{D41BA9A2-0340-4E4C-9DE5-7CB7805B4E60}"/>
              </a:ext>
            </a:extLst>
          </p:cNvPr>
          <p:cNvSpPr>
            <a:spLocks xmlns:a="http://schemas.openxmlformats.org/drawingml/2006/main" noGrp="1"/>
          </p:cNvSpPr>
          <p:nvPr/>
        </p:nvSpPr>
        <p:spPr>
          <a:xfrm xmlns:a="http://schemas.openxmlformats.org/drawingml/2006/main">
            <a:off x="609600" y="464820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C74436"/>
                </a:solidFill>
                <a:latin typeface="DejaVu Sans"/>
                <a:ea typeface="DejaVu Sans"/>
                <a:cs typeface="DejaVu Sans"/>
              </a:defRPr>
            </a:defPPr>
            <a:lvl1pPr algn="l">
              <a:defRPr sz="2025" b="0">
                <a:solidFill>
                  <a:srgbClr val="C74436"/>
                </a:solidFill>
                <a:latin typeface="DejaVu Sans"/>
                <a:ea typeface="DejaVu Sans"/>
                <a:cs typeface="DejaVu Sans"/>
              </a:defRPr>
            </a:lvl1pPr>
            <a:lvl2pPr algn="l">
              <a:defRPr sz="2025" b="0">
                <a:solidFill>
                  <a:srgbClr val="C74436"/>
                </a:solidFill>
                <a:latin typeface="DejaVu Sans"/>
                <a:ea typeface="DejaVu Sans"/>
                <a:cs typeface="DejaVu Sans"/>
              </a:defRPr>
            </a:lvl2pPr>
            <a:lvl3pPr algn="l">
              <a:defRPr sz="2025" b="0">
                <a:solidFill>
                  <a:srgbClr val="C74436"/>
                </a:solidFill>
                <a:latin typeface="DejaVu Sans"/>
                <a:ea typeface="DejaVu Sans"/>
                <a:cs typeface="DejaVu Sans"/>
              </a:defRPr>
            </a:lvl3pPr>
            <a:lvl4pPr algn="l">
              <a:defRPr sz="2025" b="0">
                <a:solidFill>
                  <a:srgbClr val="C74436"/>
                </a:solidFill>
                <a:latin typeface="DejaVu Sans"/>
                <a:ea typeface="DejaVu Sans"/>
                <a:cs typeface="DejaVu Sans"/>
              </a:defRPr>
            </a:lvl4pPr>
            <a:lvl5pPr algn="l">
              <a:defRPr sz="2025" b="0">
                <a:solidFill>
                  <a:srgbClr val="C74436"/>
                </a:solidFill>
                <a:latin typeface="DejaVu Sans"/>
                <a:ea typeface="DejaVu Sans"/>
                <a:cs typeface="DejaVu Sans"/>
              </a:defRPr>
            </a:lvl5pPr>
            <a:lvl6pPr algn="l">
              <a:defRPr sz="2025" b="0">
                <a:solidFill>
                  <a:srgbClr val="C74436"/>
                </a:solidFill>
                <a:latin typeface="DejaVu Sans"/>
                <a:ea typeface="DejaVu Sans"/>
                <a:cs typeface="DejaVu Sans"/>
              </a:defRPr>
            </a:lvl6pPr>
            <a:lvl7pPr algn="l">
              <a:defRPr sz="2025" b="0">
                <a:solidFill>
                  <a:srgbClr val="C74436"/>
                </a:solidFill>
                <a:latin typeface="DejaVu Sans"/>
                <a:ea typeface="DejaVu Sans"/>
                <a:cs typeface="DejaVu Sans"/>
              </a:defRPr>
            </a:lvl7pPr>
            <a:lvl8pPr algn="l">
              <a:defRPr sz="2025" b="0">
                <a:solidFill>
                  <a:srgbClr val="C74436"/>
                </a:solidFill>
                <a:latin typeface="DejaVu Sans"/>
                <a:ea typeface="DejaVu Sans"/>
                <a:cs typeface="DejaVu Sans"/>
              </a:defRPr>
            </a:lvl8pPr>
            <a:lvl9pPr algn="l">
              <a:defRPr sz="2025" b="0">
                <a:solidFill>
                  <a:srgbClr val="C74436"/>
                </a:solidFill>
                <a:latin typeface="DejaVu Sans"/>
                <a:ea typeface="DejaVu Sans"/>
                <a:cs typeface="DejaVu Sans"/>
              </a:defRPr>
            </a:lvl9pPr>
          </a:lstStyle>
          <a:p xmlns:a="http://schemas.openxmlformats.org/drawingml/2006/main">
            <a:pPr algn="l">
              <a:defRPr sz="2025" b="0">
                <a:solidFill>
                  <a:srgbClr val="C74436"/>
                </a:solidFill>
                <a:latin typeface="DejaVu Sans"/>
                <a:ea typeface="DejaVu Sans"/>
                <a:cs typeface="DejaVu Sans"/>
              </a:defRPr>
            </a:pPr>
            <a:r>
              <a:rPr sz="2025" b="0">
                <a:solidFill>
                  <a:srgbClr val="C74436"/>
                </a:solidFill>
                <a:latin typeface="DejaVu Sans"/>
                <a:ea typeface="DejaVu Sans"/>
                <a:cs typeface="DejaVu Sans"/>
              </a:rPr>
              <a:t>05</a:t>
            </a:r>
          </a:p>
        </p:txBody>
      </p:sp>
      <p:sp>
        <p:nvSpPr>
          <p:cNvPr id="18" name="instrument-4">
            <a:extLst xmlns:a="http://schemas.openxmlformats.org/drawingml/2006/main">
              <a:ext uri="{FF2B5EF4-FFF2-40B4-BE49-F238E27FC236}">
                <a16:creationId xmlns:a16="http://schemas.microsoft.com/office/drawing/2014/main" id="{653DB831-E64B-4575-BB6A-EB1833415FCE}"/>
              </a:ext>
            </a:extLst>
          </p:cNvPr>
          <p:cNvSpPr>
            <a:spLocks xmlns:a="http://schemas.openxmlformats.org/drawingml/2006/main" noGrp="1"/>
          </p:cNvSpPr>
          <p:nvPr/>
        </p:nvSpPr>
        <p:spPr>
          <a:xfrm xmlns:a="http://schemas.openxmlformats.org/drawingml/2006/main">
            <a:off x="1181100" y="464820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F5F1E8"/>
                </a:solidFill>
                <a:latin typeface="DejaVu Sans"/>
                <a:ea typeface="DejaVu Sans"/>
                <a:cs typeface="DejaVu Sans"/>
              </a:defRPr>
            </a:defPPr>
            <a:lvl1pPr algn="l">
              <a:defRPr sz="2025" b="1">
                <a:solidFill>
                  <a:srgbClr val="F5F1E8"/>
                </a:solidFill>
                <a:latin typeface="DejaVu Sans"/>
                <a:ea typeface="DejaVu Sans"/>
                <a:cs typeface="DejaVu Sans"/>
              </a:defRPr>
            </a:lvl1pPr>
            <a:lvl2pPr algn="l">
              <a:defRPr sz="2025" b="1">
                <a:solidFill>
                  <a:srgbClr val="F5F1E8"/>
                </a:solidFill>
                <a:latin typeface="DejaVu Sans"/>
                <a:ea typeface="DejaVu Sans"/>
                <a:cs typeface="DejaVu Sans"/>
              </a:defRPr>
            </a:lvl2pPr>
            <a:lvl3pPr algn="l">
              <a:defRPr sz="2025" b="1">
                <a:solidFill>
                  <a:srgbClr val="F5F1E8"/>
                </a:solidFill>
                <a:latin typeface="DejaVu Sans"/>
                <a:ea typeface="DejaVu Sans"/>
                <a:cs typeface="DejaVu Sans"/>
              </a:defRPr>
            </a:lvl3pPr>
            <a:lvl4pPr algn="l">
              <a:defRPr sz="2025" b="1">
                <a:solidFill>
                  <a:srgbClr val="F5F1E8"/>
                </a:solidFill>
                <a:latin typeface="DejaVu Sans"/>
                <a:ea typeface="DejaVu Sans"/>
                <a:cs typeface="DejaVu Sans"/>
              </a:defRPr>
            </a:lvl4pPr>
            <a:lvl5pPr algn="l">
              <a:defRPr sz="2025" b="1">
                <a:solidFill>
                  <a:srgbClr val="F5F1E8"/>
                </a:solidFill>
                <a:latin typeface="DejaVu Sans"/>
                <a:ea typeface="DejaVu Sans"/>
                <a:cs typeface="DejaVu Sans"/>
              </a:defRPr>
            </a:lvl5pPr>
            <a:lvl6pPr algn="l">
              <a:defRPr sz="2025" b="1">
                <a:solidFill>
                  <a:srgbClr val="F5F1E8"/>
                </a:solidFill>
                <a:latin typeface="DejaVu Sans"/>
                <a:ea typeface="DejaVu Sans"/>
                <a:cs typeface="DejaVu Sans"/>
              </a:defRPr>
            </a:lvl6pPr>
            <a:lvl7pPr algn="l">
              <a:defRPr sz="2025" b="1">
                <a:solidFill>
                  <a:srgbClr val="F5F1E8"/>
                </a:solidFill>
                <a:latin typeface="DejaVu Sans"/>
                <a:ea typeface="DejaVu Sans"/>
                <a:cs typeface="DejaVu Sans"/>
              </a:defRPr>
            </a:lvl7pPr>
            <a:lvl8pPr algn="l">
              <a:defRPr sz="2025" b="1">
                <a:solidFill>
                  <a:srgbClr val="F5F1E8"/>
                </a:solidFill>
                <a:latin typeface="DejaVu Sans"/>
                <a:ea typeface="DejaVu Sans"/>
                <a:cs typeface="DejaVu Sans"/>
              </a:defRPr>
            </a:lvl8pPr>
            <a:lvl9pPr algn="l">
              <a:defRPr sz="2025" b="1">
                <a:solidFill>
                  <a:srgbClr val="F5F1E8"/>
                </a:solidFill>
                <a:latin typeface="DejaVu Sans"/>
                <a:ea typeface="DejaVu Sans"/>
                <a:cs typeface="DejaVu Sans"/>
              </a:defRPr>
            </a:lvl9pPr>
          </a:lstStyle>
          <a:p xmlns:a="http://schemas.openxmlformats.org/drawingml/2006/main">
            <a:pPr algn="l">
              <a:defRPr sz="2025" b="1">
                <a:solidFill>
                  <a:srgbClr val="F5F1E8"/>
                </a:solidFill>
                <a:latin typeface="DejaVu Sans"/>
                <a:ea typeface="DejaVu Sans"/>
                <a:cs typeface="DejaVu Sans"/>
              </a:defRPr>
            </a:pPr>
            <a:r>
              <a:rPr sz="2025" b="1">
                <a:solidFill>
                  <a:srgbClr val="F5F1E8"/>
                </a:solidFill>
                <a:latin typeface="DejaVu Sans"/>
                <a:ea typeface="DejaVu Sans"/>
                <a:cs typeface="DejaVu Sans"/>
              </a:rPr>
              <a:t>Infraestructura, educación e investigación</a:t>
            </a:r>
          </a:p>
        </p:txBody>
      </p:sp>
      <p:sp>
        <p:nvSpPr>
          <p:cNvPr id="19" name="mechanism-4">
            <a:extLst xmlns:a="http://schemas.openxmlformats.org/drawingml/2006/main">
              <a:ext uri="{FF2B5EF4-FFF2-40B4-BE49-F238E27FC236}">
                <a16:creationId xmlns:a16="http://schemas.microsoft.com/office/drawing/2014/main" id="{F305D35A-5A05-492A-9EE5-46E49E15A595}"/>
              </a:ext>
            </a:extLst>
          </p:cNvPr>
          <p:cNvSpPr>
            <a:spLocks xmlns:a="http://schemas.openxmlformats.org/drawingml/2006/main" noGrp="1"/>
          </p:cNvSpPr>
          <p:nvPr/>
        </p:nvSpPr>
        <p:spPr>
          <a:xfrm xmlns:a="http://schemas.openxmlformats.org/drawingml/2006/main">
            <a:off x="1181100" y="5010150"/>
            <a:ext cx="914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B8C7D2"/>
                </a:solidFill>
                <a:latin typeface="DejaVu Sans"/>
                <a:ea typeface="DejaVu Sans"/>
                <a:cs typeface="DejaVu Sans"/>
              </a:defRPr>
            </a:defPPr>
            <a:lvl1pPr algn="l">
              <a:defRPr sz="1725" b="0">
                <a:solidFill>
                  <a:srgbClr val="B8C7D2"/>
                </a:solidFill>
                <a:latin typeface="DejaVu Sans"/>
                <a:ea typeface="DejaVu Sans"/>
                <a:cs typeface="DejaVu Sans"/>
              </a:defRPr>
            </a:lvl1pPr>
            <a:lvl2pPr algn="l">
              <a:defRPr sz="1725" b="0">
                <a:solidFill>
                  <a:srgbClr val="B8C7D2"/>
                </a:solidFill>
                <a:latin typeface="DejaVu Sans"/>
                <a:ea typeface="DejaVu Sans"/>
                <a:cs typeface="DejaVu Sans"/>
              </a:defRPr>
            </a:lvl2pPr>
            <a:lvl3pPr algn="l">
              <a:defRPr sz="1725" b="0">
                <a:solidFill>
                  <a:srgbClr val="B8C7D2"/>
                </a:solidFill>
                <a:latin typeface="DejaVu Sans"/>
                <a:ea typeface="DejaVu Sans"/>
                <a:cs typeface="DejaVu Sans"/>
              </a:defRPr>
            </a:lvl3pPr>
            <a:lvl4pPr algn="l">
              <a:defRPr sz="1725" b="0">
                <a:solidFill>
                  <a:srgbClr val="B8C7D2"/>
                </a:solidFill>
                <a:latin typeface="DejaVu Sans"/>
                <a:ea typeface="DejaVu Sans"/>
                <a:cs typeface="DejaVu Sans"/>
              </a:defRPr>
            </a:lvl4pPr>
            <a:lvl5pPr algn="l">
              <a:defRPr sz="1725" b="0">
                <a:solidFill>
                  <a:srgbClr val="B8C7D2"/>
                </a:solidFill>
                <a:latin typeface="DejaVu Sans"/>
                <a:ea typeface="DejaVu Sans"/>
                <a:cs typeface="DejaVu Sans"/>
              </a:defRPr>
            </a:lvl5pPr>
            <a:lvl6pPr algn="l">
              <a:defRPr sz="1725" b="0">
                <a:solidFill>
                  <a:srgbClr val="B8C7D2"/>
                </a:solidFill>
                <a:latin typeface="DejaVu Sans"/>
                <a:ea typeface="DejaVu Sans"/>
                <a:cs typeface="DejaVu Sans"/>
              </a:defRPr>
            </a:lvl6pPr>
            <a:lvl7pPr algn="l">
              <a:defRPr sz="1725" b="0">
                <a:solidFill>
                  <a:srgbClr val="B8C7D2"/>
                </a:solidFill>
                <a:latin typeface="DejaVu Sans"/>
                <a:ea typeface="DejaVu Sans"/>
                <a:cs typeface="DejaVu Sans"/>
              </a:defRPr>
            </a:lvl7pPr>
            <a:lvl8pPr algn="l">
              <a:defRPr sz="1725" b="0">
                <a:solidFill>
                  <a:srgbClr val="B8C7D2"/>
                </a:solidFill>
                <a:latin typeface="DejaVu Sans"/>
                <a:ea typeface="DejaVu Sans"/>
                <a:cs typeface="DejaVu Sans"/>
              </a:defRPr>
            </a:lvl8pPr>
            <a:lvl9pPr algn="l">
              <a:defRPr sz="1725" b="0">
                <a:solidFill>
                  <a:srgbClr val="B8C7D2"/>
                </a:solidFill>
                <a:latin typeface="DejaVu Sans"/>
                <a:ea typeface="DejaVu Sans"/>
                <a:cs typeface="DejaVu Sans"/>
              </a:defRPr>
            </a:lvl9pPr>
          </a:lstStyle>
          <a:p xmlns:a="http://schemas.openxmlformats.org/drawingml/2006/main">
            <a:pPr algn="l">
              <a:defRPr sz="1725" b="0">
                <a:solidFill>
                  <a:srgbClr val="B8C7D2"/>
                </a:solidFill>
                <a:latin typeface="DejaVu Sans"/>
                <a:ea typeface="DejaVu Sans"/>
                <a:cs typeface="DejaVu Sans"/>
              </a:defRPr>
            </a:pPr>
            <a:r>
              <a:rPr sz="1725" b="0">
                <a:solidFill>
                  <a:srgbClr val="B8C7D2"/>
                </a:solidFill>
                <a:latin typeface="DejaVu Sans"/>
                <a:ea typeface="DejaVu Sans"/>
                <a:cs typeface="DejaVu Sans"/>
              </a:rPr>
              <a:t>Capacidades comunes, talento y clústeres</a:t>
            </a:r>
          </a:p>
        </p:txBody>
      </p:sp>
      <p:sp>
        <p:nvSpPr>
          <p:cNvPr id="20" name="layout-surface">
            <a:extLst xmlns:a="http://schemas.openxmlformats.org/drawingml/2006/main">
              <a:ext uri="{FF2B5EF4-FFF2-40B4-BE49-F238E27FC236}">
                <a16:creationId xmlns:a16="http://schemas.microsoft.com/office/drawing/2014/main" id="{3FA949FF-AEEB-400B-B6A2-91B34A1AF5EE}"/>
              </a:ext>
            </a:extLst>
          </p:cNvPr>
          <p:cNvSpPr>
            <a:spLocks xmlns:a="http://schemas.openxmlformats.org/drawingml/2006/main" noGrp="1"/>
          </p:cNvSpPr>
          <p:nvPr/>
        </p:nvSpPr>
        <p:spPr>
          <a:xfrm xmlns:a="http://schemas.openxmlformats.org/drawingml/2006/main">
            <a:off x="457200" y="5534025"/>
            <a:ext cx="11277600" cy="800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1" name="thesis">
            <a:extLst xmlns:a="http://schemas.openxmlformats.org/drawingml/2006/main">
              <a:ext uri="{FF2B5EF4-FFF2-40B4-BE49-F238E27FC236}">
                <a16:creationId xmlns:a16="http://schemas.microsoft.com/office/drawing/2014/main" id="{2077C215-867E-4402-93A8-7337B46D134E}"/>
              </a:ext>
            </a:extLst>
          </p:cNvPr>
          <p:cNvSpPr>
            <a:spLocks xmlns:a="http://schemas.openxmlformats.org/drawingml/2006/main" noGrp="1"/>
          </p:cNvSpPr>
          <p:nvPr/>
        </p:nvSpPr>
        <p:spPr>
          <a:xfrm xmlns:a="http://schemas.openxmlformats.org/drawingml/2006/main">
            <a:off x="609600" y="56292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Modifica incentivos y competencia, sin garantizar resultados.</a:t>
            </a:r>
          </a:p>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Riesgos: mala selección, captura y duplicación.</a:t>
            </a:r>
          </a:p>
        </p:txBody>
      </p:sp>
      <p:sp>
        <p:nvSpPr>
          <p:cNvPr id="22" name="layout-surface">
            <a:extLst xmlns:a="http://schemas.openxmlformats.org/drawingml/2006/main">
              <a:ext uri="{FF2B5EF4-FFF2-40B4-BE49-F238E27FC236}">
                <a16:creationId xmlns:a16="http://schemas.microsoft.com/office/drawing/2014/main" id="{DE800EA5-8244-465D-829A-56FE961D1DE6}"/>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3" name="attribution">
            <a:extLst xmlns:a="http://schemas.openxmlformats.org/drawingml/2006/main">
              <a:ext uri="{FF2B5EF4-FFF2-40B4-BE49-F238E27FC236}">
                <a16:creationId xmlns:a16="http://schemas.microsoft.com/office/drawing/2014/main" id="{B6468DD6-E731-400F-A714-5A805B38C348}"/>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24" name="sources-link">
            <a:extLst xmlns:a="http://schemas.openxmlformats.org/drawingml/2006/main">
              <a:ext uri="{FF2B5EF4-FFF2-40B4-BE49-F238E27FC236}">
                <a16:creationId xmlns:a16="http://schemas.microsoft.com/office/drawing/2014/main" id="{B8C3B0C2-E455-4B9F-8633-AC1862E0AE69}"/>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f16fd6f134d742d5"/>
              </a:rPr>
              <a:t>Fuentes y notas ↗</a:t>
            </a:r>
          </a:p>
        </p:txBody>
      </p:sp>
      <p:sp>
        <p:nvSpPr>
          <p:cNvPr id="25" name="page-number">
            <a:extLst xmlns:a="http://schemas.openxmlformats.org/drawingml/2006/main">
              <a:ext uri="{FF2B5EF4-FFF2-40B4-BE49-F238E27FC236}">
                <a16:creationId xmlns:a16="http://schemas.microsoft.com/office/drawing/2014/main" id="{B001BDC1-B634-4B85-AA34-D861773ACE41}"/>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04 / 10</a:t>
            </a:r>
          </a:p>
        </p:txBody>
      </p:sp>
    </p:spTree>
    <p:extLst>
      <p:ext uri="{BB962C8B-B14F-4D97-AF65-F5344CB8AC3E}">
        <p14:creationId xmlns:p14="http://schemas.microsoft.com/office/powerpoint/2010/main" val="1303972400"/>
      </p:ext>
    </p:extLst>
  </p:cSld>
</p:sld>
</file>

<file path=ppt/slides/slide5.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97AE926-706C-42E6-BBEC-217A1F59B741}"/>
              </a:ext>
            </a:extLst>
          </p:cNvPr>
          <p:cNvPicPr>
            <a:picLocks xmlns:a="http://schemas.openxmlformats.org/drawingml/2006/main" noChangeAspect="1"/>
          </p:cNvPicPr>
          <p:nvPr/>
        </p:nvPicPr>
        <p:blipFill>
          <a:blip xmlns:r="http://schemas.openxmlformats.org/officeDocument/2006/relationships" xmlns:a="http://schemas.openxmlformats.org/drawingml/2006/main" r:embed="R5b14570c597e47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9368EE1E-F967-4728-99C6-9A47335E90F8}"/>
              </a:ext>
            </a:extLst>
          </p:cNvPr>
          <p:cNvSpPr>
            <a:spLocks xmlns:a="http://schemas.openxmlformats.org/drawingml/2006/main" noGrp="1"/>
          </p:cNvSpPr>
          <p:nvPr/>
        </p:nvSpPr>
        <p:spPr>
          <a:xfrm xmlns:a="http://schemas.openxmlformats.org/drawingml/2006/main">
            <a:off x="0" y="1428750"/>
            <a:ext cx="7524750" cy="4048125"/>
          </a:xfrm>
          <a:prstGeom xmlns:a="http://schemas.openxmlformats.org/drawingml/2006/main" prst="rect">
            <a:avLst/>
          </a:prstGeom>
          <a:gradFill xmlns:a="http://schemas.openxmlformats.org/drawingml/2006/main">
            <a:gsLst>
              <a:gs pos="0">
                <a:srgbClr val="061521">
                  <a:alpha val="62000"/>
                </a:srgbClr>
              </a:gs>
              <a:gs pos="74000">
                <a:srgbClr val="061521">
                  <a:alpha val="58000"/>
                </a:srgbClr>
              </a:gs>
              <a:gs pos="100000">
                <a:srgbClr val="061521">
                  <a:alpha val="0"/>
                </a:srgbClr>
              </a:gs>
            </a:gsLst>
            <a:lin ang="0"/>
          </a:gra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E8EAA864-3203-43A9-B427-12DA0CCA1AC1}"/>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03 · POLÍTICAS TECNOLÓGICAS</a:t>
            </a:r>
          </a:p>
        </p:txBody>
      </p:sp>
      <p:sp>
        <p:nvSpPr>
          <p:cNvPr id="4" name="slide-title">
            <a:extLst xmlns:a="http://schemas.openxmlformats.org/drawingml/2006/main">
              <a:ext uri="{FF2B5EF4-FFF2-40B4-BE49-F238E27FC236}">
                <a16:creationId xmlns:a16="http://schemas.microsoft.com/office/drawing/2014/main" id="{A94ADFE4-3944-411F-AE80-1D453EE06167}"/>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Made in China 2025</a:t>
            </a:r>
          </a:p>
        </p:txBody>
      </p:sp>
      <p:sp>
        <p:nvSpPr>
          <p:cNvPr id="5" name="policy-purpose">
            <a:extLst xmlns:a="http://schemas.openxmlformats.org/drawingml/2006/main">
              <a:ext uri="{FF2B5EF4-FFF2-40B4-BE49-F238E27FC236}">
                <a16:creationId xmlns:a16="http://schemas.microsoft.com/office/drawing/2014/main" id="{B4CDA47E-5956-475F-A48A-AE78A1A18EAD}"/>
              </a:ext>
            </a:extLst>
          </p:cNvPr>
          <p:cNvSpPr>
            <a:spLocks xmlns:a="http://schemas.openxmlformats.org/drawingml/2006/main" noGrp="1"/>
          </p:cNvSpPr>
          <p:nvPr/>
        </p:nvSpPr>
        <p:spPr>
          <a:xfrm xmlns:a="http://schemas.openxmlformats.org/drawingml/2006/main">
            <a:off x="609600" y="1590675"/>
            <a:ext cx="6286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0">
                <a:solidFill>
                  <a:srgbClr val="F5F1E8"/>
                </a:solidFill>
                <a:latin typeface="DejaVu Serif"/>
                <a:ea typeface="DejaVu Serif"/>
                <a:cs typeface="DejaVu Serif"/>
              </a:defRPr>
            </a:defPPr>
            <a:lvl1pPr algn="l">
              <a:defRPr sz="2100" b="0">
                <a:solidFill>
                  <a:srgbClr val="F5F1E8"/>
                </a:solidFill>
                <a:latin typeface="DejaVu Serif"/>
                <a:ea typeface="DejaVu Serif"/>
                <a:cs typeface="DejaVu Serif"/>
              </a:defRPr>
            </a:lvl1pPr>
            <a:lvl2pPr algn="l">
              <a:defRPr sz="2100" b="0">
                <a:solidFill>
                  <a:srgbClr val="F5F1E8"/>
                </a:solidFill>
                <a:latin typeface="DejaVu Serif"/>
                <a:ea typeface="DejaVu Serif"/>
                <a:cs typeface="DejaVu Serif"/>
              </a:defRPr>
            </a:lvl2pPr>
            <a:lvl3pPr algn="l">
              <a:defRPr sz="2100" b="0">
                <a:solidFill>
                  <a:srgbClr val="F5F1E8"/>
                </a:solidFill>
                <a:latin typeface="DejaVu Serif"/>
                <a:ea typeface="DejaVu Serif"/>
                <a:cs typeface="DejaVu Serif"/>
              </a:defRPr>
            </a:lvl3pPr>
            <a:lvl4pPr algn="l">
              <a:defRPr sz="2100" b="0">
                <a:solidFill>
                  <a:srgbClr val="F5F1E8"/>
                </a:solidFill>
                <a:latin typeface="DejaVu Serif"/>
                <a:ea typeface="DejaVu Serif"/>
                <a:cs typeface="DejaVu Serif"/>
              </a:defRPr>
            </a:lvl4pPr>
            <a:lvl5pPr algn="l">
              <a:defRPr sz="2100" b="0">
                <a:solidFill>
                  <a:srgbClr val="F5F1E8"/>
                </a:solidFill>
                <a:latin typeface="DejaVu Serif"/>
                <a:ea typeface="DejaVu Serif"/>
                <a:cs typeface="DejaVu Serif"/>
              </a:defRPr>
            </a:lvl5pPr>
            <a:lvl6pPr algn="l">
              <a:defRPr sz="2100" b="0">
                <a:solidFill>
                  <a:srgbClr val="F5F1E8"/>
                </a:solidFill>
                <a:latin typeface="DejaVu Serif"/>
                <a:ea typeface="DejaVu Serif"/>
                <a:cs typeface="DejaVu Serif"/>
              </a:defRPr>
            </a:lvl6pPr>
            <a:lvl7pPr algn="l">
              <a:defRPr sz="2100" b="0">
                <a:solidFill>
                  <a:srgbClr val="F5F1E8"/>
                </a:solidFill>
                <a:latin typeface="DejaVu Serif"/>
                <a:ea typeface="DejaVu Serif"/>
                <a:cs typeface="DejaVu Serif"/>
              </a:defRPr>
            </a:lvl7pPr>
            <a:lvl8pPr algn="l">
              <a:defRPr sz="2100" b="0">
                <a:solidFill>
                  <a:srgbClr val="F5F1E8"/>
                </a:solidFill>
                <a:latin typeface="DejaVu Serif"/>
                <a:ea typeface="DejaVu Serif"/>
                <a:cs typeface="DejaVu Serif"/>
              </a:defRPr>
            </a:lvl8pPr>
            <a:lvl9pPr algn="l">
              <a:defRPr sz="2100" b="0">
                <a:solidFill>
                  <a:srgbClr val="F5F1E8"/>
                </a:solidFill>
                <a:latin typeface="DejaVu Serif"/>
                <a:ea typeface="DejaVu Serif"/>
                <a:cs typeface="DejaVu Serif"/>
              </a:defRPr>
            </a:lvl9pPr>
          </a:lstStyle>
          <a:p xmlns:a="http://schemas.openxmlformats.org/drawingml/2006/main">
            <a:pPr algn="l">
              <a:defRPr sz="2100" b="0">
                <a:solidFill>
                  <a:srgbClr val="F5F1E8"/>
                </a:solidFill>
                <a:latin typeface="DejaVu Serif"/>
                <a:ea typeface="DejaVu Serif"/>
                <a:cs typeface="DejaVu Serif"/>
              </a:defRPr>
            </a:pPr>
            <a:r>
              <a:rPr sz="2100" b="0">
                <a:solidFill>
                  <a:srgbClr val="F5F1E8"/>
                </a:solidFill>
                <a:latin typeface="DejaVu Serif"/>
                <a:ea typeface="DejaVu Serif"/>
                <a:cs typeface="DejaVu Serif"/>
              </a:rPr>
              <a:t>Modernización manufacturera y</a:t>
            </a:r>
          </a:p>
          <a:p xmlns:a="http://schemas.openxmlformats.org/drawingml/2006/main">
            <a:pPr algn="l">
              <a:defRPr sz="2100" b="0">
                <a:solidFill>
                  <a:srgbClr val="F5F1E8"/>
                </a:solidFill>
                <a:latin typeface="DejaVu Serif"/>
                <a:ea typeface="DejaVu Serif"/>
                <a:cs typeface="DejaVu Serif"/>
              </a:defRPr>
            </a:pPr>
            <a:r>
              <a:rPr sz="2100" b="0">
                <a:solidFill>
                  <a:srgbClr val="F5F1E8"/>
                </a:solidFill>
                <a:latin typeface="DejaVu Serif"/>
                <a:ea typeface="DejaVu Serif"/>
                <a:cs typeface="DejaVu Serif"/>
              </a:rPr>
              <a:t>capacidades tecnológicas nacionales</a:t>
            </a:r>
          </a:p>
        </p:txBody>
      </p:sp>
      <p:sp>
        <p:nvSpPr>
          <p:cNvPr id="6" name="sector-0">
            <a:extLst xmlns:a="http://schemas.openxmlformats.org/drawingml/2006/main">
              <a:ext uri="{FF2B5EF4-FFF2-40B4-BE49-F238E27FC236}">
                <a16:creationId xmlns:a16="http://schemas.microsoft.com/office/drawing/2014/main" id="{31E3C57A-6BFA-47EC-9076-3D1095E79579}"/>
              </a:ext>
            </a:extLst>
          </p:cNvPr>
          <p:cNvSpPr>
            <a:spLocks xmlns:a="http://schemas.openxmlformats.org/drawingml/2006/main" noGrp="1"/>
          </p:cNvSpPr>
          <p:nvPr/>
        </p:nvSpPr>
        <p:spPr>
          <a:xfrm xmlns:a="http://schemas.openxmlformats.org/drawingml/2006/main">
            <a:off x="609600" y="2667000"/>
            <a:ext cx="623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F5F1E8"/>
                </a:solidFill>
                <a:latin typeface="DejaVu Sans"/>
                <a:ea typeface="DejaVu Sans"/>
                <a:cs typeface="DejaVu Sans"/>
              </a:defRPr>
            </a:defPPr>
            <a:lvl1pPr algn="l">
              <a:defRPr sz="1950" b="0">
                <a:solidFill>
                  <a:srgbClr val="F5F1E8"/>
                </a:solidFill>
                <a:latin typeface="DejaVu Sans"/>
                <a:ea typeface="DejaVu Sans"/>
                <a:cs typeface="DejaVu Sans"/>
              </a:defRPr>
            </a:lvl1pPr>
            <a:lvl2pPr algn="l">
              <a:defRPr sz="1950" b="0">
                <a:solidFill>
                  <a:srgbClr val="F5F1E8"/>
                </a:solidFill>
                <a:latin typeface="DejaVu Sans"/>
                <a:ea typeface="DejaVu Sans"/>
                <a:cs typeface="DejaVu Sans"/>
              </a:defRPr>
            </a:lvl2pPr>
            <a:lvl3pPr algn="l">
              <a:defRPr sz="1950" b="0">
                <a:solidFill>
                  <a:srgbClr val="F5F1E8"/>
                </a:solidFill>
                <a:latin typeface="DejaVu Sans"/>
                <a:ea typeface="DejaVu Sans"/>
                <a:cs typeface="DejaVu Sans"/>
              </a:defRPr>
            </a:lvl3pPr>
            <a:lvl4pPr algn="l">
              <a:defRPr sz="1950" b="0">
                <a:solidFill>
                  <a:srgbClr val="F5F1E8"/>
                </a:solidFill>
                <a:latin typeface="DejaVu Sans"/>
                <a:ea typeface="DejaVu Sans"/>
                <a:cs typeface="DejaVu Sans"/>
              </a:defRPr>
            </a:lvl4pPr>
            <a:lvl5pPr algn="l">
              <a:defRPr sz="1950" b="0">
                <a:solidFill>
                  <a:srgbClr val="F5F1E8"/>
                </a:solidFill>
                <a:latin typeface="DejaVu Sans"/>
                <a:ea typeface="DejaVu Sans"/>
                <a:cs typeface="DejaVu Sans"/>
              </a:defRPr>
            </a:lvl5pPr>
            <a:lvl6pPr algn="l">
              <a:defRPr sz="1950" b="0">
                <a:solidFill>
                  <a:srgbClr val="F5F1E8"/>
                </a:solidFill>
                <a:latin typeface="DejaVu Sans"/>
                <a:ea typeface="DejaVu Sans"/>
                <a:cs typeface="DejaVu Sans"/>
              </a:defRPr>
            </a:lvl6pPr>
            <a:lvl7pPr algn="l">
              <a:defRPr sz="1950" b="0">
                <a:solidFill>
                  <a:srgbClr val="F5F1E8"/>
                </a:solidFill>
                <a:latin typeface="DejaVu Sans"/>
                <a:ea typeface="DejaVu Sans"/>
                <a:cs typeface="DejaVu Sans"/>
              </a:defRPr>
            </a:lvl7pPr>
            <a:lvl8pPr algn="l">
              <a:defRPr sz="1950" b="0">
                <a:solidFill>
                  <a:srgbClr val="F5F1E8"/>
                </a:solidFill>
                <a:latin typeface="DejaVu Sans"/>
                <a:ea typeface="DejaVu Sans"/>
                <a:cs typeface="DejaVu Sans"/>
              </a:defRPr>
            </a:lvl8pPr>
            <a:lvl9pPr algn="l">
              <a:defRPr sz="1950" b="0">
                <a:solidFill>
                  <a:srgbClr val="F5F1E8"/>
                </a:solidFill>
                <a:latin typeface="DejaVu Sans"/>
                <a:ea typeface="DejaVu Sans"/>
                <a:cs typeface="DejaVu Sans"/>
              </a:defRPr>
            </a:lvl9pPr>
          </a:lstStyle>
          <a:p xmlns:a="http://schemas.openxmlformats.org/drawingml/2006/main">
            <a:pPr algn="l">
              <a:defRPr sz="1950" b="0">
                <a:solidFill>
                  <a:srgbClr val="F5F1E8"/>
                </a:solidFill>
                <a:latin typeface="DejaVu Sans"/>
                <a:ea typeface="DejaVu Sans"/>
                <a:cs typeface="DejaVu Sans"/>
              </a:defRPr>
            </a:pPr>
            <a:r>
              <a:rPr sz="1950" b="0">
                <a:solidFill>
                  <a:srgbClr val="F5F1E8"/>
                </a:solidFill>
                <a:latin typeface="DejaVu Sans"/>
                <a:ea typeface="DejaVu Sans"/>
                <a:cs typeface="DejaVu Sans"/>
              </a:rPr>
              <a:t>Maquinaria CNC avanzada y robótica</a:t>
            </a:r>
          </a:p>
        </p:txBody>
      </p:sp>
      <p:sp>
        <p:nvSpPr>
          <p:cNvPr id="7" name="sector-1">
            <a:extLst xmlns:a="http://schemas.openxmlformats.org/drawingml/2006/main">
              <a:ext uri="{FF2B5EF4-FFF2-40B4-BE49-F238E27FC236}">
                <a16:creationId xmlns:a16="http://schemas.microsoft.com/office/drawing/2014/main" id="{187C7CCA-A1AA-4D1A-9747-3351164E1479}"/>
              </a:ext>
            </a:extLst>
          </p:cNvPr>
          <p:cNvSpPr>
            <a:spLocks xmlns:a="http://schemas.openxmlformats.org/drawingml/2006/main" noGrp="1"/>
          </p:cNvSpPr>
          <p:nvPr/>
        </p:nvSpPr>
        <p:spPr>
          <a:xfrm xmlns:a="http://schemas.openxmlformats.org/drawingml/2006/main">
            <a:off x="609600" y="3276600"/>
            <a:ext cx="623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F5F1E8"/>
                </a:solidFill>
                <a:latin typeface="DejaVu Sans"/>
                <a:ea typeface="DejaVu Sans"/>
                <a:cs typeface="DejaVu Sans"/>
              </a:defRPr>
            </a:defPPr>
            <a:lvl1pPr algn="l">
              <a:defRPr sz="1950" b="0">
                <a:solidFill>
                  <a:srgbClr val="F5F1E8"/>
                </a:solidFill>
                <a:latin typeface="DejaVu Sans"/>
                <a:ea typeface="DejaVu Sans"/>
                <a:cs typeface="DejaVu Sans"/>
              </a:defRPr>
            </a:lvl1pPr>
            <a:lvl2pPr algn="l">
              <a:defRPr sz="1950" b="0">
                <a:solidFill>
                  <a:srgbClr val="F5F1E8"/>
                </a:solidFill>
                <a:latin typeface="DejaVu Sans"/>
                <a:ea typeface="DejaVu Sans"/>
                <a:cs typeface="DejaVu Sans"/>
              </a:defRPr>
            </a:lvl2pPr>
            <a:lvl3pPr algn="l">
              <a:defRPr sz="1950" b="0">
                <a:solidFill>
                  <a:srgbClr val="F5F1E8"/>
                </a:solidFill>
                <a:latin typeface="DejaVu Sans"/>
                <a:ea typeface="DejaVu Sans"/>
                <a:cs typeface="DejaVu Sans"/>
              </a:defRPr>
            </a:lvl3pPr>
            <a:lvl4pPr algn="l">
              <a:defRPr sz="1950" b="0">
                <a:solidFill>
                  <a:srgbClr val="F5F1E8"/>
                </a:solidFill>
                <a:latin typeface="DejaVu Sans"/>
                <a:ea typeface="DejaVu Sans"/>
                <a:cs typeface="DejaVu Sans"/>
              </a:defRPr>
            </a:lvl4pPr>
            <a:lvl5pPr algn="l">
              <a:defRPr sz="1950" b="0">
                <a:solidFill>
                  <a:srgbClr val="F5F1E8"/>
                </a:solidFill>
                <a:latin typeface="DejaVu Sans"/>
                <a:ea typeface="DejaVu Sans"/>
                <a:cs typeface="DejaVu Sans"/>
              </a:defRPr>
            </a:lvl5pPr>
            <a:lvl6pPr algn="l">
              <a:defRPr sz="1950" b="0">
                <a:solidFill>
                  <a:srgbClr val="F5F1E8"/>
                </a:solidFill>
                <a:latin typeface="DejaVu Sans"/>
                <a:ea typeface="DejaVu Sans"/>
                <a:cs typeface="DejaVu Sans"/>
              </a:defRPr>
            </a:lvl6pPr>
            <a:lvl7pPr algn="l">
              <a:defRPr sz="1950" b="0">
                <a:solidFill>
                  <a:srgbClr val="F5F1E8"/>
                </a:solidFill>
                <a:latin typeface="DejaVu Sans"/>
                <a:ea typeface="DejaVu Sans"/>
                <a:cs typeface="DejaVu Sans"/>
              </a:defRPr>
            </a:lvl7pPr>
            <a:lvl8pPr algn="l">
              <a:defRPr sz="1950" b="0">
                <a:solidFill>
                  <a:srgbClr val="F5F1E8"/>
                </a:solidFill>
                <a:latin typeface="DejaVu Sans"/>
                <a:ea typeface="DejaVu Sans"/>
                <a:cs typeface="DejaVu Sans"/>
              </a:defRPr>
            </a:lvl8pPr>
            <a:lvl9pPr algn="l">
              <a:defRPr sz="1950" b="0">
                <a:solidFill>
                  <a:srgbClr val="F5F1E8"/>
                </a:solidFill>
                <a:latin typeface="DejaVu Sans"/>
                <a:ea typeface="DejaVu Sans"/>
                <a:cs typeface="DejaVu Sans"/>
              </a:defRPr>
            </a:lvl9pPr>
          </a:lstStyle>
          <a:p xmlns:a="http://schemas.openxmlformats.org/drawingml/2006/main">
            <a:pPr algn="l">
              <a:defRPr sz="1950" b="0">
                <a:solidFill>
                  <a:srgbClr val="F5F1E8"/>
                </a:solidFill>
                <a:latin typeface="DejaVu Sans"/>
                <a:ea typeface="DejaVu Sans"/>
                <a:cs typeface="DejaVu Sans"/>
              </a:defRPr>
            </a:pPr>
            <a:r>
              <a:rPr sz="1950" b="0">
                <a:solidFill>
                  <a:srgbClr val="F5F1E8"/>
                </a:solidFill>
                <a:latin typeface="DejaVu Sans"/>
                <a:ea typeface="DejaVu Sans"/>
                <a:cs typeface="DejaVu Sans"/>
              </a:rPr>
              <a:t>Equipamiento aeroespacial y ferroviario</a:t>
            </a:r>
          </a:p>
        </p:txBody>
      </p:sp>
      <p:sp>
        <p:nvSpPr>
          <p:cNvPr id="8" name="sector-2">
            <a:extLst xmlns:a="http://schemas.openxmlformats.org/drawingml/2006/main">
              <a:ext uri="{FF2B5EF4-FFF2-40B4-BE49-F238E27FC236}">
                <a16:creationId xmlns:a16="http://schemas.microsoft.com/office/drawing/2014/main" id="{C97570F3-A187-4539-AC0D-F6F9EB8E74F6}"/>
              </a:ext>
            </a:extLst>
          </p:cNvPr>
          <p:cNvSpPr>
            <a:spLocks xmlns:a="http://schemas.openxmlformats.org/drawingml/2006/main" noGrp="1"/>
          </p:cNvSpPr>
          <p:nvPr/>
        </p:nvSpPr>
        <p:spPr>
          <a:xfrm xmlns:a="http://schemas.openxmlformats.org/drawingml/2006/main">
            <a:off x="609600" y="3886200"/>
            <a:ext cx="623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F5F1E8"/>
                </a:solidFill>
                <a:latin typeface="DejaVu Sans"/>
                <a:ea typeface="DejaVu Sans"/>
                <a:cs typeface="DejaVu Sans"/>
              </a:defRPr>
            </a:defPPr>
            <a:lvl1pPr algn="l">
              <a:defRPr sz="1950" b="0">
                <a:solidFill>
                  <a:srgbClr val="F5F1E8"/>
                </a:solidFill>
                <a:latin typeface="DejaVu Sans"/>
                <a:ea typeface="DejaVu Sans"/>
                <a:cs typeface="DejaVu Sans"/>
              </a:defRPr>
            </a:lvl1pPr>
            <a:lvl2pPr algn="l">
              <a:defRPr sz="1950" b="0">
                <a:solidFill>
                  <a:srgbClr val="F5F1E8"/>
                </a:solidFill>
                <a:latin typeface="DejaVu Sans"/>
                <a:ea typeface="DejaVu Sans"/>
                <a:cs typeface="DejaVu Sans"/>
              </a:defRPr>
            </a:lvl2pPr>
            <a:lvl3pPr algn="l">
              <a:defRPr sz="1950" b="0">
                <a:solidFill>
                  <a:srgbClr val="F5F1E8"/>
                </a:solidFill>
                <a:latin typeface="DejaVu Sans"/>
                <a:ea typeface="DejaVu Sans"/>
                <a:cs typeface="DejaVu Sans"/>
              </a:defRPr>
            </a:lvl3pPr>
            <a:lvl4pPr algn="l">
              <a:defRPr sz="1950" b="0">
                <a:solidFill>
                  <a:srgbClr val="F5F1E8"/>
                </a:solidFill>
                <a:latin typeface="DejaVu Sans"/>
                <a:ea typeface="DejaVu Sans"/>
                <a:cs typeface="DejaVu Sans"/>
              </a:defRPr>
            </a:lvl4pPr>
            <a:lvl5pPr algn="l">
              <a:defRPr sz="1950" b="0">
                <a:solidFill>
                  <a:srgbClr val="F5F1E8"/>
                </a:solidFill>
                <a:latin typeface="DejaVu Sans"/>
                <a:ea typeface="DejaVu Sans"/>
                <a:cs typeface="DejaVu Sans"/>
              </a:defRPr>
            </a:lvl5pPr>
            <a:lvl6pPr algn="l">
              <a:defRPr sz="1950" b="0">
                <a:solidFill>
                  <a:srgbClr val="F5F1E8"/>
                </a:solidFill>
                <a:latin typeface="DejaVu Sans"/>
                <a:ea typeface="DejaVu Sans"/>
                <a:cs typeface="DejaVu Sans"/>
              </a:defRPr>
            </a:lvl6pPr>
            <a:lvl7pPr algn="l">
              <a:defRPr sz="1950" b="0">
                <a:solidFill>
                  <a:srgbClr val="F5F1E8"/>
                </a:solidFill>
                <a:latin typeface="DejaVu Sans"/>
                <a:ea typeface="DejaVu Sans"/>
                <a:cs typeface="DejaVu Sans"/>
              </a:defRPr>
            </a:lvl7pPr>
            <a:lvl8pPr algn="l">
              <a:defRPr sz="1950" b="0">
                <a:solidFill>
                  <a:srgbClr val="F5F1E8"/>
                </a:solidFill>
                <a:latin typeface="DejaVu Sans"/>
                <a:ea typeface="DejaVu Sans"/>
                <a:cs typeface="DejaVu Sans"/>
              </a:defRPr>
            </a:lvl8pPr>
            <a:lvl9pPr algn="l">
              <a:defRPr sz="1950" b="0">
                <a:solidFill>
                  <a:srgbClr val="F5F1E8"/>
                </a:solidFill>
                <a:latin typeface="DejaVu Sans"/>
                <a:ea typeface="DejaVu Sans"/>
                <a:cs typeface="DejaVu Sans"/>
              </a:defRPr>
            </a:lvl9pPr>
          </a:lstStyle>
          <a:p xmlns:a="http://schemas.openxmlformats.org/drawingml/2006/main">
            <a:pPr algn="l">
              <a:defRPr sz="1950" b="0">
                <a:solidFill>
                  <a:srgbClr val="F5F1E8"/>
                </a:solidFill>
                <a:latin typeface="DejaVu Sans"/>
                <a:ea typeface="DejaVu Sans"/>
                <a:cs typeface="DejaVu Sans"/>
              </a:defRPr>
            </a:pPr>
            <a:r>
              <a:rPr sz="1950" b="0">
                <a:solidFill>
                  <a:srgbClr val="F5F1E8"/>
                </a:solidFill>
                <a:latin typeface="DejaVu Sans"/>
                <a:ea typeface="DejaVu Sans"/>
                <a:cs typeface="DejaVu Sans"/>
              </a:rPr>
              <a:t>Vehículos de nueva energía</a:t>
            </a:r>
          </a:p>
        </p:txBody>
      </p:sp>
      <p:sp>
        <p:nvSpPr>
          <p:cNvPr id="9" name="sector-3">
            <a:extLst xmlns:a="http://schemas.openxmlformats.org/drawingml/2006/main">
              <a:ext uri="{FF2B5EF4-FFF2-40B4-BE49-F238E27FC236}">
                <a16:creationId xmlns:a16="http://schemas.microsoft.com/office/drawing/2014/main" id="{01541CE5-79A2-4444-95F9-84E0822C889A}"/>
              </a:ext>
            </a:extLst>
          </p:cNvPr>
          <p:cNvSpPr>
            <a:spLocks xmlns:a="http://schemas.openxmlformats.org/drawingml/2006/main" noGrp="1"/>
          </p:cNvSpPr>
          <p:nvPr/>
        </p:nvSpPr>
        <p:spPr>
          <a:xfrm xmlns:a="http://schemas.openxmlformats.org/drawingml/2006/main">
            <a:off x="609600" y="4495800"/>
            <a:ext cx="623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F5F1E8"/>
                </a:solidFill>
                <a:latin typeface="DejaVu Sans"/>
                <a:ea typeface="DejaVu Sans"/>
                <a:cs typeface="DejaVu Sans"/>
              </a:defRPr>
            </a:defPPr>
            <a:lvl1pPr algn="l">
              <a:defRPr sz="1950" b="0">
                <a:solidFill>
                  <a:srgbClr val="F5F1E8"/>
                </a:solidFill>
                <a:latin typeface="DejaVu Sans"/>
                <a:ea typeface="DejaVu Sans"/>
                <a:cs typeface="DejaVu Sans"/>
              </a:defRPr>
            </a:lvl1pPr>
            <a:lvl2pPr algn="l">
              <a:defRPr sz="1950" b="0">
                <a:solidFill>
                  <a:srgbClr val="F5F1E8"/>
                </a:solidFill>
                <a:latin typeface="DejaVu Sans"/>
                <a:ea typeface="DejaVu Sans"/>
                <a:cs typeface="DejaVu Sans"/>
              </a:defRPr>
            </a:lvl2pPr>
            <a:lvl3pPr algn="l">
              <a:defRPr sz="1950" b="0">
                <a:solidFill>
                  <a:srgbClr val="F5F1E8"/>
                </a:solidFill>
                <a:latin typeface="DejaVu Sans"/>
                <a:ea typeface="DejaVu Sans"/>
                <a:cs typeface="DejaVu Sans"/>
              </a:defRPr>
            </a:lvl3pPr>
            <a:lvl4pPr algn="l">
              <a:defRPr sz="1950" b="0">
                <a:solidFill>
                  <a:srgbClr val="F5F1E8"/>
                </a:solidFill>
                <a:latin typeface="DejaVu Sans"/>
                <a:ea typeface="DejaVu Sans"/>
                <a:cs typeface="DejaVu Sans"/>
              </a:defRPr>
            </a:lvl4pPr>
            <a:lvl5pPr algn="l">
              <a:defRPr sz="1950" b="0">
                <a:solidFill>
                  <a:srgbClr val="F5F1E8"/>
                </a:solidFill>
                <a:latin typeface="DejaVu Sans"/>
                <a:ea typeface="DejaVu Sans"/>
                <a:cs typeface="DejaVu Sans"/>
              </a:defRPr>
            </a:lvl5pPr>
            <a:lvl6pPr algn="l">
              <a:defRPr sz="1950" b="0">
                <a:solidFill>
                  <a:srgbClr val="F5F1E8"/>
                </a:solidFill>
                <a:latin typeface="DejaVu Sans"/>
                <a:ea typeface="DejaVu Sans"/>
                <a:cs typeface="DejaVu Sans"/>
              </a:defRPr>
            </a:lvl6pPr>
            <a:lvl7pPr algn="l">
              <a:defRPr sz="1950" b="0">
                <a:solidFill>
                  <a:srgbClr val="F5F1E8"/>
                </a:solidFill>
                <a:latin typeface="DejaVu Sans"/>
                <a:ea typeface="DejaVu Sans"/>
                <a:cs typeface="DejaVu Sans"/>
              </a:defRPr>
            </a:lvl7pPr>
            <a:lvl8pPr algn="l">
              <a:defRPr sz="1950" b="0">
                <a:solidFill>
                  <a:srgbClr val="F5F1E8"/>
                </a:solidFill>
                <a:latin typeface="DejaVu Sans"/>
                <a:ea typeface="DejaVu Sans"/>
                <a:cs typeface="DejaVu Sans"/>
              </a:defRPr>
            </a:lvl8pPr>
            <a:lvl9pPr algn="l">
              <a:defRPr sz="1950" b="0">
                <a:solidFill>
                  <a:srgbClr val="F5F1E8"/>
                </a:solidFill>
                <a:latin typeface="DejaVu Sans"/>
                <a:ea typeface="DejaVu Sans"/>
                <a:cs typeface="DejaVu Sans"/>
              </a:defRPr>
            </a:lvl9pPr>
          </a:lstStyle>
          <a:p xmlns:a="http://schemas.openxmlformats.org/drawingml/2006/main">
            <a:pPr algn="l">
              <a:defRPr sz="1950" b="0">
                <a:solidFill>
                  <a:srgbClr val="F5F1E8"/>
                </a:solidFill>
                <a:latin typeface="DejaVu Sans"/>
                <a:ea typeface="DejaVu Sans"/>
                <a:cs typeface="DejaVu Sans"/>
              </a:defRPr>
            </a:pPr>
            <a:r>
              <a:rPr sz="1950" b="0">
                <a:solidFill>
                  <a:srgbClr val="F5F1E8"/>
                </a:solidFill>
                <a:latin typeface="DejaVu Sans"/>
                <a:ea typeface="DejaVu Sans"/>
                <a:cs typeface="DejaVu Sans"/>
              </a:rPr>
              <a:t>Tecnologías de información</a:t>
            </a:r>
          </a:p>
          <a:p xmlns:a="http://schemas.openxmlformats.org/drawingml/2006/main">
            <a:pPr algn="l">
              <a:defRPr sz="1950" b="0">
                <a:solidFill>
                  <a:srgbClr val="F5F1E8"/>
                </a:solidFill>
                <a:latin typeface="DejaVu Sans"/>
                <a:ea typeface="DejaVu Sans"/>
                <a:cs typeface="DejaVu Sans"/>
              </a:defRPr>
            </a:pPr>
            <a:r>
              <a:rPr sz="1950" b="0">
                <a:solidFill>
                  <a:srgbClr val="F5F1E8"/>
                </a:solidFill>
                <a:latin typeface="DejaVu Sans"/>
                <a:ea typeface="DejaVu Sans"/>
                <a:cs typeface="DejaVu Sans"/>
              </a:rPr>
              <a:t>y componentes estratégicos</a:t>
            </a:r>
          </a:p>
        </p:txBody>
      </p:sp>
      <p:sp>
        <p:nvSpPr>
          <p:cNvPr id="10" name="classification-note">
            <a:extLst xmlns:a="http://schemas.openxmlformats.org/drawingml/2006/main">
              <a:ext uri="{FF2B5EF4-FFF2-40B4-BE49-F238E27FC236}">
                <a16:creationId xmlns:a16="http://schemas.microsoft.com/office/drawing/2014/main" id="{7022F62B-E311-409E-AD54-B8C44A8BE25A}"/>
              </a:ext>
            </a:extLst>
          </p:cNvPr>
          <p:cNvSpPr>
            <a:spLocks xmlns:a="http://schemas.openxmlformats.org/drawingml/2006/main" noGrp="1"/>
          </p:cNvSpPr>
          <p:nvPr/>
        </p:nvSpPr>
        <p:spPr>
          <a:xfrm xmlns:a="http://schemas.openxmlformats.org/drawingml/2006/main">
            <a:off x="609600" y="52387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Selección de los diez ámbitos originales.</a:t>
            </a:r>
          </a:p>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Baterías y digitalización: vínculos y ejes transversales.</a:t>
            </a:r>
          </a:p>
        </p:txBody>
      </p:sp>
      <p:sp>
        <p:nvSpPr>
          <p:cNvPr id="11" name="layout-surface">
            <a:extLst xmlns:a="http://schemas.openxmlformats.org/drawingml/2006/main">
              <a:ext uri="{FF2B5EF4-FFF2-40B4-BE49-F238E27FC236}">
                <a16:creationId xmlns:a16="http://schemas.microsoft.com/office/drawing/2014/main" id="{E7DC47C8-31AE-4DDF-8F01-77042D6668B1}"/>
              </a:ext>
            </a:extLst>
          </p:cNvPr>
          <p:cNvSpPr>
            <a:spLocks xmlns:a="http://schemas.openxmlformats.org/drawingml/2006/main" noGrp="1"/>
          </p:cNvSpPr>
          <p:nvPr/>
        </p:nvSpPr>
        <p:spPr>
          <a:xfrm xmlns:a="http://schemas.openxmlformats.org/drawingml/2006/main">
            <a:off x="457200" y="5857875"/>
            <a:ext cx="11277600" cy="51435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2" name="thesis">
            <a:extLst xmlns:a="http://schemas.openxmlformats.org/drawingml/2006/main">
              <a:ext uri="{FF2B5EF4-FFF2-40B4-BE49-F238E27FC236}">
                <a16:creationId xmlns:a16="http://schemas.microsoft.com/office/drawing/2014/main" id="{F4F0AA6B-4C1A-4626-83DA-ED0F623183C8}"/>
              </a:ext>
            </a:extLst>
          </p:cNvPr>
          <p:cNvSpPr>
            <a:spLocks xmlns:a="http://schemas.openxmlformats.org/drawingml/2006/main" noGrp="1"/>
          </p:cNvSpPr>
          <p:nvPr/>
        </p:nvSpPr>
        <p:spPr>
          <a:xfrm xmlns:a="http://schemas.openxmlformats.org/drawingml/2006/main">
            <a:off x="609600" y="5953125"/>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Objetivo: mayor complejidad tecnológica y valor agregado.</a:t>
            </a:r>
          </a:p>
        </p:txBody>
      </p:sp>
      <p:sp>
        <p:nvSpPr>
          <p:cNvPr id="13" name="layout-surface">
            <a:extLst xmlns:a="http://schemas.openxmlformats.org/drawingml/2006/main">
              <a:ext uri="{FF2B5EF4-FFF2-40B4-BE49-F238E27FC236}">
                <a16:creationId xmlns:a16="http://schemas.microsoft.com/office/drawing/2014/main" id="{270F69E8-64A7-4A7C-9754-62A7ED1FE87B}"/>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4" name="attribution">
            <a:extLst xmlns:a="http://schemas.openxmlformats.org/drawingml/2006/main">
              <a:ext uri="{FF2B5EF4-FFF2-40B4-BE49-F238E27FC236}">
                <a16:creationId xmlns:a16="http://schemas.microsoft.com/office/drawing/2014/main" id="{7C7D9857-D3DB-4A26-9DA0-30CB58026E19}"/>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15" name="sources-link">
            <a:extLst xmlns:a="http://schemas.openxmlformats.org/drawingml/2006/main">
              <a:ext uri="{FF2B5EF4-FFF2-40B4-BE49-F238E27FC236}">
                <a16:creationId xmlns:a16="http://schemas.microsoft.com/office/drawing/2014/main" id="{821DBDC6-36E6-414D-BD59-0E1DA638E2F3}"/>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bc33bec463b44389"/>
              </a:rPr>
              <a:t>Fuentes y notas ↗</a:t>
            </a:r>
          </a:p>
        </p:txBody>
      </p:sp>
      <p:sp>
        <p:nvSpPr>
          <p:cNvPr id="16" name="page-number">
            <a:extLst xmlns:a="http://schemas.openxmlformats.org/drawingml/2006/main">
              <a:ext uri="{FF2B5EF4-FFF2-40B4-BE49-F238E27FC236}">
                <a16:creationId xmlns:a16="http://schemas.microsoft.com/office/drawing/2014/main" id="{9ECA2921-8E86-4D7E-9EEF-83A9115F5A72}"/>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05 / 10</a:t>
            </a:r>
          </a:p>
        </p:txBody>
      </p:sp>
    </p:spTree>
    <p:extLst>
      <p:ext uri="{BB962C8B-B14F-4D97-AF65-F5344CB8AC3E}">
        <p14:creationId xmlns:p14="http://schemas.microsoft.com/office/powerpoint/2010/main" val="2076509079"/>
      </p:ext>
    </p:extLst>
  </p:cSld>
</p:sld>
</file>

<file path=ppt/slides/slide6.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27B1BA7A-F753-45D0-9B4C-AFDF8BD61E68}"/>
              </a:ext>
            </a:extLst>
          </p:cNvPr>
          <p:cNvPicPr>
            <a:picLocks xmlns:a="http://schemas.openxmlformats.org/drawingml/2006/main" noChangeAspect="1"/>
          </p:cNvPicPr>
          <p:nvPr/>
        </p:nvPicPr>
        <p:blipFill>
          <a:blip xmlns:r="http://schemas.openxmlformats.org/officeDocument/2006/relationships" xmlns:a="http://schemas.openxmlformats.org/drawingml/2006/main" r:embed="Rea4bc204fe99453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D67B2348-BD43-4385-9592-3ACF31743220}"/>
              </a:ext>
            </a:extLst>
          </p:cNvPr>
          <p:cNvSpPr>
            <a:spLocks xmlns:a="http://schemas.openxmlformats.org/drawingml/2006/main" noGrp="1"/>
          </p:cNvSpPr>
          <p:nvPr/>
        </p:nvSpPr>
        <p:spPr>
          <a:xfrm xmlns:a="http://schemas.openxmlformats.org/drawingml/2006/main">
            <a:off x="0" y="1428750"/>
            <a:ext cx="12192000" cy="4048125"/>
          </a:xfrm>
          <a:prstGeom xmlns:a="http://schemas.openxmlformats.org/drawingml/2006/main" prst="rect">
            <a:avLst/>
          </a:prstGeom>
          <a:solidFill xmlns:a="http://schemas.openxmlformats.org/drawingml/2006/main">
            <a:srgbClr val="061521">
              <a:alpha val="74000"/>
            </a:srgbClr>
          </a:soli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E3D74EC3-16E6-4EFF-875F-998720CE8F36}"/>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03 · POLÍTICAS TECNOLÓGICAS</a:t>
            </a:r>
          </a:p>
        </p:txBody>
      </p:sp>
      <p:sp>
        <p:nvSpPr>
          <p:cNvPr id="4" name="slide-title">
            <a:extLst xmlns:a="http://schemas.openxmlformats.org/drawingml/2006/main">
              <a:ext uri="{FF2B5EF4-FFF2-40B4-BE49-F238E27FC236}">
                <a16:creationId xmlns:a16="http://schemas.microsoft.com/office/drawing/2014/main" id="{333538BF-D353-4994-B820-C217A41B5D39}"/>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Del plan de IA de 2017</a:t>
            </a:r>
          </a:p>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a IA+ de 2025</a:t>
            </a:r>
          </a:p>
        </p:txBody>
      </p:sp>
      <p:sp>
        <p:nvSpPr>
          <p:cNvPr id="5" name="year-0">
            <a:extLst xmlns:a="http://schemas.openxmlformats.org/drawingml/2006/main">
              <a:ext uri="{FF2B5EF4-FFF2-40B4-BE49-F238E27FC236}">
                <a16:creationId xmlns:a16="http://schemas.microsoft.com/office/drawing/2014/main" id="{112B4AF6-6166-4F1E-95A0-D24C08BDAD3C}"/>
              </a:ext>
            </a:extLst>
          </p:cNvPr>
          <p:cNvSpPr>
            <a:spLocks xmlns:a="http://schemas.openxmlformats.org/drawingml/2006/main" noGrp="1"/>
          </p:cNvSpPr>
          <p:nvPr/>
        </p:nvSpPr>
        <p:spPr>
          <a:xfrm xmlns:a="http://schemas.openxmlformats.org/drawingml/2006/main">
            <a:off x="609600" y="2028825"/>
            <a:ext cx="4857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2017</a:t>
            </a:r>
          </a:p>
        </p:txBody>
      </p:sp>
      <p:sp>
        <p:nvSpPr>
          <p:cNvPr id="6" name="focus-0">
            <a:extLst xmlns:a="http://schemas.openxmlformats.org/drawingml/2006/main">
              <a:ext uri="{FF2B5EF4-FFF2-40B4-BE49-F238E27FC236}">
                <a16:creationId xmlns:a16="http://schemas.microsoft.com/office/drawing/2014/main" id="{3C3AF623-487E-430A-9933-9223F914C171}"/>
              </a:ext>
            </a:extLst>
          </p:cNvPr>
          <p:cNvSpPr>
            <a:spLocks xmlns:a="http://schemas.openxmlformats.org/drawingml/2006/main" noGrp="1"/>
          </p:cNvSpPr>
          <p:nvPr/>
        </p:nvSpPr>
        <p:spPr>
          <a:xfrm xmlns:a="http://schemas.openxmlformats.org/drawingml/2006/main">
            <a:off x="609600" y="27622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F5F1E8"/>
                </a:solidFill>
                <a:latin typeface="DejaVu Serif"/>
                <a:ea typeface="DejaVu Serif"/>
                <a:cs typeface="DejaVu Serif"/>
              </a:defRPr>
            </a:defPPr>
            <a:lvl1pPr algn="l">
              <a:defRPr sz="2325" b="0">
                <a:solidFill>
                  <a:srgbClr val="F5F1E8"/>
                </a:solidFill>
                <a:latin typeface="DejaVu Serif"/>
                <a:ea typeface="DejaVu Serif"/>
                <a:cs typeface="DejaVu Serif"/>
              </a:defRPr>
            </a:lvl1pPr>
            <a:lvl2pPr algn="l">
              <a:defRPr sz="2325" b="0">
                <a:solidFill>
                  <a:srgbClr val="F5F1E8"/>
                </a:solidFill>
                <a:latin typeface="DejaVu Serif"/>
                <a:ea typeface="DejaVu Serif"/>
                <a:cs typeface="DejaVu Serif"/>
              </a:defRPr>
            </a:lvl2pPr>
            <a:lvl3pPr algn="l">
              <a:defRPr sz="2325" b="0">
                <a:solidFill>
                  <a:srgbClr val="F5F1E8"/>
                </a:solidFill>
                <a:latin typeface="DejaVu Serif"/>
                <a:ea typeface="DejaVu Serif"/>
                <a:cs typeface="DejaVu Serif"/>
              </a:defRPr>
            </a:lvl3pPr>
            <a:lvl4pPr algn="l">
              <a:defRPr sz="2325" b="0">
                <a:solidFill>
                  <a:srgbClr val="F5F1E8"/>
                </a:solidFill>
                <a:latin typeface="DejaVu Serif"/>
                <a:ea typeface="DejaVu Serif"/>
                <a:cs typeface="DejaVu Serif"/>
              </a:defRPr>
            </a:lvl4pPr>
            <a:lvl5pPr algn="l">
              <a:defRPr sz="2325" b="0">
                <a:solidFill>
                  <a:srgbClr val="F5F1E8"/>
                </a:solidFill>
                <a:latin typeface="DejaVu Serif"/>
                <a:ea typeface="DejaVu Serif"/>
                <a:cs typeface="DejaVu Serif"/>
              </a:defRPr>
            </a:lvl5pPr>
            <a:lvl6pPr algn="l">
              <a:defRPr sz="2325" b="0">
                <a:solidFill>
                  <a:srgbClr val="F5F1E8"/>
                </a:solidFill>
                <a:latin typeface="DejaVu Serif"/>
                <a:ea typeface="DejaVu Serif"/>
                <a:cs typeface="DejaVu Serif"/>
              </a:defRPr>
            </a:lvl6pPr>
            <a:lvl7pPr algn="l">
              <a:defRPr sz="2325" b="0">
                <a:solidFill>
                  <a:srgbClr val="F5F1E8"/>
                </a:solidFill>
                <a:latin typeface="DejaVu Serif"/>
                <a:ea typeface="DejaVu Serif"/>
                <a:cs typeface="DejaVu Serif"/>
              </a:defRPr>
            </a:lvl7pPr>
            <a:lvl8pPr algn="l">
              <a:defRPr sz="2325" b="0">
                <a:solidFill>
                  <a:srgbClr val="F5F1E8"/>
                </a:solidFill>
                <a:latin typeface="DejaVu Serif"/>
                <a:ea typeface="DejaVu Serif"/>
                <a:cs typeface="DejaVu Serif"/>
              </a:defRPr>
            </a:lvl8pPr>
            <a:lvl9pPr algn="l">
              <a:defRPr sz="2325" b="0">
                <a:solidFill>
                  <a:srgbClr val="F5F1E8"/>
                </a:solidFill>
                <a:latin typeface="DejaVu Serif"/>
                <a:ea typeface="DejaVu Serif"/>
                <a:cs typeface="DejaVu Serif"/>
              </a:defRPr>
            </a:lvl9pPr>
          </a:lstStyle>
          <a:p xmlns:a="http://schemas.openxmlformats.org/drawingml/2006/main">
            <a:pPr algn="l">
              <a:defRPr sz="2325" b="0">
                <a:solidFill>
                  <a:srgbClr val="F5F1E8"/>
                </a:solidFill>
                <a:latin typeface="DejaVu Serif"/>
                <a:ea typeface="DejaVu Serif"/>
                <a:cs typeface="DejaVu Serif"/>
              </a:defRPr>
            </a:pPr>
            <a:r>
              <a:rPr sz="2325" b="0">
                <a:solidFill>
                  <a:srgbClr val="F5F1E8"/>
                </a:solidFill>
                <a:latin typeface="DejaVu Serif"/>
                <a:ea typeface="DejaVu Serif"/>
                <a:cs typeface="DejaVu Serif"/>
              </a:rPr>
              <a:t>Construir capacidades</a:t>
            </a:r>
          </a:p>
        </p:txBody>
      </p:sp>
      <p:sp>
        <p:nvSpPr>
          <p:cNvPr id="7" name="focus-item-0-0">
            <a:extLst xmlns:a="http://schemas.openxmlformats.org/drawingml/2006/main">
              <a:ext uri="{FF2B5EF4-FFF2-40B4-BE49-F238E27FC236}">
                <a16:creationId xmlns:a16="http://schemas.microsoft.com/office/drawing/2014/main" id="{33341704-BE67-4256-AFF7-D31E700BF8F0}"/>
              </a:ext>
            </a:extLst>
          </p:cNvPr>
          <p:cNvSpPr>
            <a:spLocks xmlns:a="http://schemas.openxmlformats.org/drawingml/2006/main" noGrp="1"/>
          </p:cNvSpPr>
          <p:nvPr/>
        </p:nvSpPr>
        <p:spPr>
          <a:xfrm xmlns:a="http://schemas.openxmlformats.org/drawingml/2006/main">
            <a:off x="609600" y="343852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Investigación y desarrollo</a:t>
            </a:r>
          </a:p>
        </p:txBody>
      </p:sp>
      <p:sp>
        <p:nvSpPr>
          <p:cNvPr id="8" name="focus-item-0-1">
            <a:extLst xmlns:a="http://schemas.openxmlformats.org/drawingml/2006/main">
              <a:ext uri="{FF2B5EF4-FFF2-40B4-BE49-F238E27FC236}">
                <a16:creationId xmlns:a16="http://schemas.microsoft.com/office/drawing/2014/main" id="{212F8F57-341A-4314-8CBF-DC1F064F8567}"/>
              </a:ext>
            </a:extLst>
          </p:cNvPr>
          <p:cNvSpPr>
            <a:spLocks xmlns:a="http://schemas.openxmlformats.org/drawingml/2006/main" noGrp="1"/>
          </p:cNvSpPr>
          <p:nvPr/>
        </p:nvSpPr>
        <p:spPr>
          <a:xfrm xmlns:a="http://schemas.openxmlformats.org/drawingml/2006/main">
            <a:off x="609600" y="400050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Talento, empresas y plataformas</a:t>
            </a:r>
          </a:p>
        </p:txBody>
      </p:sp>
      <p:sp>
        <p:nvSpPr>
          <p:cNvPr id="9" name="focus-item-0-2">
            <a:extLst xmlns:a="http://schemas.openxmlformats.org/drawingml/2006/main">
              <a:ext uri="{FF2B5EF4-FFF2-40B4-BE49-F238E27FC236}">
                <a16:creationId xmlns:a16="http://schemas.microsoft.com/office/drawing/2014/main" id="{08D64FDD-D63F-463E-8EC9-C69B0680D291}"/>
              </a:ext>
            </a:extLst>
          </p:cNvPr>
          <p:cNvSpPr>
            <a:spLocks xmlns:a="http://schemas.openxmlformats.org/drawingml/2006/main" noGrp="1"/>
          </p:cNvSpPr>
          <p:nvPr/>
        </p:nvSpPr>
        <p:spPr>
          <a:xfrm xmlns:a="http://schemas.openxmlformats.org/drawingml/2006/main">
            <a:off x="609600" y="456247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Aplicaciones e industria de IA</a:t>
            </a:r>
          </a:p>
        </p:txBody>
      </p:sp>
      <p:sp>
        <p:nvSpPr>
          <p:cNvPr id="10" name="year-1">
            <a:extLst xmlns:a="http://schemas.openxmlformats.org/drawingml/2006/main">
              <a:ext uri="{FF2B5EF4-FFF2-40B4-BE49-F238E27FC236}">
                <a16:creationId xmlns:a16="http://schemas.microsoft.com/office/drawing/2014/main" id="{F6623763-4701-452C-92A4-8D0AAAD4EA7A}"/>
              </a:ext>
            </a:extLst>
          </p:cNvPr>
          <p:cNvSpPr>
            <a:spLocks xmlns:a="http://schemas.openxmlformats.org/drawingml/2006/main" noGrp="1"/>
          </p:cNvSpPr>
          <p:nvPr/>
        </p:nvSpPr>
        <p:spPr>
          <a:xfrm xmlns:a="http://schemas.openxmlformats.org/drawingml/2006/main">
            <a:off x="6553200" y="2028825"/>
            <a:ext cx="4857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2025</a:t>
            </a:r>
          </a:p>
        </p:txBody>
      </p:sp>
      <p:sp>
        <p:nvSpPr>
          <p:cNvPr id="11" name="focus-1">
            <a:extLst xmlns:a="http://schemas.openxmlformats.org/drawingml/2006/main">
              <a:ext uri="{FF2B5EF4-FFF2-40B4-BE49-F238E27FC236}">
                <a16:creationId xmlns:a16="http://schemas.microsoft.com/office/drawing/2014/main" id="{2AAB227B-A405-4833-A431-F54ADB47E818}"/>
              </a:ext>
            </a:extLst>
          </p:cNvPr>
          <p:cNvSpPr>
            <a:spLocks xmlns:a="http://schemas.openxmlformats.org/drawingml/2006/main" noGrp="1"/>
          </p:cNvSpPr>
          <p:nvPr/>
        </p:nvSpPr>
        <p:spPr>
          <a:xfrm xmlns:a="http://schemas.openxmlformats.org/drawingml/2006/main">
            <a:off x="6553200" y="27622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F5F1E8"/>
                </a:solidFill>
                <a:latin typeface="DejaVu Serif"/>
                <a:ea typeface="DejaVu Serif"/>
                <a:cs typeface="DejaVu Serif"/>
              </a:defRPr>
            </a:defPPr>
            <a:lvl1pPr algn="l">
              <a:defRPr sz="2325" b="0">
                <a:solidFill>
                  <a:srgbClr val="F5F1E8"/>
                </a:solidFill>
                <a:latin typeface="DejaVu Serif"/>
                <a:ea typeface="DejaVu Serif"/>
                <a:cs typeface="DejaVu Serif"/>
              </a:defRPr>
            </a:lvl1pPr>
            <a:lvl2pPr algn="l">
              <a:defRPr sz="2325" b="0">
                <a:solidFill>
                  <a:srgbClr val="F5F1E8"/>
                </a:solidFill>
                <a:latin typeface="DejaVu Serif"/>
                <a:ea typeface="DejaVu Serif"/>
                <a:cs typeface="DejaVu Serif"/>
              </a:defRPr>
            </a:lvl2pPr>
            <a:lvl3pPr algn="l">
              <a:defRPr sz="2325" b="0">
                <a:solidFill>
                  <a:srgbClr val="F5F1E8"/>
                </a:solidFill>
                <a:latin typeface="DejaVu Serif"/>
                <a:ea typeface="DejaVu Serif"/>
                <a:cs typeface="DejaVu Serif"/>
              </a:defRPr>
            </a:lvl3pPr>
            <a:lvl4pPr algn="l">
              <a:defRPr sz="2325" b="0">
                <a:solidFill>
                  <a:srgbClr val="F5F1E8"/>
                </a:solidFill>
                <a:latin typeface="DejaVu Serif"/>
                <a:ea typeface="DejaVu Serif"/>
                <a:cs typeface="DejaVu Serif"/>
              </a:defRPr>
            </a:lvl4pPr>
            <a:lvl5pPr algn="l">
              <a:defRPr sz="2325" b="0">
                <a:solidFill>
                  <a:srgbClr val="F5F1E8"/>
                </a:solidFill>
                <a:latin typeface="DejaVu Serif"/>
                <a:ea typeface="DejaVu Serif"/>
                <a:cs typeface="DejaVu Serif"/>
              </a:defRPr>
            </a:lvl5pPr>
            <a:lvl6pPr algn="l">
              <a:defRPr sz="2325" b="0">
                <a:solidFill>
                  <a:srgbClr val="F5F1E8"/>
                </a:solidFill>
                <a:latin typeface="DejaVu Serif"/>
                <a:ea typeface="DejaVu Serif"/>
                <a:cs typeface="DejaVu Serif"/>
              </a:defRPr>
            </a:lvl6pPr>
            <a:lvl7pPr algn="l">
              <a:defRPr sz="2325" b="0">
                <a:solidFill>
                  <a:srgbClr val="F5F1E8"/>
                </a:solidFill>
                <a:latin typeface="DejaVu Serif"/>
                <a:ea typeface="DejaVu Serif"/>
                <a:cs typeface="DejaVu Serif"/>
              </a:defRPr>
            </a:lvl7pPr>
            <a:lvl8pPr algn="l">
              <a:defRPr sz="2325" b="0">
                <a:solidFill>
                  <a:srgbClr val="F5F1E8"/>
                </a:solidFill>
                <a:latin typeface="DejaVu Serif"/>
                <a:ea typeface="DejaVu Serif"/>
                <a:cs typeface="DejaVu Serif"/>
              </a:defRPr>
            </a:lvl8pPr>
            <a:lvl9pPr algn="l">
              <a:defRPr sz="2325" b="0">
                <a:solidFill>
                  <a:srgbClr val="F5F1E8"/>
                </a:solidFill>
                <a:latin typeface="DejaVu Serif"/>
                <a:ea typeface="DejaVu Serif"/>
                <a:cs typeface="DejaVu Serif"/>
              </a:defRPr>
            </a:lvl9pPr>
          </a:lstStyle>
          <a:p xmlns:a="http://schemas.openxmlformats.org/drawingml/2006/main">
            <a:pPr algn="l">
              <a:defRPr sz="2325" b="0">
                <a:solidFill>
                  <a:srgbClr val="F5F1E8"/>
                </a:solidFill>
                <a:latin typeface="DejaVu Serif"/>
                <a:ea typeface="DejaVu Serif"/>
                <a:cs typeface="DejaVu Serif"/>
              </a:defRPr>
            </a:pPr>
            <a:r>
              <a:rPr sz="2325" b="0">
                <a:solidFill>
                  <a:srgbClr val="F5F1E8"/>
                </a:solidFill>
                <a:latin typeface="DejaVu Serif"/>
                <a:ea typeface="DejaVu Serif"/>
                <a:cs typeface="DejaVu Serif"/>
              </a:rPr>
              <a:t>Ampliar la adopción</a:t>
            </a:r>
          </a:p>
        </p:txBody>
      </p:sp>
      <p:sp>
        <p:nvSpPr>
          <p:cNvPr id="12" name="focus-item-1-0">
            <a:extLst xmlns:a="http://schemas.openxmlformats.org/drawingml/2006/main">
              <a:ext uri="{FF2B5EF4-FFF2-40B4-BE49-F238E27FC236}">
                <a16:creationId xmlns:a16="http://schemas.microsoft.com/office/drawing/2014/main" id="{85CE55AF-1286-4F8E-AD67-7B29D696188D}"/>
              </a:ext>
            </a:extLst>
          </p:cNvPr>
          <p:cNvSpPr>
            <a:spLocks xmlns:a="http://schemas.openxmlformats.org/drawingml/2006/main" noGrp="1"/>
          </p:cNvSpPr>
          <p:nvPr/>
        </p:nvSpPr>
        <p:spPr>
          <a:xfrm xmlns:a="http://schemas.openxmlformats.org/drawingml/2006/main">
            <a:off x="6553200" y="343852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Manufactura y servicios</a:t>
            </a:r>
          </a:p>
        </p:txBody>
      </p:sp>
      <p:sp>
        <p:nvSpPr>
          <p:cNvPr id="13" name="focus-item-1-1">
            <a:extLst xmlns:a="http://schemas.openxmlformats.org/drawingml/2006/main">
              <a:ext uri="{FF2B5EF4-FFF2-40B4-BE49-F238E27FC236}">
                <a16:creationId xmlns:a16="http://schemas.microsoft.com/office/drawing/2014/main" id="{CF598B77-E962-4AC2-8B1A-5B2929D12626}"/>
              </a:ext>
            </a:extLst>
          </p:cNvPr>
          <p:cNvSpPr>
            <a:spLocks xmlns:a="http://schemas.openxmlformats.org/drawingml/2006/main" noGrp="1"/>
          </p:cNvSpPr>
          <p:nvPr/>
        </p:nvSpPr>
        <p:spPr>
          <a:xfrm xmlns:a="http://schemas.openxmlformats.org/drawingml/2006/main">
            <a:off x="6553200" y="400050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Ciencia y producción</a:t>
            </a:r>
          </a:p>
        </p:txBody>
      </p:sp>
      <p:sp>
        <p:nvSpPr>
          <p:cNvPr id="14" name="focus-item-1-2">
            <a:extLst xmlns:a="http://schemas.openxmlformats.org/drawingml/2006/main">
              <a:ext uri="{FF2B5EF4-FFF2-40B4-BE49-F238E27FC236}">
                <a16:creationId xmlns:a16="http://schemas.microsoft.com/office/drawing/2014/main" id="{58E664B7-6D66-43AE-82D2-6EC20138A485}"/>
              </a:ext>
            </a:extLst>
          </p:cNvPr>
          <p:cNvSpPr>
            <a:spLocks xmlns:a="http://schemas.openxmlformats.org/drawingml/2006/main" noGrp="1"/>
          </p:cNvSpPr>
          <p:nvPr/>
        </p:nvSpPr>
        <p:spPr>
          <a:xfrm xmlns:a="http://schemas.openxmlformats.org/drawingml/2006/main">
            <a:off x="6553200" y="456247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F5F1E8"/>
                </a:solidFill>
                <a:latin typeface="DejaVu Sans"/>
                <a:ea typeface="DejaVu Sans"/>
                <a:cs typeface="DejaVu Sans"/>
              </a:defRPr>
            </a:defPPr>
            <a:lvl1pPr algn="l">
              <a:defRPr sz="1875" b="0">
                <a:solidFill>
                  <a:srgbClr val="F5F1E8"/>
                </a:solidFill>
                <a:latin typeface="DejaVu Sans"/>
                <a:ea typeface="DejaVu Sans"/>
                <a:cs typeface="DejaVu Sans"/>
              </a:defRPr>
            </a:lvl1pPr>
            <a:lvl2pPr algn="l">
              <a:defRPr sz="1875" b="0">
                <a:solidFill>
                  <a:srgbClr val="F5F1E8"/>
                </a:solidFill>
                <a:latin typeface="DejaVu Sans"/>
                <a:ea typeface="DejaVu Sans"/>
                <a:cs typeface="DejaVu Sans"/>
              </a:defRPr>
            </a:lvl2pPr>
            <a:lvl3pPr algn="l">
              <a:defRPr sz="1875" b="0">
                <a:solidFill>
                  <a:srgbClr val="F5F1E8"/>
                </a:solidFill>
                <a:latin typeface="DejaVu Sans"/>
                <a:ea typeface="DejaVu Sans"/>
                <a:cs typeface="DejaVu Sans"/>
              </a:defRPr>
            </a:lvl3pPr>
            <a:lvl4pPr algn="l">
              <a:defRPr sz="1875" b="0">
                <a:solidFill>
                  <a:srgbClr val="F5F1E8"/>
                </a:solidFill>
                <a:latin typeface="DejaVu Sans"/>
                <a:ea typeface="DejaVu Sans"/>
                <a:cs typeface="DejaVu Sans"/>
              </a:defRPr>
            </a:lvl4pPr>
            <a:lvl5pPr algn="l">
              <a:defRPr sz="1875" b="0">
                <a:solidFill>
                  <a:srgbClr val="F5F1E8"/>
                </a:solidFill>
                <a:latin typeface="DejaVu Sans"/>
                <a:ea typeface="DejaVu Sans"/>
                <a:cs typeface="DejaVu Sans"/>
              </a:defRPr>
            </a:lvl5pPr>
            <a:lvl6pPr algn="l">
              <a:defRPr sz="1875" b="0">
                <a:solidFill>
                  <a:srgbClr val="F5F1E8"/>
                </a:solidFill>
                <a:latin typeface="DejaVu Sans"/>
                <a:ea typeface="DejaVu Sans"/>
                <a:cs typeface="DejaVu Sans"/>
              </a:defRPr>
            </a:lvl6pPr>
            <a:lvl7pPr algn="l">
              <a:defRPr sz="1875" b="0">
                <a:solidFill>
                  <a:srgbClr val="F5F1E8"/>
                </a:solidFill>
                <a:latin typeface="DejaVu Sans"/>
                <a:ea typeface="DejaVu Sans"/>
                <a:cs typeface="DejaVu Sans"/>
              </a:defRPr>
            </a:lvl7pPr>
            <a:lvl8pPr algn="l">
              <a:defRPr sz="1875" b="0">
                <a:solidFill>
                  <a:srgbClr val="F5F1E8"/>
                </a:solidFill>
                <a:latin typeface="DejaVu Sans"/>
                <a:ea typeface="DejaVu Sans"/>
                <a:cs typeface="DejaVu Sans"/>
              </a:defRPr>
            </a:lvl8pPr>
            <a:lvl9pPr algn="l">
              <a:defRPr sz="1875" b="0">
                <a:solidFill>
                  <a:srgbClr val="F5F1E8"/>
                </a:solidFill>
                <a:latin typeface="DejaVu Sans"/>
                <a:ea typeface="DejaVu Sans"/>
                <a:cs typeface="DejaVu Sans"/>
              </a:defRPr>
            </a:lvl9pPr>
          </a:lstStyle>
          <a:p xmlns:a="http://schemas.openxmlformats.org/drawingml/2006/main">
            <a:pPr algn="l">
              <a:defRPr sz="1875" b="0">
                <a:solidFill>
                  <a:srgbClr val="F5F1E8"/>
                </a:solidFill>
                <a:latin typeface="DejaVu Sans"/>
                <a:ea typeface="DejaVu Sans"/>
                <a:cs typeface="DejaVu Sans"/>
              </a:defRPr>
            </a:pPr>
            <a:r>
              <a:rPr sz="1875" b="0">
                <a:solidFill>
                  <a:srgbClr val="F5F1E8"/>
                </a:solidFill>
                <a:latin typeface="DejaVu Sans"/>
                <a:ea typeface="DejaVu Sans"/>
                <a:cs typeface="DejaVu Sans"/>
              </a:rPr>
              <a:t>Transformación de procesos</a:t>
            </a:r>
          </a:p>
        </p:txBody>
      </p:sp>
      <p:sp>
        <p:nvSpPr>
          <p:cNvPr id="15" name="layout-surface">
            <a:extLst xmlns:a="http://schemas.openxmlformats.org/drawingml/2006/main">
              <a:ext uri="{FF2B5EF4-FFF2-40B4-BE49-F238E27FC236}">
                <a16:creationId xmlns:a16="http://schemas.microsoft.com/office/drawing/2014/main" id="{D97F0163-08B4-4D0C-B8E0-611474C36B13}"/>
              </a:ext>
            </a:extLst>
          </p:cNvPr>
          <p:cNvSpPr>
            <a:spLocks xmlns:a="http://schemas.openxmlformats.org/drawingml/2006/main" noGrp="1"/>
          </p:cNvSpPr>
          <p:nvPr/>
        </p:nvSpPr>
        <p:spPr>
          <a:xfrm xmlns:a="http://schemas.openxmlformats.org/drawingml/2006/main">
            <a:off x="457200" y="5372100"/>
            <a:ext cx="11277600" cy="9525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6" name="thesis">
            <a:extLst xmlns:a="http://schemas.openxmlformats.org/drawingml/2006/main">
              <a:ext uri="{FF2B5EF4-FFF2-40B4-BE49-F238E27FC236}">
                <a16:creationId xmlns:a16="http://schemas.microsoft.com/office/drawing/2014/main" id="{8A85BB7E-29FF-4FCD-9A9D-0AAD4193C55F}"/>
              </a:ext>
            </a:extLst>
          </p:cNvPr>
          <p:cNvSpPr>
            <a:spLocks xmlns:a="http://schemas.openxmlformats.org/drawingml/2006/main" noGrp="1"/>
          </p:cNvSpPr>
          <p:nvPr/>
        </p:nvSpPr>
        <p:spPr>
          <a:xfrm xmlns:a="http://schemas.openxmlformats.org/drawingml/2006/main">
            <a:off x="609600" y="546735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La investigación continúa. Modelos, datos, cómputo y talento sostienen la difusión.</a:t>
            </a:r>
          </a:p>
        </p:txBody>
      </p:sp>
      <p:sp>
        <p:nvSpPr>
          <p:cNvPr id="17" name="layout-surface">
            <a:extLst xmlns:a="http://schemas.openxmlformats.org/drawingml/2006/main">
              <a:ext uri="{FF2B5EF4-FFF2-40B4-BE49-F238E27FC236}">
                <a16:creationId xmlns:a16="http://schemas.microsoft.com/office/drawing/2014/main" id="{22301085-3B3D-4CBF-B1F5-235203F7E674}"/>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8" name="attribution">
            <a:extLst xmlns:a="http://schemas.openxmlformats.org/drawingml/2006/main">
              <a:ext uri="{FF2B5EF4-FFF2-40B4-BE49-F238E27FC236}">
                <a16:creationId xmlns:a16="http://schemas.microsoft.com/office/drawing/2014/main" id="{F56FF0D3-8CFF-49F2-878D-A6150BD3FC9E}"/>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19" name="sources-link">
            <a:extLst xmlns:a="http://schemas.openxmlformats.org/drawingml/2006/main">
              <a:ext uri="{FF2B5EF4-FFF2-40B4-BE49-F238E27FC236}">
                <a16:creationId xmlns:a16="http://schemas.microsoft.com/office/drawing/2014/main" id="{91F11741-FF67-46B8-953C-CFC0302BA131}"/>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584e6ad232284fa9"/>
              </a:rPr>
              <a:t>Fuentes y notas ↗</a:t>
            </a:r>
          </a:p>
        </p:txBody>
      </p:sp>
      <p:sp>
        <p:nvSpPr>
          <p:cNvPr id="20" name="page-number">
            <a:extLst xmlns:a="http://schemas.openxmlformats.org/drawingml/2006/main">
              <a:ext uri="{FF2B5EF4-FFF2-40B4-BE49-F238E27FC236}">
                <a16:creationId xmlns:a16="http://schemas.microsoft.com/office/drawing/2014/main" id="{1EE7A320-BC87-4589-8966-4C7120922B6F}"/>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06 / 10</a:t>
            </a:r>
          </a:p>
        </p:txBody>
      </p:sp>
    </p:spTree>
    <p:extLst>
      <p:ext uri="{BB962C8B-B14F-4D97-AF65-F5344CB8AC3E}">
        <p14:creationId xmlns:p14="http://schemas.microsoft.com/office/powerpoint/2010/main" val="2027655580"/>
      </p:ext>
    </p:extLst>
  </p:cSld>
</p:sld>
</file>

<file path=ppt/slides/slide7.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316427A1-2934-4F16-8A6B-75D52EB55EA9}"/>
              </a:ext>
            </a:extLst>
          </p:cNvPr>
          <p:cNvPicPr>
            <a:picLocks xmlns:a="http://schemas.openxmlformats.org/drawingml/2006/main" noChangeAspect="1"/>
          </p:cNvPicPr>
          <p:nvPr/>
        </p:nvPicPr>
        <p:blipFill>
          <a:blip xmlns:r="http://schemas.openxmlformats.org/officeDocument/2006/relationships" xmlns:a="http://schemas.openxmlformats.org/drawingml/2006/main" r:embed="R4d9d6720d06d4f1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98508820-BA14-432C-BA4D-071D1CD4F78D}"/>
              </a:ext>
            </a:extLst>
          </p:cNvPr>
          <p:cNvSpPr>
            <a:spLocks xmlns:a="http://schemas.openxmlformats.org/drawingml/2006/main" noGrp="1"/>
          </p:cNvSpPr>
          <p:nvPr/>
        </p:nvSpPr>
        <p:spPr>
          <a:xfrm xmlns:a="http://schemas.openxmlformats.org/drawingml/2006/main">
            <a:off x="0" y="1428750"/>
            <a:ext cx="12192000" cy="4048125"/>
          </a:xfrm>
          <a:prstGeom xmlns:a="http://schemas.openxmlformats.org/drawingml/2006/main" prst="rect">
            <a:avLst/>
          </a:prstGeom>
          <a:solidFill xmlns:a="http://schemas.openxmlformats.org/drawingml/2006/main">
            <a:srgbClr val="061521">
              <a:alpha val="74000"/>
            </a:srgbClr>
          </a:soli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511CD6D7-A284-43FE-B9E5-335476B1716C}"/>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04 · TERRITORIO Y GOBERNANZA</a:t>
            </a:r>
          </a:p>
        </p:txBody>
      </p:sp>
      <p:sp>
        <p:nvSpPr>
          <p:cNvPr id="4" name="slide-title">
            <a:extLst xmlns:a="http://schemas.openxmlformats.org/drawingml/2006/main">
              <a:ext uri="{FF2B5EF4-FFF2-40B4-BE49-F238E27FC236}">
                <a16:creationId xmlns:a16="http://schemas.microsoft.com/office/drawing/2014/main" id="{BD549BFD-E2AA-40E7-B4F6-DB9D263FFD1F}"/>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Gobierno central y gobiernos locales</a:t>
            </a:r>
          </a:p>
        </p:txBody>
      </p:sp>
      <p:sp>
        <p:nvSpPr>
          <p:cNvPr id="5" name="level-0">
            <a:extLst xmlns:a="http://schemas.openxmlformats.org/drawingml/2006/main">
              <a:ext uri="{FF2B5EF4-FFF2-40B4-BE49-F238E27FC236}">
                <a16:creationId xmlns:a16="http://schemas.microsoft.com/office/drawing/2014/main" id="{D0EF4D9C-14A2-4028-A9E2-EF629C7809AC}"/>
              </a:ext>
            </a:extLst>
          </p:cNvPr>
          <p:cNvSpPr>
            <a:spLocks xmlns:a="http://schemas.openxmlformats.org/drawingml/2006/main" noGrp="1"/>
          </p:cNvSpPr>
          <p:nvPr/>
        </p:nvSpPr>
        <p:spPr>
          <a:xfrm xmlns:a="http://schemas.openxmlformats.org/drawingml/2006/main">
            <a:off x="609600" y="17430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0">
                <a:solidFill>
                  <a:srgbClr val="EAC27A"/>
                </a:solidFill>
                <a:latin typeface="DejaVu Serif"/>
                <a:ea typeface="DejaVu Serif"/>
                <a:cs typeface="DejaVu Serif"/>
              </a:defRPr>
            </a:defPPr>
            <a:lvl1pPr algn="l">
              <a:defRPr sz="2175" b="0">
                <a:solidFill>
                  <a:srgbClr val="EAC27A"/>
                </a:solidFill>
                <a:latin typeface="DejaVu Serif"/>
                <a:ea typeface="DejaVu Serif"/>
                <a:cs typeface="DejaVu Serif"/>
              </a:defRPr>
            </a:lvl1pPr>
            <a:lvl2pPr algn="l">
              <a:defRPr sz="2175" b="0">
                <a:solidFill>
                  <a:srgbClr val="EAC27A"/>
                </a:solidFill>
                <a:latin typeface="DejaVu Serif"/>
                <a:ea typeface="DejaVu Serif"/>
                <a:cs typeface="DejaVu Serif"/>
              </a:defRPr>
            </a:lvl2pPr>
            <a:lvl3pPr algn="l">
              <a:defRPr sz="2175" b="0">
                <a:solidFill>
                  <a:srgbClr val="EAC27A"/>
                </a:solidFill>
                <a:latin typeface="DejaVu Serif"/>
                <a:ea typeface="DejaVu Serif"/>
                <a:cs typeface="DejaVu Serif"/>
              </a:defRPr>
            </a:lvl3pPr>
            <a:lvl4pPr algn="l">
              <a:defRPr sz="2175" b="0">
                <a:solidFill>
                  <a:srgbClr val="EAC27A"/>
                </a:solidFill>
                <a:latin typeface="DejaVu Serif"/>
                <a:ea typeface="DejaVu Serif"/>
                <a:cs typeface="DejaVu Serif"/>
              </a:defRPr>
            </a:lvl4pPr>
            <a:lvl5pPr algn="l">
              <a:defRPr sz="2175" b="0">
                <a:solidFill>
                  <a:srgbClr val="EAC27A"/>
                </a:solidFill>
                <a:latin typeface="DejaVu Serif"/>
                <a:ea typeface="DejaVu Serif"/>
                <a:cs typeface="DejaVu Serif"/>
              </a:defRPr>
            </a:lvl5pPr>
            <a:lvl6pPr algn="l">
              <a:defRPr sz="2175" b="0">
                <a:solidFill>
                  <a:srgbClr val="EAC27A"/>
                </a:solidFill>
                <a:latin typeface="DejaVu Serif"/>
                <a:ea typeface="DejaVu Serif"/>
                <a:cs typeface="DejaVu Serif"/>
              </a:defRPr>
            </a:lvl6pPr>
            <a:lvl7pPr algn="l">
              <a:defRPr sz="2175" b="0">
                <a:solidFill>
                  <a:srgbClr val="EAC27A"/>
                </a:solidFill>
                <a:latin typeface="DejaVu Serif"/>
                <a:ea typeface="DejaVu Serif"/>
                <a:cs typeface="DejaVu Serif"/>
              </a:defRPr>
            </a:lvl7pPr>
            <a:lvl8pPr algn="l">
              <a:defRPr sz="2175" b="0">
                <a:solidFill>
                  <a:srgbClr val="EAC27A"/>
                </a:solidFill>
                <a:latin typeface="DejaVu Serif"/>
                <a:ea typeface="DejaVu Serif"/>
                <a:cs typeface="DejaVu Serif"/>
              </a:defRPr>
            </a:lvl8pPr>
            <a:lvl9pPr algn="l">
              <a:defRPr sz="2175" b="0">
                <a:solidFill>
                  <a:srgbClr val="EAC27A"/>
                </a:solidFill>
                <a:latin typeface="DejaVu Serif"/>
                <a:ea typeface="DejaVu Serif"/>
                <a:cs typeface="DejaVu Serif"/>
              </a:defRPr>
            </a:lvl9pPr>
          </a:lstStyle>
          <a:p xmlns:a="http://schemas.openxmlformats.org/drawingml/2006/main">
            <a:pPr algn="l">
              <a:defRPr sz="2175" b="0">
                <a:solidFill>
                  <a:srgbClr val="EAC27A"/>
                </a:solidFill>
                <a:latin typeface="DejaVu Serif"/>
                <a:ea typeface="DejaVu Serif"/>
                <a:cs typeface="DejaVu Serif"/>
              </a:defRPr>
            </a:pPr>
            <a:r>
              <a:rPr sz="2175" b="0">
                <a:solidFill>
                  <a:srgbClr val="EAC27A"/>
                </a:solidFill>
                <a:latin typeface="DejaVu Serif"/>
                <a:ea typeface="DejaVu Serif"/>
                <a:cs typeface="DejaVu Serif"/>
              </a:rPr>
              <a:t>Centro y ministerios</a:t>
            </a:r>
          </a:p>
        </p:txBody>
      </p:sp>
      <p:sp>
        <p:nvSpPr>
          <p:cNvPr id="6" name="function-0">
            <a:extLst xmlns:a="http://schemas.openxmlformats.org/drawingml/2006/main">
              <a:ext uri="{FF2B5EF4-FFF2-40B4-BE49-F238E27FC236}">
                <a16:creationId xmlns:a16="http://schemas.microsoft.com/office/drawing/2014/main" id="{431F352F-3CFC-440D-969A-7E3C6ECD0056}"/>
              </a:ext>
            </a:extLst>
          </p:cNvPr>
          <p:cNvSpPr>
            <a:spLocks xmlns:a="http://schemas.openxmlformats.org/drawingml/2006/main" noGrp="1"/>
          </p:cNvSpPr>
          <p:nvPr/>
        </p:nvSpPr>
        <p:spPr>
          <a:xfrm xmlns:a="http://schemas.openxmlformats.org/drawingml/2006/main">
            <a:off x="609600" y="2190750"/>
            <a:ext cx="4857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F5F1E8"/>
                </a:solidFill>
                <a:latin typeface="DejaVu Sans"/>
                <a:ea typeface="DejaVu Sans"/>
                <a:cs typeface="DejaVu Sans"/>
              </a:defRPr>
            </a:defPPr>
            <a:lvl1pPr algn="l">
              <a:defRPr sz="1800" b="0">
                <a:solidFill>
                  <a:srgbClr val="F5F1E8"/>
                </a:solidFill>
                <a:latin typeface="DejaVu Sans"/>
                <a:ea typeface="DejaVu Sans"/>
                <a:cs typeface="DejaVu Sans"/>
              </a:defRPr>
            </a:lvl1pPr>
            <a:lvl2pPr algn="l">
              <a:defRPr sz="1800" b="0">
                <a:solidFill>
                  <a:srgbClr val="F5F1E8"/>
                </a:solidFill>
                <a:latin typeface="DejaVu Sans"/>
                <a:ea typeface="DejaVu Sans"/>
                <a:cs typeface="DejaVu Sans"/>
              </a:defRPr>
            </a:lvl2pPr>
            <a:lvl3pPr algn="l">
              <a:defRPr sz="1800" b="0">
                <a:solidFill>
                  <a:srgbClr val="F5F1E8"/>
                </a:solidFill>
                <a:latin typeface="DejaVu Sans"/>
                <a:ea typeface="DejaVu Sans"/>
                <a:cs typeface="DejaVu Sans"/>
              </a:defRPr>
            </a:lvl3pPr>
            <a:lvl4pPr algn="l">
              <a:defRPr sz="1800" b="0">
                <a:solidFill>
                  <a:srgbClr val="F5F1E8"/>
                </a:solidFill>
                <a:latin typeface="DejaVu Sans"/>
                <a:ea typeface="DejaVu Sans"/>
                <a:cs typeface="DejaVu Sans"/>
              </a:defRPr>
            </a:lvl4pPr>
            <a:lvl5pPr algn="l">
              <a:defRPr sz="1800" b="0">
                <a:solidFill>
                  <a:srgbClr val="F5F1E8"/>
                </a:solidFill>
                <a:latin typeface="DejaVu Sans"/>
                <a:ea typeface="DejaVu Sans"/>
                <a:cs typeface="DejaVu Sans"/>
              </a:defRPr>
            </a:lvl5pPr>
            <a:lvl6pPr algn="l">
              <a:defRPr sz="1800" b="0">
                <a:solidFill>
                  <a:srgbClr val="F5F1E8"/>
                </a:solidFill>
                <a:latin typeface="DejaVu Sans"/>
                <a:ea typeface="DejaVu Sans"/>
                <a:cs typeface="DejaVu Sans"/>
              </a:defRPr>
            </a:lvl6pPr>
            <a:lvl7pPr algn="l">
              <a:defRPr sz="1800" b="0">
                <a:solidFill>
                  <a:srgbClr val="F5F1E8"/>
                </a:solidFill>
                <a:latin typeface="DejaVu Sans"/>
                <a:ea typeface="DejaVu Sans"/>
                <a:cs typeface="DejaVu Sans"/>
              </a:defRPr>
            </a:lvl7pPr>
            <a:lvl8pPr algn="l">
              <a:defRPr sz="1800" b="0">
                <a:solidFill>
                  <a:srgbClr val="F5F1E8"/>
                </a:solidFill>
                <a:latin typeface="DejaVu Sans"/>
                <a:ea typeface="DejaVu Sans"/>
                <a:cs typeface="DejaVu Sans"/>
              </a:defRPr>
            </a:lvl8pPr>
            <a:lvl9pPr algn="l">
              <a:defRPr sz="1800" b="0">
                <a:solidFill>
                  <a:srgbClr val="F5F1E8"/>
                </a:solidFill>
                <a:latin typeface="DejaVu Sans"/>
                <a:ea typeface="DejaVu Sans"/>
                <a:cs typeface="DejaVu Sans"/>
              </a:defRPr>
            </a:lvl9pPr>
          </a:lstStyle>
          <a:p xmlns:a="http://schemas.openxmlformats.org/drawingml/2006/main">
            <a:pPr algn="l">
              <a:defRPr sz="1800" b="0">
                <a:solidFill>
                  <a:srgbClr val="F5F1E8"/>
                </a:solidFill>
                <a:latin typeface="DejaVu Sans"/>
                <a:ea typeface="DejaVu Sans"/>
                <a:cs typeface="DejaVu Sans"/>
              </a:defRPr>
            </a:pPr>
            <a:r>
              <a:rPr sz="1800" b="0">
                <a:solidFill>
                  <a:srgbClr val="F5F1E8"/>
                </a:solidFill>
                <a:latin typeface="DejaVu Sans"/>
                <a:ea typeface="DejaVu Sans"/>
                <a:cs typeface="DejaVu Sans"/>
              </a:rPr>
              <a:t>Prioridades, regulación y programas</a:t>
            </a:r>
          </a:p>
        </p:txBody>
      </p:sp>
      <p:sp>
        <p:nvSpPr>
          <p:cNvPr id="7" name="level-1">
            <a:extLst xmlns:a="http://schemas.openxmlformats.org/drawingml/2006/main">
              <a:ext uri="{FF2B5EF4-FFF2-40B4-BE49-F238E27FC236}">
                <a16:creationId xmlns:a16="http://schemas.microsoft.com/office/drawing/2014/main" id="{3339A2E7-112E-4195-91B1-82A8593599BC}"/>
              </a:ext>
            </a:extLst>
          </p:cNvPr>
          <p:cNvSpPr>
            <a:spLocks xmlns:a="http://schemas.openxmlformats.org/drawingml/2006/main" noGrp="1"/>
          </p:cNvSpPr>
          <p:nvPr/>
        </p:nvSpPr>
        <p:spPr>
          <a:xfrm xmlns:a="http://schemas.openxmlformats.org/drawingml/2006/main">
            <a:off x="609600" y="28765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0">
                <a:solidFill>
                  <a:srgbClr val="EAC27A"/>
                </a:solidFill>
                <a:latin typeface="DejaVu Serif"/>
                <a:ea typeface="DejaVu Serif"/>
                <a:cs typeface="DejaVu Serif"/>
              </a:defRPr>
            </a:defPPr>
            <a:lvl1pPr algn="l">
              <a:defRPr sz="2175" b="0">
                <a:solidFill>
                  <a:srgbClr val="EAC27A"/>
                </a:solidFill>
                <a:latin typeface="DejaVu Serif"/>
                <a:ea typeface="DejaVu Serif"/>
                <a:cs typeface="DejaVu Serif"/>
              </a:defRPr>
            </a:lvl1pPr>
            <a:lvl2pPr algn="l">
              <a:defRPr sz="2175" b="0">
                <a:solidFill>
                  <a:srgbClr val="EAC27A"/>
                </a:solidFill>
                <a:latin typeface="DejaVu Serif"/>
                <a:ea typeface="DejaVu Serif"/>
                <a:cs typeface="DejaVu Serif"/>
              </a:defRPr>
            </a:lvl2pPr>
            <a:lvl3pPr algn="l">
              <a:defRPr sz="2175" b="0">
                <a:solidFill>
                  <a:srgbClr val="EAC27A"/>
                </a:solidFill>
                <a:latin typeface="DejaVu Serif"/>
                <a:ea typeface="DejaVu Serif"/>
                <a:cs typeface="DejaVu Serif"/>
              </a:defRPr>
            </a:lvl3pPr>
            <a:lvl4pPr algn="l">
              <a:defRPr sz="2175" b="0">
                <a:solidFill>
                  <a:srgbClr val="EAC27A"/>
                </a:solidFill>
                <a:latin typeface="DejaVu Serif"/>
                <a:ea typeface="DejaVu Serif"/>
                <a:cs typeface="DejaVu Serif"/>
              </a:defRPr>
            </a:lvl4pPr>
            <a:lvl5pPr algn="l">
              <a:defRPr sz="2175" b="0">
                <a:solidFill>
                  <a:srgbClr val="EAC27A"/>
                </a:solidFill>
                <a:latin typeface="DejaVu Serif"/>
                <a:ea typeface="DejaVu Serif"/>
                <a:cs typeface="DejaVu Serif"/>
              </a:defRPr>
            </a:lvl5pPr>
            <a:lvl6pPr algn="l">
              <a:defRPr sz="2175" b="0">
                <a:solidFill>
                  <a:srgbClr val="EAC27A"/>
                </a:solidFill>
                <a:latin typeface="DejaVu Serif"/>
                <a:ea typeface="DejaVu Serif"/>
                <a:cs typeface="DejaVu Serif"/>
              </a:defRPr>
            </a:lvl6pPr>
            <a:lvl7pPr algn="l">
              <a:defRPr sz="2175" b="0">
                <a:solidFill>
                  <a:srgbClr val="EAC27A"/>
                </a:solidFill>
                <a:latin typeface="DejaVu Serif"/>
                <a:ea typeface="DejaVu Serif"/>
                <a:cs typeface="DejaVu Serif"/>
              </a:defRPr>
            </a:lvl7pPr>
            <a:lvl8pPr algn="l">
              <a:defRPr sz="2175" b="0">
                <a:solidFill>
                  <a:srgbClr val="EAC27A"/>
                </a:solidFill>
                <a:latin typeface="DejaVu Serif"/>
                <a:ea typeface="DejaVu Serif"/>
                <a:cs typeface="DejaVu Serif"/>
              </a:defRPr>
            </a:lvl8pPr>
            <a:lvl9pPr algn="l">
              <a:defRPr sz="2175" b="0">
                <a:solidFill>
                  <a:srgbClr val="EAC27A"/>
                </a:solidFill>
                <a:latin typeface="DejaVu Serif"/>
                <a:ea typeface="DejaVu Serif"/>
                <a:cs typeface="DejaVu Serif"/>
              </a:defRPr>
            </a:lvl9pPr>
          </a:lstStyle>
          <a:p xmlns:a="http://schemas.openxmlformats.org/drawingml/2006/main">
            <a:pPr algn="l">
              <a:defRPr sz="2175" b="0">
                <a:solidFill>
                  <a:srgbClr val="EAC27A"/>
                </a:solidFill>
                <a:latin typeface="DejaVu Serif"/>
                <a:ea typeface="DejaVu Serif"/>
                <a:cs typeface="DejaVu Serif"/>
              </a:defRPr>
            </a:pPr>
            <a:r>
              <a:rPr sz="2175" b="0">
                <a:solidFill>
                  <a:srgbClr val="EAC27A"/>
                </a:solidFill>
                <a:latin typeface="DejaVu Serif"/>
                <a:ea typeface="DejaVu Serif"/>
                <a:cs typeface="DejaVu Serif"/>
              </a:rPr>
              <a:t>Provincias y municipios</a:t>
            </a:r>
          </a:p>
        </p:txBody>
      </p:sp>
      <p:sp>
        <p:nvSpPr>
          <p:cNvPr id="8" name="function-1">
            <a:extLst xmlns:a="http://schemas.openxmlformats.org/drawingml/2006/main">
              <a:ext uri="{FF2B5EF4-FFF2-40B4-BE49-F238E27FC236}">
                <a16:creationId xmlns:a16="http://schemas.microsoft.com/office/drawing/2014/main" id="{E8DD3270-0515-4452-BA00-5A5FE2B4F4BC}"/>
              </a:ext>
            </a:extLst>
          </p:cNvPr>
          <p:cNvSpPr>
            <a:spLocks xmlns:a="http://schemas.openxmlformats.org/drawingml/2006/main" noGrp="1"/>
          </p:cNvSpPr>
          <p:nvPr/>
        </p:nvSpPr>
        <p:spPr>
          <a:xfrm xmlns:a="http://schemas.openxmlformats.org/drawingml/2006/main">
            <a:off x="609600" y="3324225"/>
            <a:ext cx="4857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F5F1E8"/>
                </a:solidFill>
                <a:latin typeface="DejaVu Sans"/>
                <a:ea typeface="DejaVu Sans"/>
                <a:cs typeface="DejaVu Sans"/>
              </a:defRPr>
            </a:defPPr>
            <a:lvl1pPr algn="l">
              <a:defRPr sz="1800" b="0">
                <a:solidFill>
                  <a:srgbClr val="F5F1E8"/>
                </a:solidFill>
                <a:latin typeface="DejaVu Sans"/>
                <a:ea typeface="DejaVu Sans"/>
                <a:cs typeface="DejaVu Sans"/>
              </a:defRPr>
            </a:lvl1pPr>
            <a:lvl2pPr algn="l">
              <a:defRPr sz="1800" b="0">
                <a:solidFill>
                  <a:srgbClr val="F5F1E8"/>
                </a:solidFill>
                <a:latin typeface="DejaVu Sans"/>
                <a:ea typeface="DejaVu Sans"/>
                <a:cs typeface="DejaVu Sans"/>
              </a:defRPr>
            </a:lvl2pPr>
            <a:lvl3pPr algn="l">
              <a:defRPr sz="1800" b="0">
                <a:solidFill>
                  <a:srgbClr val="F5F1E8"/>
                </a:solidFill>
                <a:latin typeface="DejaVu Sans"/>
                <a:ea typeface="DejaVu Sans"/>
                <a:cs typeface="DejaVu Sans"/>
              </a:defRPr>
            </a:lvl3pPr>
            <a:lvl4pPr algn="l">
              <a:defRPr sz="1800" b="0">
                <a:solidFill>
                  <a:srgbClr val="F5F1E8"/>
                </a:solidFill>
                <a:latin typeface="DejaVu Sans"/>
                <a:ea typeface="DejaVu Sans"/>
                <a:cs typeface="DejaVu Sans"/>
              </a:defRPr>
            </a:lvl4pPr>
            <a:lvl5pPr algn="l">
              <a:defRPr sz="1800" b="0">
                <a:solidFill>
                  <a:srgbClr val="F5F1E8"/>
                </a:solidFill>
                <a:latin typeface="DejaVu Sans"/>
                <a:ea typeface="DejaVu Sans"/>
                <a:cs typeface="DejaVu Sans"/>
              </a:defRPr>
            </a:lvl5pPr>
            <a:lvl6pPr algn="l">
              <a:defRPr sz="1800" b="0">
                <a:solidFill>
                  <a:srgbClr val="F5F1E8"/>
                </a:solidFill>
                <a:latin typeface="DejaVu Sans"/>
                <a:ea typeface="DejaVu Sans"/>
                <a:cs typeface="DejaVu Sans"/>
              </a:defRPr>
            </a:lvl6pPr>
            <a:lvl7pPr algn="l">
              <a:defRPr sz="1800" b="0">
                <a:solidFill>
                  <a:srgbClr val="F5F1E8"/>
                </a:solidFill>
                <a:latin typeface="DejaVu Sans"/>
                <a:ea typeface="DejaVu Sans"/>
                <a:cs typeface="DejaVu Sans"/>
              </a:defRPr>
            </a:lvl7pPr>
            <a:lvl8pPr algn="l">
              <a:defRPr sz="1800" b="0">
                <a:solidFill>
                  <a:srgbClr val="F5F1E8"/>
                </a:solidFill>
                <a:latin typeface="DejaVu Sans"/>
                <a:ea typeface="DejaVu Sans"/>
                <a:cs typeface="DejaVu Sans"/>
              </a:defRPr>
            </a:lvl8pPr>
            <a:lvl9pPr algn="l">
              <a:defRPr sz="1800" b="0">
                <a:solidFill>
                  <a:srgbClr val="F5F1E8"/>
                </a:solidFill>
                <a:latin typeface="DejaVu Sans"/>
                <a:ea typeface="DejaVu Sans"/>
                <a:cs typeface="DejaVu Sans"/>
              </a:defRPr>
            </a:lvl9pPr>
          </a:lstStyle>
          <a:p xmlns:a="http://schemas.openxmlformats.org/drawingml/2006/main">
            <a:pPr algn="l">
              <a:defRPr sz="1800" b="0">
                <a:solidFill>
                  <a:srgbClr val="F5F1E8"/>
                </a:solidFill>
                <a:latin typeface="DejaVu Sans"/>
                <a:ea typeface="DejaVu Sans"/>
                <a:cs typeface="DejaVu Sans"/>
              </a:defRPr>
            </a:pPr>
            <a:r>
              <a:rPr sz="1800" b="0">
                <a:solidFill>
                  <a:srgbClr val="F5F1E8"/>
                </a:solidFill>
                <a:latin typeface="DejaVu Sans"/>
                <a:ea typeface="DejaVu Sans"/>
                <a:cs typeface="DejaVu Sans"/>
              </a:rPr>
              <a:t>Fondos, infraestructura y pilotos</a:t>
            </a:r>
          </a:p>
        </p:txBody>
      </p:sp>
      <p:sp>
        <p:nvSpPr>
          <p:cNvPr id="9" name="level-2">
            <a:extLst xmlns:a="http://schemas.openxmlformats.org/drawingml/2006/main">
              <a:ext uri="{FF2B5EF4-FFF2-40B4-BE49-F238E27FC236}">
                <a16:creationId xmlns:a16="http://schemas.microsoft.com/office/drawing/2014/main" id="{D315BFBF-2860-4C6B-BC6D-B2E64979743D}"/>
              </a:ext>
            </a:extLst>
          </p:cNvPr>
          <p:cNvSpPr>
            <a:spLocks xmlns:a="http://schemas.openxmlformats.org/drawingml/2006/main" noGrp="1"/>
          </p:cNvSpPr>
          <p:nvPr/>
        </p:nvSpPr>
        <p:spPr>
          <a:xfrm xmlns:a="http://schemas.openxmlformats.org/drawingml/2006/main">
            <a:off x="609600" y="40100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0">
                <a:solidFill>
                  <a:srgbClr val="EAC27A"/>
                </a:solidFill>
                <a:latin typeface="DejaVu Serif"/>
                <a:ea typeface="DejaVu Serif"/>
                <a:cs typeface="DejaVu Serif"/>
              </a:defRPr>
            </a:defPPr>
            <a:lvl1pPr algn="l">
              <a:defRPr sz="2175" b="0">
                <a:solidFill>
                  <a:srgbClr val="EAC27A"/>
                </a:solidFill>
                <a:latin typeface="DejaVu Serif"/>
                <a:ea typeface="DejaVu Serif"/>
                <a:cs typeface="DejaVu Serif"/>
              </a:defRPr>
            </a:lvl1pPr>
            <a:lvl2pPr algn="l">
              <a:defRPr sz="2175" b="0">
                <a:solidFill>
                  <a:srgbClr val="EAC27A"/>
                </a:solidFill>
                <a:latin typeface="DejaVu Serif"/>
                <a:ea typeface="DejaVu Serif"/>
                <a:cs typeface="DejaVu Serif"/>
              </a:defRPr>
            </a:lvl2pPr>
            <a:lvl3pPr algn="l">
              <a:defRPr sz="2175" b="0">
                <a:solidFill>
                  <a:srgbClr val="EAC27A"/>
                </a:solidFill>
                <a:latin typeface="DejaVu Serif"/>
                <a:ea typeface="DejaVu Serif"/>
                <a:cs typeface="DejaVu Serif"/>
              </a:defRPr>
            </a:lvl3pPr>
            <a:lvl4pPr algn="l">
              <a:defRPr sz="2175" b="0">
                <a:solidFill>
                  <a:srgbClr val="EAC27A"/>
                </a:solidFill>
                <a:latin typeface="DejaVu Serif"/>
                <a:ea typeface="DejaVu Serif"/>
                <a:cs typeface="DejaVu Serif"/>
              </a:defRPr>
            </a:lvl4pPr>
            <a:lvl5pPr algn="l">
              <a:defRPr sz="2175" b="0">
                <a:solidFill>
                  <a:srgbClr val="EAC27A"/>
                </a:solidFill>
                <a:latin typeface="DejaVu Serif"/>
                <a:ea typeface="DejaVu Serif"/>
                <a:cs typeface="DejaVu Serif"/>
              </a:defRPr>
            </a:lvl5pPr>
            <a:lvl6pPr algn="l">
              <a:defRPr sz="2175" b="0">
                <a:solidFill>
                  <a:srgbClr val="EAC27A"/>
                </a:solidFill>
                <a:latin typeface="DejaVu Serif"/>
                <a:ea typeface="DejaVu Serif"/>
                <a:cs typeface="DejaVu Serif"/>
              </a:defRPr>
            </a:lvl6pPr>
            <a:lvl7pPr algn="l">
              <a:defRPr sz="2175" b="0">
                <a:solidFill>
                  <a:srgbClr val="EAC27A"/>
                </a:solidFill>
                <a:latin typeface="DejaVu Serif"/>
                <a:ea typeface="DejaVu Serif"/>
                <a:cs typeface="DejaVu Serif"/>
              </a:defRPr>
            </a:lvl7pPr>
            <a:lvl8pPr algn="l">
              <a:defRPr sz="2175" b="0">
                <a:solidFill>
                  <a:srgbClr val="EAC27A"/>
                </a:solidFill>
                <a:latin typeface="DejaVu Serif"/>
                <a:ea typeface="DejaVu Serif"/>
                <a:cs typeface="DejaVu Serif"/>
              </a:defRPr>
            </a:lvl8pPr>
            <a:lvl9pPr algn="l">
              <a:defRPr sz="2175" b="0">
                <a:solidFill>
                  <a:srgbClr val="EAC27A"/>
                </a:solidFill>
                <a:latin typeface="DejaVu Serif"/>
                <a:ea typeface="DejaVu Serif"/>
                <a:cs typeface="DejaVu Serif"/>
              </a:defRPr>
            </a:lvl9pPr>
          </a:lstStyle>
          <a:p xmlns:a="http://schemas.openxmlformats.org/drawingml/2006/main">
            <a:pPr algn="l">
              <a:defRPr sz="2175" b="0">
                <a:solidFill>
                  <a:srgbClr val="EAC27A"/>
                </a:solidFill>
                <a:latin typeface="DejaVu Serif"/>
                <a:ea typeface="DejaVu Serif"/>
                <a:cs typeface="DejaVu Serif"/>
              </a:defRPr>
            </a:pPr>
            <a:r>
              <a:rPr sz="2175" b="0">
                <a:solidFill>
                  <a:srgbClr val="EAC27A"/>
                </a:solidFill>
                <a:latin typeface="DejaVu Serif"/>
                <a:ea typeface="DejaVu Serif"/>
                <a:cs typeface="DejaVu Serif"/>
              </a:rPr>
              <a:t>Distritos y parques</a:t>
            </a:r>
          </a:p>
        </p:txBody>
      </p:sp>
      <p:sp>
        <p:nvSpPr>
          <p:cNvPr id="10" name="function-2">
            <a:extLst xmlns:a="http://schemas.openxmlformats.org/drawingml/2006/main">
              <a:ext uri="{FF2B5EF4-FFF2-40B4-BE49-F238E27FC236}">
                <a16:creationId xmlns:a16="http://schemas.microsoft.com/office/drawing/2014/main" id="{A7F6E1F8-C989-4230-ACBA-7937D123BFEC}"/>
              </a:ext>
            </a:extLst>
          </p:cNvPr>
          <p:cNvSpPr>
            <a:spLocks xmlns:a="http://schemas.openxmlformats.org/drawingml/2006/main" noGrp="1"/>
          </p:cNvSpPr>
          <p:nvPr/>
        </p:nvSpPr>
        <p:spPr>
          <a:xfrm xmlns:a="http://schemas.openxmlformats.org/drawingml/2006/main">
            <a:off x="609600" y="4457700"/>
            <a:ext cx="4857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F5F1E8"/>
                </a:solidFill>
                <a:latin typeface="DejaVu Sans"/>
                <a:ea typeface="DejaVu Sans"/>
                <a:cs typeface="DejaVu Sans"/>
              </a:defRPr>
            </a:defPPr>
            <a:lvl1pPr algn="l">
              <a:defRPr sz="1800" b="0">
                <a:solidFill>
                  <a:srgbClr val="F5F1E8"/>
                </a:solidFill>
                <a:latin typeface="DejaVu Sans"/>
                <a:ea typeface="DejaVu Sans"/>
                <a:cs typeface="DejaVu Sans"/>
              </a:defRPr>
            </a:lvl1pPr>
            <a:lvl2pPr algn="l">
              <a:defRPr sz="1800" b="0">
                <a:solidFill>
                  <a:srgbClr val="F5F1E8"/>
                </a:solidFill>
                <a:latin typeface="DejaVu Sans"/>
                <a:ea typeface="DejaVu Sans"/>
                <a:cs typeface="DejaVu Sans"/>
              </a:defRPr>
            </a:lvl2pPr>
            <a:lvl3pPr algn="l">
              <a:defRPr sz="1800" b="0">
                <a:solidFill>
                  <a:srgbClr val="F5F1E8"/>
                </a:solidFill>
                <a:latin typeface="DejaVu Sans"/>
                <a:ea typeface="DejaVu Sans"/>
                <a:cs typeface="DejaVu Sans"/>
              </a:defRPr>
            </a:lvl3pPr>
            <a:lvl4pPr algn="l">
              <a:defRPr sz="1800" b="0">
                <a:solidFill>
                  <a:srgbClr val="F5F1E8"/>
                </a:solidFill>
                <a:latin typeface="DejaVu Sans"/>
                <a:ea typeface="DejaVu Sans"/>
                <a:cs typeface="DejaVu Sans"/>
              </a:defRPr>
            </a:lvl4pPr>
            <a:lvl5pPr algn="l">
              <a:defRPr sz="1800" b="0">
                <a:solidFill>
                  <a:srgbClr val="F5F1E8"/>
                </a:solidFill>
                <a:latin typeface="DejaVu Sans"/>
                <a:ea typeface="DejaVu Sans"/>
                <a:cs typeface="DejaVu Sans"/>
              </a:defRPr>
            </a:lvl5pPr>
            <a:lvl6pPr algn="l">
              <a:defRPr sz="1800" b="0">
                <a:solidFill>
                  <a:srgbClr val="F5F1E8"/>
                </a:solidFill>
                <a:latin typeface="DejaVu Sans"/>
                <a:ea typeface="DejaVu Sans"/>
                <a:cs typeface="DejaVu Sans"/>
              </a:defRPr>
            </a:lvl6pPr>
            <a:lvl7pPr algn="l">
              <a:defRPr sz="1800" b="0">
                <a:solidFill>
                  <a:srgbClr val="F5F1E8"/>
                </a:solidFill>
                <a:latin typeface="DejaVu Sans"/>
                <a:ea typeface="DejaVu Sans"/>
                <a:cs typeface="DejaVu Sans"/>
              </a:defRPr>
            </a:lvl7pPr>
            <a:lvl8pPr algn="l">
              <a:defRPr sz="1800" b="0">
                <a:solidFill>
                  <a:srgbClr val="F5F1E8"/>
                </a:solidFill>
                <a:latin typeface="DejaVu Sans"/>
                <a:ea typeface="DejaVu Sans"/>
                <a:cs typeface="DejaVu Sans"/>
              </a:defRPr>
            </a:lvl8pPr>
            <a:lvl9pPr algn="l">
              <a:defRPr sz="1800" b="0">
                <a:solidFill>
                  <a:srgbClr val="F5F1E8"/>
                </a:solidFill>
                <a:latin typeface="DejaVu Sans"/>
                <a:ea typeface="DejaVu Sans"/>
                <a:cs typeface="DejaVu Sans"/>
              </a:defRPr>
            </a:lvl9pPr>
          </a:lstStyle>
          <a:p xmlns:a="http://schemas.openxmlformats.org/drawingml/2006/main">
            <a:pPr algn="l">
              <a:defRPr sz="1800" b="0">
                <a:solidFill>
                  <a:srgbClr val="F5F1E8"/>
                </a:solidFill>
                <a:latin typeface="DejaVu Sans"/>
                <a:ea typeface="DejaVu Sans"/>
                <a:cs typeface="DejaVu Sans"/>
              </a:defRPr>
            </a:pPr>
            <a:r>
              <a:rPr sz="1800" b="0">
                <a:solidFill>
                  <a:srgbClr val="F5F1E8"/>
                </a:solidFill>
                <a:latin typeface="DejaVu Sans"/>
                <a:ea typeface="DejaVu Sans"/>
                <a:cs typeface="DejaVu Sans"/>
              </a:rPr>
              <a:t>Empresas públicas y privadas,</a:t>
            </a:r>
          </a:p>
          <a:p xmlns:a="http://schemas.openxmlformats.org/drawingml/2006/main">
            <a:pPr algn="l">
              <a:defRPr sz="1800" b="0">
                <a:solidFill>
                  <a:srgbClr val="F5F1E8"/>
                </a:solidFill>
                <a:latin typeface="DejaVu Sans"/>
                <a:ea typeface="DejaVu Sans"/>
                <a:cs typeface="DejaVu Sans"/>
              </a:defRPr>
            </a:pPr>
            <a:r>
              <a:rPr sz="1800" b="0">
                <a:solidFill>
                  <a:srgbClr val="F5F1E8"/>
                </a:solidFill>
                <a:latin typeface="DejaVu Sans"/>
                <a:ea typeface="DejaVu Sans"/>
                <a:cs typeface="DejaVu Sans"/>
              </a:rPr>
              <a:t>universidades y proveedores</a:t>
            </a:r>
          </a:p>
        </p:txBody>
      </p:sp>
      <p:sp>
        <p:nvSpPr>
          <p:cNvPr id="11" name="city-0">
            <a:extLst xmlns:a="http://schemas.openxmlformats.org/drawingml/2006/main">
              <a:ext uri="{FF2B5EF4-FFF2-40B4-BE49-F238E27FC236}">
                <a16:creationId xmlns:a16="http://schemas.microsoft.com/office/drawing/2014/main" id="{AD873AF9-41FB-4568-94FE-77E88F3D10E1}"/>
              </a:ext>
            </a:extLst>
          </p:cNvPr>
          <p:cNvSpPr>
            <a:spLocks xmlns:a="http://schemas.openxmlformats.org/drawingml/2006/main" noGrp="1"/>
          </p:cNvSpPr>
          <p:nvPr/>
        </p:nvSpPr>
        <p:spPr>
          <a:xfrm xmlns:a="http://schemas.openxmlformats.org/drawingml/2006/main">
            <a:off x="6286500" y="16859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EAC27A"/>
                </a:solidFill>
                <a:latin typeface="DejaVu Sans"/>
                <a:ea typeface="DejaVu Sans"/>
                <a:cs typeface="DejaVu Sans"/>
              </a:defRPr>
            </a:defPPr>
            <a:lvl1pPr algn="l">
              <a:defRPr sz="1950" b="0">
                <a:solidFill>
                  <a:srgbClr val="EAC27A"/>
                </a:solidFill>
                <a:latin typeface="DejaVu Sans"/>
                <a:ea typeface="DejaVu Sans"/>
                <a:cs typeface="DejaVu Sans"/>
              </a:defRPr>
            </a:lvl1pPr>
            <a:lvl2pPr algn="l">
              <a:defRPr sz="1950" b="0">
                <a:solidFill>
                  <a:srgbClr val="EAC27A"/>
                </a:solidFill>
                <a:latin typeface="DejaVu Sans"/>
                <a:ea typeface="DejaVu Sans"/>
                <a:cs typeface="DejaVu Sans"/>
              </a:defRPr>
            </a:lvl2pPr>
            <a:lvl3pPr algn="l">
              <a:defRPr sz="1950" b="0">
                <a:solidFill>
                  <a:srgbClr val="EAC27A"/>
                </a:solidFill>
                <a:latin typeface="DejaVu Sans"/>
                <a:ea typeface="DejaVu Sans"/>
                <a:cs typeface="DejaVu Sans"/>
              </a:defRPr>
            </a:lvl3pPr>
            <a:lvl4pPr algn="l">
              <a:defRPr sz="1950" b="0">
                <a:solidFill>
                  <a:srgbClr val="EAC27A"/>
                </a:solidFill>
                <a:latin typeface="DejaVu Sans"/>
                <a:ea typeface="DejaVu Sans"/>
                <a:cs typeface="DejaVu Sans"/>
              </a:defRPr>
            </a:lvl4pPr>
            <a:lvl5pPr algn="l">
              <a:defRPr sz="1950" b="0">
                <a:solidFill>
                  <a:srgbClr val="EAC27A"/>
                </a:solidFill>
                <a:latin typeface="DejaVu Sans"/>
                <a:ea typeface="DejaVu Sans"/>
                <a:cs typeface="DejaVu Sans"/>
              </a:defRPr>
            </a:lvl5pPr>
            <a:lvl6pPr algn="l">
              <a:defRPr sz="1950" b="0">
                <a:solidFill>
                  <a:srgbClr val="EAC27A"/>
                </a:solidFill>
                <a:latin typeface="DejaVu Sans"/>
                <a:ea typeface="DejaVu Sans"/>
                <a:cs typeface="DejaVu Sans"/>
              </a:defRPr>
            </a:lvl6pPr>
            <a:lvl7pPr algn="l">
              <a:defRPr sz="1950" b="0">
                <a:solidFill>
                  <a:srgbClr val="EAC27A"/>
                </a:solidFill>
                <a:latin typeface="DejaVu Sans"/>
                <a:ea typeface="DejaVu Sans"/>
                <a:cs typeface="DejaVu Sans"/>
              </a:defRPr>
            </a:lvl7pPr>
            <a:lvl8pPr algn="l">
              <a:defRPr sz="1950" b="0">
                <a:solidFill>
                  <a:srgbClr val="EAC27A"/>
                </a:solidFill>
                <a:latin typeface="DejaVu Sans"/>
                <a:ea typeface="DejaVu Sans"/>
                <a:cs typeface="DejaVu Sans"/>
              </a:defRPr>
            </a:lvl8pPr>
            <a:lvl9pPr algn="l">
              <a:defRPr sz="1950" b="0">
                <a:solidFill>
                  <a:srgbClr val="EAC27A"/>
                </a:solidFill>
                <a:latin typeface="DejaVu Sans"/>
                <a:ea typeface="DejaVu Sans"/>
                <a:cs typeface="DejaVu Sans"/>
              </a:defRPr>
            </a:lvl9pPr>
          </a:lstStyle>
          <a:p xmlns:a="http://schemas.openxmlformats.org/drawingml/2006/main">
            <a:pPr algn="l">
              <a:defRPr sz="1950" b="0">
                <a:solidFill>
                  <a:srgbClr val="EAC27A"/>
                </a:solidFill>
                <a:latin typeface="DejaVu Sans"/>
                <a:ea typeface="DejaVu Sans"/>
                <a:cs typeface="DejaVu Sans"/>
              </a:defRPr>
            </a:pPr>
            <a:r>
              <a:rPr sz="1950" b="0">
                <a:solidFill>
                  <a:srgbClr val="EAC27A"/>
                </a:solidFill>
                <a:latin typeface="DejaVu Sans"/>
                <a:ea typeface="DejaVu Sans"/>
                <a:cs typeface="DejaVu Sans"/>
              </a:rPr>
              <a:t>Beijing</a:t>
            </a:r>
          </a:p>
        </p:txBody>
      </p:sp>
      <p:sp>
        <p:nvSpPr>
          <p:cNvPr id="12" name="specialty-0">
            <a:extLst xmlns:a="http://schemas.openxmlformats.org/drawingml/2006/main">
              <a:ext uri="{FF2B5EF4-FFF2-40B4-BE49-F238E27FC236}">
                <a16:creationId xmlns:a16="http://schemas.microsoft.com/office/drawing/2014/main" id="{CDAA13AF-C94C-4A48-8E99-84C0FB0074F1}"/>
              </a:ext>
            </a:extLst>
          </p:cNvPr>
          <p:cNvSpPr>
            <a:spLocks xmlns:a="http://schemas.openxmlformats.org/drawingml/2006/main" noGrp="1"/>
          </p:cNvSpPr>
          <p:nvPr/>
        </p:nvSpPr>
        <p:spPr>
          <a:xfrm xmlns:a="http://schemas.openxmlformats.org/drawingml/2006/main">
            <a:off x="6286500" y="20288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5F1E8"/>
                </a:solidFill>
                <a:latin typeface="DejaVu Sans"/>
                <a:ea typeface="DejaVu Sans"/>
                <a:cs typeface="DejaVu Sans"/>
              </a:defRPr>
            </a:defPPr>
            <a:lvl1pPr algn="l">
              <a:defRPr sz="1650" b="0">
                <a:solidFill>
                  <a:srgbClr val="F5F1E8"/>
                </a:solidFill>
                <a:latin typeface="DejaVu Sans"/>
                <a:ea typeface="DejaVu Sans"/>
                <a:cs typeface="DejaVu Sans"/>
              </a:defRPr>
            </a:lvl1pPr>
            <a:lvl2pPr algn="l">
              <a:defRPr sz="1650" b="0">
                <a:solidFill>
                  <a:srgbClr val="F5F1E8"/>
                </a:solidFill>
                <a:latin typeface="DejaVu Sans"/>
                <a:ea typeface="DejaVu Sans"/>
                <a:cs typeface="DejaVu Sans"/>
              </a:defRPr>
            </a:lvl2pPr>
            <a:lvl3pPr algn="l">
              <a:defRPr sz="1650" b="0">
                <a:solidFill>
                  <a:srgbClr val="F5F1E8"/>
                </a:solidFill>
                <a:latin typeface="DejaVu Sans"/>
                <a:ea typeface="DejaVu Sans"/>
                <a:cs typeface="DejaVu Sans"/>
              </a:defRPr>
            </a:lvl3pPr>
            <a:lvl4pPr algn="l">
              <a:defRPr sz="1650" b="0">
                <a:solidFill>
                  <a:srgbClr val="F5F1E8"/>
                </a:solidFill>
                <a:latin typeface="DejaVu Sans"/>
                <a:ea typeface="DejaVu Sans"/>
                <a:cs typeface="DejaVu Sans"/>
              </a:defRPr>
            </a:lvl4pPr>
            <a:lvl5pPr algn="l">
              <a:defRPr sz="1650" b="0">
                <a:solidFill>
                  <a:srgbClr val="F5F1E8"/>
                </a:solidFill>
                <a:latin typeface="DejaVu Sans"/>
                <a:ea typeface="DejaVu Sans"/>
                <a:cs typeface="DejaVu Sans"/>
              </a:defRPr>
            </a:lvl5pPr>
            <a:lvl6pPr algn="l">
              <a:defRPr sz="1650" b="0">
                <a:solidFill>
                  <a:srgbClr val="F5F1E8"/>
                </a:solidFill>
                <a:latin typeface="DejaVu Sans"/>
                <a:ea typeface="DejaVu Sans"/>
                <a:cs typeface="DejaVu Sans"/>
              </a:defRPr>
            </a:lvl6pPr>
            <a:lvl7pPr algn="l">
              <a:defRPr sz="1650" b="0">
                <a:solidFill>
                  <a:srgbClr val="F5F1E8"/>
                </a:solidFill>
                <a:latin typeface="DejaVu Sans"/>
                <a:ea typeface="DejaVu Sans"/>
                <a:cs typeface="DejaVu Sans"/>
              </a:defRPr>
            </a:lvl7pPr>
            <a:lvl8pPr algn="l">
              <a:defRPr sz="1650" b="0">
                <a:solidFill>
                  <a:srgbClr val="F5F1E8"/>
                </a:solidFill>
                <a:latin typeface="DejaVu Sans"/>
                <a:ea typeface="DejaVu Sans"/>
                <a:cs typeface="DejaVu Sans"/>
              </a:defRPr>
            </a:lvl8pPr>
            <a:lvl9pPr algn="l">
              <a:defRPr sz="1650" b="0">
                <a:solidFill>
                  <a:srgbClr val="F5F1E8"/>
                </a:solidFill>
                <a:latin typeface="DejaVu Sans"/>
                <a:ea typeface="DejaVu Sans"/>
                <a:cs typeface="DejaVu Sans"/>
              </a:defRPr>
            </a:lvl9pPr>
          </a:lstStyle>
          <a:p xmlns:a="http://schemas.openxmlformats.org/drawingml/2006/main">
            <a:pPr algn="l">
              <a:defRPr sz="1650" b="0">
                <a:solidFill>
                  <a:srgbClr val="F5F1E8"/>
                </a:solidFill>
                <a:latin typeface="DejaVu Sans"/>
                <a:ea typeface="DejaVu Sans"/>
                <a:cs typeface="DejaVu Sans"/>
              </a:defRPr>
            </a:pPr>
            <a:r>
              <a:rPr sz="1650" b="0">
                <a:solidFill>
                  <a:srgbClr val="F5F1E8"/>
                </a:solidFill>
                <a:latin typeface="DejaVu Sans"/>
                <a:ea typeface="DejaVu Sans"/>
                <a:cs typeface="DejaVu Sans"/>
              </a:rPr>
              <a:t>Investigación y modelos de IA</a:t>
            </a:r>
          </a:p>
        </p:txBody>
      </p:sp>
      <p:sp>
        <p:nvSpPr>
          <p:cNvPr id="13" name="city-1">
            <a:extLst xmlns:a="http://schemas.openxmlformats.org/drawingml/2006/main">
              <a:ext uri="{FF2B5EF4-FFF2-40B4-BE49-F238E27FC236}">
                <a16:creationId xmlns:a16="http://schemas.microsoft.com/office/drawing/2014/main" id="{F11FA6CC-8A97-4FE5-BBD9-82E02C6FE02C}"/>
              </a:ext>
            </a:extLst>
          </p:cNvPr>
          <p:cNvSpPr>
            <a:spLocks xmlns:a="http://schemas.openxmlformats.org/drawingml/2006/main" noGrp="1"/>
          </p:cNvSpPr>
          <p:nvPr/>
        </p:nvSpPr>
        <p:spPr>
          <a:xfrm xmlns:a="http://schemas.openxmlformats.org/drawingml/2006/main">
            <a:off x="6286500" y="24098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EAC27A"/>
                </a:solidFill>
                <a:latin typeface="DejaVu Sans"/>
                <a:ea typeface="DejaVu Sans"/>
                <a:cs typeface="DejaVu Sans"/>
              </a:defRPr>
            </a:defPPr>
            <a:lvl1pPr algn="l">
              <a:defRPr sz="1950" b="0">
                <a:solidFill>
                  <a:srgbClr val="EAC27A"/>
                </a:solidFill>
                <a:latin typeface="DejaVu Sans"/>
                <a:ea typeface="DejaVu Sans"/>
                <a:cs typeface="DejaVu Sans"/>
              </a:defRPr>
            </a:lvl1pPr>
            <a:lvl2pPr algn="l">
              <a:defRPr sz="1950" b="0">
                <a:solidFill>
                  <a:srgbClr val="EAC27A"/>
                </a:solidFill>
                <a:latin typeface="DejaVu Sans"/>
                <a:ea typeface="DejaVu Sans"/>
                <a:cs typeface="DejaVu Sans"/>
              </a:defRPr>
            </a:lvl2pPr>
            <a:lvl3pPr algn="l">
              <a:defRPr sz="1950" b="0">
                <a:solidFill>
                  <a:srgbClr val="EAC27A"/>
                </a:solidFill>
                <a:latin typeface="DejaVu Sans"/>
                <a:ea typeface="DejaVu Sans"/>
                <a:cs typeface="DejaVu Sans"/>
              </a:defRPr>
            </a:lvl3pPr>
            <a:lvl4pPr algn="l">
              <a:defRPr sz="1950" b="0">
                <a:solidFill>
                  <a:srgbClr val="EAC27A"/>
                </a:solidFill>
                <a:latin typeface="DejaVu Sans"/>
                <a:ea typeface="DejaVu Sans"/>
                <a:cs typeface="DejaVu Sans"/>
              </a:defRPr>
            </a:lvl4pPr>
            <a:lvl5pPr algn="l">
              <a:defRPr sz="1950" b="0">
                <a:solidFill>
                  <a:srgbClr val="EAC27A"/>
                </a:solidFill>
                <a:latin typeface="DejaVu Sans"/>
                <a:ea typeface="DejaVu Sans"/>
                <a:cs typeface="DejaVu Sans"/>
              </a:defRPr>
            </a:lvl5pPr>
            <a:lvl6pPr algn="l">
              <a:defRPr sz="1950" b="0">
                <a:solidFill>
                  <a:srgbClr val="EAC27A"/>
                </a:solidFill>
                <a:latin typeface="DejaVu Sans"/>
                <a:ea typeface="DejaVu Sans"/>
                <a:cs typeface="DejaVu Sans"/>
              </a:defRPr>
            </a:lvl6pPr>
            <a:lvl7pPr algn="l">
              <a:defRPr sz="1950" b="0">
                <a:solidFill>
                  <a:srgbClr val="EAC27A"/>
                </a:solidFill>
                <a:latin typeface="DejaVu Sans"/>
                <a:ea typeface="DejaVu Sans"/>
                <a:cs typeface="DejaVu Sans"/>
              </a:defRPr>
            </a:lvl7pPr>
            <a:lvl8pPr algn="l">
              <a:defRPr sz="1950" b="0">
                <a:solidFill>
                  <a:srgbClr val="EAC27A"/>
                </a:solidFill>
                <a:latin typeface="DejaVu Sans"/>
                <a:ea typeface="DejaVu Sans"/>
                <a:cs typeface="DejaVu Sans"/>
              </a:defRPr>
            </a:lvl8pPr>
            <a:lvl9pPr algn="l">
              <a:defRPr sz="1950" b="0">
                <a:solidFill>
                  <a:srgbClr val="EAC27A"/>
                </a:solidFill>
                <a:latin typeface="DejaVu Sans"/>
                <a:ea typeface="DejaVu Sans"/>
                <a:cs typeface="DejaVu Sans"/>
              </a:defRPr>
            </a:lvl9pPr>
          </a:lstStyle>
          <a:p xmlns:a="http://schemas.openxmlformats.org/drawingml/2006/main">
            <a:pPr algn="l">
              <a:defRPr sz="1950" b="0">
                <a:solidFill>
                  <a:srgbClr val="EAC27A"/>
                </a:solidFill>
                <a:latin typeface="DejaVu Sans"/>
                <a:ea typeface="DejaVu Sans"/>
                <a:cs typeface="DejaVu Sans"/>
              </a:defRPr>
            </a:pPr>
            <a:r>
              <a:rPr sz="1950" b="0">
                <a:solidFill>
                  <a:srgbClr val="EAC27A"/>
                </a:solidFill>
                <a:latin typeface="DejaVu Sans"/>
                <a:ea typeface="DejaVu Sans"/>
                <a:cs typeface="DejaVu Sans"/>
              </a:rPr>
              <a:t>Shanghai</a:t>
            </a:r>
          </a:p>
        </p:txBody>
      </p:sp>
      <p:sp>
        <p:nvSpPr>
          <p:cNvPr id="14" name="specialty-1">
            <a:extLst xmlns:a="http://schemas.openxmlformats.org/drawingml/2006/main">
              <a:ext uri="{FF2B5EF4-FFF2-40B4-BE49-F238E27FC236}">
                <a16:creationId xmlns:a16="http://schemas.microsoft.com/office/drawing/2014/main" id="{AB317977-FE44-442B-B39F-75E56AC1B52A}"/>
              </a:ext>
            </a:extLst>
          </p:cNvPr>
          <p:cNvSpPr>
            <a:spLocks xmlns:a="http://schemas.openxmlformats.org/drawingml/2006/main" noGrp="1"/>
          </p:cNvSpPr>
          <p:nvPr/>
        </p:nvSpPr>
        <p:spPr>
          <a:xfrm xmlns:a="http://schemas.openxmlformats.org/drawingml/2006/main">
            <a:off x="6286500" y="27527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5F1E8"/>
                </a:solidFill>
                <a:latin typeface="DejaVu Sans"/>
                <a:ea typeface="DejaVu Sans"/>
                <a:cs typeface="DejaVu Sans"/>
              </a:defRPr>
            </a:defPPr>
            <a:lvl1pPr algn="l">
              <a:defRPr sz="1650" b="0">
                <a:solidFill>
                  <a:srgbClr val="F5F1E8"/>
                </a:solidFill>
                <a:latin typeface="DejaVu Sans"/>
                <a:ea typeface="DejaVu Sans"/>
                <a:cs typeface="DejaVu Sans"/>
              </a:defRPr>
            </a:lvl1pPr>
            <a:lvl2pPr algn="l">
              <a:defRPr sz="1650" b="0">
                <a:solidFill>
                  <a:srgbClr val="F5F1E8"/>
                </a:solidFill>
                <a:latin typeface="DejaVu Sans"/>
                <a:ea typeface="DejaVu Sans"/>
                <a:cs typeface="DejaVu Sans"/>
              </a:defRPr>
            </a:lvl2pPr>
            <a:lvl3pPr algn="l">
              <a:defRPr sz="1650" b="0">
                <a:solidFill>
                  <a:srgbClr val="F5F1E8"/>
                </a:solidFill>
                <a:latin typeface="DejaVu Sans"/>
                <a:ea typeface="DejaVu Sans"/>
                <a:cs typeface="DejaVu Sans"/>
              </a:defRPr>
            </a:lvl3pPr>
            <a:lvl4pPr algn="l">
              <a:defRPr sz="1650" b="0">
                <a:solidFill>
                  <a:srgbClr val="F5F1E8"/>
                </a:solidFill>
                <a:latin typeface="DejaVu Sans"/>
                <a:ea typeface="DejaVu Sans"/>
                <a:cs typeface="DejaVu Sans"/>
              </a:defRPr>
            </a:lvl4pPr>
            <a:lvl5pPr algn="l">
              <a:defRPr sz="1650" b="0">
                <a:solidFill>
                  <a:srgbClr val="F5F1E8"/>
                </a:solidFill>
                <a:latin typeface="DejaVu Sans"/>
                <a:ea typeface="DejaVu Sans"/>
                <a:cs typeface="DejaVu Sans"/>
              </a:defRPr>
            </a:lvl5pPr>
            <a:lvl6pPr algn="l">
              <a:defRPr sz="1650" b="0">
                <a:solidFill>
                  <a:srgbClr val="F5F1E8"/>
                </a:solidFill>
                <a:latin typeface="DejaVu Sans"/>
                <a:ea typeface="DejaVu Sans"/>
                <a:cs typeface="DejaVu Sans"/>
              </a:defRPr>
            </a:lvl6pPr>
            <a:lvl7pPr algn="l">
              <a:defRPr sz="1650" b="0">
                <a:solidFill>
                  <a:srgbClr val="F5F1E8"/>
                </a:solidFill>
                <a:latin typeface="DejaVu Sans"/>
                <a:ea typeface="DejaVu Sans"/>
                <a:cs typeface="DejaVu Sans"/>
              </a:defRPr>
            </a:lvl7pPr>
            <a:lvl8pPr algn="l">
              <a:defRPr sz="1650" b="0">
                <a:solidFill>
                  <a:srgbClr val="F5F1E8"/>
                </a:solidFill>
                <a:latin typeface="DejaVu Sans"/>
                <a:ea typeface="DejaVu Sans"/>
                <a:cs typeface="DejaVu Sans"/>
              </a:defRPr>
            </a:lvl8pPr>
            <a:lvl9pPr algn="l">
              <a:defRPr sz="1650" b="0">
                <a:solidFill>
                  <a:srgbClr val="F5F1E8"/>
                </a:solidFill>
                <a:latin typeface="DejaVu Sans"/>
                <a:ea typeface="DejaVu Sans"/>
                <a:cs typeface="DejaVu Sans"/>
              </a:defRPr>
            </a:lvl9pPr>
          </a:lstStyle>
          <a:p xmlns:a="http://schemas.openxmlformats.org/drawingml/2006/main">
            <a:pPr algn="l">
              <a:defRPr sz="1650" b="0">
                <a:solidFill>
                  <a:srgbClr val="F5F1E8"/>
                </a:solidFill>
                <a:latin typeface="DejaVu Sans"/>
                <a:ea typeface="DejaVu Sans"/>
                <a:cs typeface="DejaVu Sans"/>
              </a:defRPr>
            </a:pPr>
            <a:r>
              <a:rPr sz="1650" b="0">
                <a:solidFill>
                  <a:srgbClr val="F5F1E8"/>
                </a:solidFill>
                <a:latin typeface="DejaVu Sans"/>
                <a:ea typeface="DejaVu Sans"/>
                <a:cs typeface="DejaVu Sans"/>
              </a:rPr>
              <a:t>Circuitos integrados, IA y biomedicina</a:t>
            </a:r>
          </a:p>
        </p:txBody>
      </p:sp>
      <p:sp>
        <p:nvSpPr>
          <p:cNvPr id="15" name="city-2">
            <a:extLst xmlns:a="http://schemas.openxmlformats.org/drawingml/2006/main">
              <a:ext uri="{FF2B5EF4-FFF2-40B4-BE49-F238E27FC236}">
                <a16:creationId xmlns:a16="http://schemas.microsoft.com/office/drawing/2014/main" id="{4AD26FA3-4316-4227-A287-50A1E2DD9C17}"/>
              </a:ext>
            </a:extLst>
          </p:cNvPr>
          <p:cNvSpPr>
            <a:spLocks xmlns:a="http://schemas.openxmlformats.org/drawingml/2006/main" noGrp="1"/>
          </p:cNvSpPr>
          <p:nvPr/>
        </p:nvSpPr>
        <p:spPr>
          <a:xfrm xmlns:a="http://schemas.openxmlformats.org/drawingml/2006/main">
            <a:off x="6286500" y="31337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EAC27A"/>
                </a:solidFill>
                <a:latin typeface="DejaVu Sans"/>
                <a:ea typeface="DejaVu Sans"/>
                <a:cs typeface="DejaVu Sans"/>
              </a:defRPr>
            </a:defPPr>
            <a:lvl1pPr algn="l">
              <a:defRPr sz="1950" b="0">
                <a:solidFill>
                  <a:srgbClr val="EAC27A"/>
                </a:solidFill>
                <a:latin typeface="DejaVu Sans"/>
                <a:ea typeface="DejaVu Sans"/>
                <a:cs typeface="DejaVu Sans"/>
              </a:defRPr>
            </a:lvl1pPr>
            <a:lvl2pPr algn="l">
              <a:defRPr sz="1950" b="0">
                <a:solidFill>
                  <a:srgbClr val="EAC27A"/>
                </a:solidFill>
                <a:latin typeface="DejaVu Sans"/>
                <a:ea typeface="DejaVu Sans"/>
                <a:cs typeface="DejaVu Sans"/>
              </a:defRPr>
            </a:lvl2pPr>
            <a:lvl3pPr algn="l">
              <a:defRPr sz="1950" b="0">
                <a:solidFill>
                  <a:srgbClr val="EAC27A"/>
                </a:solidFill>
                <a:latin typeface="DejaVu Sans"/>
                <a:ea typeface="DejaVu Sans"/>
                <a:cs typeface="DejaVu Sans"/>
              </a:defRPr>
            </a:lvl3pPr>
            <a:lvl4pPr algn="l">
              <a:defRPr sz="1950" b="0">
                <a:solidFill>
                  <a:srgbClr val="EAC27A"/>
                </a:solidFill>
                <a:latin typeface="DejaVu Sans"/>
                <a:ea typeface="DejaVu Sans"/>
                <a:cs typeface="DejaVu Sans"/>
              </a:defRPr>
            </a:lvl4pPr>
            <a:lvl5pPr algn="l">
              <a:defRPr sz="1950" b="0">
                <a:solidFill>
                  <a:srgbClr val="EAC27A"/>
                </a:solidFill>
                <a:latin typeface="DejaVu Sans"/>
                <a:ea typeface="DejaVu Sans"/>
                <a:cs typeface="DejaVu Sans"/>
              </a:defRPr>
            </a:lvl5pPr>
            <a:lvl6pPr algn="l">
              <a:defRPr sz="1950" b="0">
                <a:solidFill>
                  <a:srgbClr val="EAC27A"/>
                </a:solidFill>
                <a:latin typeface="DejaVu Sans"/>
                <a:ea typeface="DejaVu Sans"/>
                <a:cs typeface="DejaVu Sans"/>
              </a:defRPr>
            </a:lvl6pPr>
            <a:lvl7pPr algn="l">
              <a:defRPr sz="1950" b="0">
                <a:solidFill>
                  <a:srgbClr val="EAC27A"/>
                </a:solidFill>
                <a:latin typeface="DejaVu Sans"/>
                <a:ea typeface="DejaVu Sans"/>
                <a:cs typeface="DejaVu Sans"/>
              </a:defRPr>
            </a:lvl7pPr>
            <a:lvl8pPr algn="l">
              <a:defRPr sz="1950" b="0">
                <a:solidFill>
                  <a:srgbClr val="EAC27A"/>
                </a:solidFill>
                <a:latin typeface="DejaVu Sans"/>
                <a:ea typeface="DejaVu Sans"/>
                <a:cs typeface="DejaVu Sans"/>
              </a:defRPr>
            </a:lvl8pPr>
            <a:lvl9pPr algn="l">
              <a:defRPr sz="1950" b="0">
                <a:solidFill>
                  <a:srgbClr val="EAC27A"/>
                </a:solidFill>
                <a:latin typeface="DejaVu Sans"/>
                <a:ea typeface="DejaVu Sans"/>
                <a:cs typeface="DejaVu Sans"/>
              </a:defRPr>
            </a:lvl9pPr>
          </a:lstStyle>
          <a:p xmlns:a="http://schemas.openxmlformats.org/drawingml/2006/main">
            <a:pPr algn="l">
              <a:defRPr sz="1950" b="0">
                <a:solidFill>
                  <a:srgbClr val="EAC27A"/>
                </a:solidFill>
                <a:latin typeface="DejaVu Sans"/>
                <a:ea typeface="DejaVu Sans"/>
                <a:cs typeface="DejaVu Sans"/>
              </a:defRPr>
            </a:pPr>
            <a:r>
              <a:rPr sz="1950" b="0">
                <a:solidFill>
                  <a:srgbClr val="EAC27A"/>
                </a:solidFill>
                <a:latin typeface="DejaVu Sans"/>
                <a:ea typeface="DejaVu Sans"/>
                <a:cs typeface="DejaVu Sans"/>
              </a:rPr>
              <a:t>Shenzhen · Guangdong</a:t>
            </a:r>
          </a:p>
        </p:txBody>
      </p:sp>
      <p:sp>
        <p:nvSpPr>
          <p:cNvPr id="16" name="specialty-2">
            <a:extLst xmlns:a="http://schemas.openxmlformats.org/drawingml/2006/main">
              <a:ext uri="{FF2B5EF4-FFF2-40B4-BE49-F238E27FC236}">
                <a16:creationId xmlns:a16="http://schemas.microsoft.com/office/drawing/2014/main" id="{A7EF5148-02DA-4917-B6E0-599BFDA1E811}"/>
              </a:ext>
            </a:extLst>
          </p:cNvPr>
          <p:cNvSpPr>
            <a:spLocks xmlns:a="http://schemas.openxmlformats.org/drawingml/2006/main" noGrp="1"/>
          </p:cNvSpPr>
          <p:nvPr/>
        </p:nvSpPr>
        <p:spPr>
          <a:xfrm xmlns:a="http://schemas.openxmlformats.org/drawingml/2006/main">
            <a:off x="6286500" y="34766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5F1E8"/>
                </a:solidFill>
                <a:latin typeface="DejaVu Sans"/>
                <a:ea typeface="DejaVu Sans"/>
                <a:cs typeface="DejaVu Sans"/>
              </a:defRPr>
            </a:defPPr>
            <a:lvl1pPr algn="l">
              <a:defRPr sz="1650" b="0">
                <a:solidFill>
                  <a:srgbClr val="F5F1E8"/>
                </a:solidFill>
                <a:latin typeface="DejaVu Sans"/>
                <a:ea typeface="DejaVu Sans"/>
                <a:cs typeface="DejaVu Sans"/>
              </a:defRPr>
            </a:lvl1pPr>
            <a:lvl2pPr algn="l">
              <a:defRPr sz="1650" b="0">
                <a:solidFill>
                  <a:srgbClr val="F5F1E8"/>
                </a:solidFill>
                <a:latin typeface="DejaVu Sans"/>
                <a:ea typeface="DejaVu Sans"/>
                <a:cs typeface="DejaVu Sans"/>
              </a:defRPr>
            </a:lvl2pPr>
            <a:lvl3pPr algn="l">
              <a:defRPr sz="1650" b="0">
                <a:solidFill>
                  <a:srgbClr val="F5F1E8"/>
                </a:solidFill>
                <a:latin typeface="DejaVu Sans"/>
                <a:ea typeface="DejaVu Sans"/>
                <a:cs typeface="DejaVu Sans"/>
              </a:defRPr>
            </a:lvl3pPr>
            <a:lvl4pPr algn="l">
              <a:defRPr sz="1650" b="0">
                <a:solidFill>
                  <a:srgbClr val="F5F1E8"/>
                </a:solidFill>
                <a:latin typeface="DejaVu Sans"/>
                <a:ea typeface="DejaVu Sans"/>
                <a:cs typeface="DejaVu Sans"/>
              </a:defRPr>
            </a:lvl4pPr>
            <a:lvl5pPr algn="l">
              <a:defRPr sz="1650" b="0">
                <a:solidFill>
                  <a:srgbClr val="F5F1E8"/>
                </a:solidFill>
                <a:latin typeface="DejaVu Sans"/>
                <a:ea typeface="DejaVu Sans"/>
                <a:cs typeface="DejaVu Sans"/>
              </a:defRPr>
            </a:lvl5pPr>
            <a:lvl6pPr algn="l">
              <a:defRPr sz="1650" b="0">
                <a:solidFill>
                  <a:srgbClr val="F5F1E8"/>
                </a:solidFill>
                <a:latin typeface="DejaVu Sans"/>
                <a:ea typeface="DejaVu Sans"/>
                <a:cs typeface="DejaVu Sans"/>
              </a:defRPr>
            </a:lvl6pPr>
            <a:lvl7pPr algn="l">
              <a:defRPr sz="1650" b="0">
                <a:solidFill>
                  <a:srgbClr val="F5F1E8"/>
                </a:solidFill>
                <a:latin typeface="DejaVu Sans"/>
                <a:ea typeface="DejaVu Sans"/>
                <a:cs typeface="DejaVu Sans"/>
              </a:defRPr>
            </a:lvl7pPr>
            <a:lvl8pPr algn="l">
              <a:defRPr sz="1650" b="0">
                <a:solidFill>
                  <a:srgbClr val="F5F1E8"/>
                </a:solidFill>
                <a:latin typeface="DejaVu Sans"/>
                <a:ea typeface="DejaVu Sans"/>
                <a:cs typeface="DejaVu Sans"/>
              </a:defRPr>
            </a:lvl8pPr>
            <a:lvl9pPr algn="l">
              <a:defRPr sz="1650" b="0">
                <a:solidFill>
                  <a:srgbClr val="F5F1E8"/>
                </a:solidFill>
                <a:latin typeface="DejaVu Sans"/>
                <a:ea typeface="DejaVu Sans"/>
                <a:cs typeface="DejaVu Sans"/>
              </a:defRPr>
            </a:lvl9pPr>
          </a:lstStyle>
          <a:p xmlns:a="http://schemas.openxmlformats.org/drawingml/2006/main">
            <a:pPr algn="l">
              <a:defRPr sz="1650" b="0">
                <a:solidFill>
                  <a:srgbClr val="F5F1E8"/>
                </a:solidFill>
                <a:latin typeface="DejaVu Sans"/>
                <a:ea typeface="DejaVu Sans"/>
                <a:cs typeface="DejaVu Sans"/>
              </a:defRPr>
            </a:pPr>
            <a:r>
              <a:rPr sz="1650" b="0">
                <a:solidFill>
                  <a:srgbClr val="F5F1E8"/>
                </a:solidFill>
                <a:latin typeface="DejaVu Sans"/>
                <a:ea typeface="DejaVu Sans"/>
                <a:cs typeface="DejaVu Sans"/>
              </a:rPr>
              <a:t>Hardware y robótica</a:t>
            </a:r>
          </a:p>
        </p:txBody>
      </p:sp>
      <p:sp>
        <p:nvSpPr>
          <p:cNvPr id="17" name="city-3">
            <a:extLst xmlns:a="http://schemas.openxmlformats.org/drawingml/2006/main">
              <a:ext uri="{FF2B5EF4-FFF2-40B4-BE49-F238E27FC236}">
                <a16:creationId xmlns:a16="http://schemas.microsoft.com/office/drawing/2014/main" id="{864B1DDF-0A7D-4519-8BB0-73244F4D8FAE}"/>
              </a:ext>
            </a:extLst>
          </p:cNvPr>
          <p:cNvSpPr>
            <a:spLocks xmlns:a="http://schemas.openxmlformats.org/drawingml/2006/main" noGrp="1"/>
          </p:cNvSpPr>
          <p:nvPr/>
        </p:nvSpPr>
        <p:spPr>
          <a:xfrm xmlns:a="http://schemas.openxmlformats.org/drawingml/2006/main">
            <a:off x="6286500" y="38576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EAC27A"/>
                </a:solidFill>
                <a:latin typeface="DejaVu Sans"/>
                <a:ea typeface="DejaVu Sans"/>
                <a:cs typeface="DejaVu Sans"/>
              </a:defRPr>
            </a:defPPr>
            <a:lvl1pPr algn="l">
              <a:defRPr sz="1950" b="0">
                <a:solidFill>
                  <a:srgbClr val="EAC27A"/>
                </a:solidFill>
                <a:latin typeface="DejaVu Sans"/>
                <a:ea typeface="DejaVu Sans"/>
                <a:cs typeface="DejaVu Sans"/>
              </a:defRPr>
            </a:lvl1pPr>
            <a:lvl2pPr algn="l">
              <a:defRPr sz="1950" b="0">
                <a:solidFill>
                  <a:srgbClr val="EAC27A"/>
                </a:solidFill>
                <a:latin typeface="DejaVu Sans"/>
                <a:ea typeface="DejaVu Sans"/>
                <a:cs typeface="DejaVu Sans"/>
              </a:defRPr>
            </a:lvl2pPr>
            <a:lvl3pPr algn="l">
              <a:defRPr sz="1950" b="0">
                <a:solidFill>
                  <a:srgbClr val="EAC27A"/>
                </a:solidFill>
                <a:latin typeface="DejaVu Sans"/>
                <a:ea typeface="DejaVu Sans"/>
                <a:cs typeface="DejaVu Sans"/>
              </a:defRPr>
            </a:lvl3pPr>
            <a:lvl4pPr algn="l">
              <a:defRPr sz="1950" b="0">
                <a:solidFill>
                  <a:srgbClr val="EAC27A"/>
                </a:solidFill>
                <a:latin typeface="DejaVu Sans"/>
                <a:ea typeface="DejaVu Sans"/>
                <a:cs typeface="DejaVu Sans"/>
              </a:defRPr>
            </a:lvl4pPr>
            <a:lvl5pPr algn="l">
              <a:defRPr sz="1950" b="0">
                <a:solidFill>
                  <a:srgbClr val="EAC27A"/>
                </a:solidFill>
                <a:latin typeface="DejaVu Sans"/>
                <a:ea typeface="DejaVu Sans"/>
                <a:cs typeface="DejaVu Sans"/>
              </a:defRPr>
            </a:lvl5pPr>
            <a:lvl6pPr algn="l">
              <a:defRPr sz="1950" b="0">
                <a:solidFill>
                  <a:srgbClr val="EAC27A"/>
                </a:solidFill>
                <a:latin typeface="DejaVu Sans"/>
                <a:ea typeface="DejaVu Sans"/>
                <a:cs typeface="DejaVu Sans"/>
              </a:defRPr>
            </a:lvl6pPr>
            <a:lvl7pPr algn="l">
              <a:defRPr sz="1950" b="0">
                <a:solidFill>
                  <a:srgbClr val="EAC27A"/>
                </a:solidFill>
                <a:latin typeface="DejaVu Sans"/>
                <a:ea typeface="DejaVu Sans"/>
                <a:cs typeface="DejaVu Sans"/>
              </a:defRPr>
            </a:lvl7pPr>
            <a:lvl8pPr algn="l">
              <a:defRPr sz="1950" b="0">
                <a:solidFill>
                  <a:srgbClr val="EAC27A"/>
                </a:solidFill>
                <a:latin typeface="DejaVu Sans"/>
                <a:ea typeface="DejaVu Sans"/>
                <a:cs typeface="DejaVu Sans"/>
              </a:defRPr>
            </a:lvl8pPr>
            <a:lvl9pPr algn="l">
              <a:defRPr sz="1950" b="0">
                <a:solidFill>
                  <a:srgbClr val="EAC27A"/>
                </a:solidFill>
                <a:latin typeface="DejaVu Sans"/>
                <a:ea typeface="DejaVu Sans"/>
                <a:cs typeface="DejaVu Sans"/>
              </a:defRPr>
            </a:lvl9pPr>
          </a:lstStyle>
          <a:p xmlns:a="http://schemas.openxmlformats.org/drawingml/2006/main">
            <a:pPr algn="l">
              <a:defRPr sz="1950" b="0">
                <a:solidFill>
                  <a:srgbClr val="EAC27A"/>
                </a:solidFill>
                <a:latin typeface="DejaVu Sans"/>
                <a:ea typeface="DejaVu Sans"/>
                <a:cs typeface="DejaVu Sans"/>
              </a:defRPr>
            </a:pPr>
            <a:r>
              <a:rPr sz="1950" b="0">
                <a:solidFill>
                  <a:srgbClr val="EAC27A"/>
                </a:solidFill>
                <a:latin typeface="DejaVu Sans"/>
                <a:ea typeface="DejaVu Sans"/>
                <a:cs typeface="DejaVu Sans"/>
              </a:rPr>
              <a:t>Hangzhou · Zhejiang</a:t>
            </a:r>
          </a:p>
        </p:txBody>
      </p:sp>
      <p:sp>
        <p:nvSpPr>
          <p:cNvPr id="18" name="specialty-3">
            <a:extLst xmlns:a="http://schemas.openxmlformats.org/drawingml/2006/main">
              <a:ext uri="{FF2B5EF4-FFF2-40B4-BE49-F238E27FC236}">
                <a16:creationId xmlns:a16="http://schemas.microsoft.com/office/drawing/2014/main" id="{D7F34032-62CF-47AE-9F3F-F59A12FFAC98}"/>
              </a:ext>
            </a:extLst>
          </p:cNvPr>
          <p:cNvSpPr>
            <a:spLocks xmlns:a="http://schemas.openxmlformats.org/drawingml/2006/main" noGrp="1"/>
          </p:cNvSpPr>
          <p:nvPr/>
        </p:nvSpPr>
        <p:spPr>
          <a:xfrm xmlns:a="http://schemas.openxmlformats.org/drawingml/2006/main">
            <a:off x="6286500" y="42005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5F1E8"/>
                </a:solidFill>
                <a:latin typeface="DejaVu Sans"/>
                <a:ea typeface="DejaVu Sans"/>
                <a:cs typeface="DejaVu Sans"/>
              </a:defRPr>
            </a:defPPr>
            <a:lvl1pPr algn="l">
              <a:defRPr sz="1650" b="0">
                <a:solidFill>
                  <a:srgbClr val="F5F1E8"/>
                </a:solidFill>
                <a:latin typeface="DejaVu Sans"/>
                <a:ea typeface="DejaVu Sans"/>
                <a:cs typeface="DejaVu Sans"/>
              </a:defRPr>
            </a:lvl1pPr>
            <a:lvl2pPr algn="l">
              <a:defRPr sz="1650" b="0">
                <a:solidFill>
                  <a:srgbClr val="F5F1E8"/>
                </a:solidFill>
                <a:latin typeface="DejaVu Sans"/>
                <a:ea typeface="DejaVu Sans"/>
                <a:cs typeface="DejaVu Sans"/>
              </a:defRPr>
            </a:lvl2pPr>
            <a:lvl3pPr algn="l">
              <a:defRPr sz="1650" b="0">
                <a:solidFill>
                  <a:srgbClr val="F5F1E8"/>
                </a:solidFill>
                <a:latin typeface="DejaVu Sans"/>
                <a:ea typeface="DejaVu Sans"/>
                <a:cs typeface="DejaVu Sans"/>
              </a:defRPr>
            </a:lvl3pPr>
            <a:lvl4pPr algn="l">
              <a:defRPr sz="1650" b="0">
                <a:solidFill>
                  <a:srgbClr val="F5F1E8"/>
                </a:solidFill>
                <a:latin typeface="DejaVu Sans"/>
                <a:ea typeface="DejaVu Sans"/>
                <a:cs typeface="DejaVu Sans"/>
              </a:defRPr>
            </a:lvl4pPr>
            <a:lvl5pPr algn="l">
              <a:defRPr sz="1650" b="0">
                <a:solidFill>
                  <a:srgbClr val="F5F1E8"/>
                </a:solidFill>
                <a:latin typeface="DejaVu Sans"/>
                <a:ea typeface="DejaVu Sans"/>
                <a:cs typeface="DejaVu Sans"/>
              </a:defRPr>
            </a:lvl5pPr>
            <a:lvl6pPr algn="l">
              <a:defRPr sz="1650" b="0">
                <a:solidFill>
                  <a:srgbClr val="F5F1E8"/>
                </a:solidFill>
                <a:latin typeface="DejaVu Sans"/>
                <a:ea typeface="DejaVu Sans"/>
                <a:cs typeface="DejaVu Sans"/>
              </a:defRPr>
            </a:lvl6pPr>
            <a:lvl7pPr algn="l">
              <a:defRPr sz="1650" b="0">
                <a:solidFill>
                  <a:srgbClr val="F5F1E8"/>
                </a:solidFill>
                <a:latin typeface="DejaVu Sans"/>
                <a:ea typeface="DejaVu Sans"/>
                <a:cs typeface="DejaVu Sans"/>
              </a:defRPr>
            </a:lvl7pPr>
            <a:lvl8pPr algn="l">
              <a:defRPr sz="1650" b="0">
                <a:solidFill>
                  <a:srgbClr val="F5F1E8"/>
                </a:solidFill>
                <a:latin typeface="DejaVu Sans"/>
                <a:ea typeface="DejaVu Sans"/>
                <a:cs typeface="DejaVu Sans"/>
              </a:defRPr>
            </a:lvl8pPr>
            <a:lvl9pPr algn="l">
              <a:defRPr sz="1650" b="0">
                <a:solidFill>
                  <a:srgbClr val="F5F1E8"/>
                </a:solidFill>
                <a:latin typeface="DejaVu Sans"/>
                <a:ea typeface="DejaVu Sans"/>
                <a:cs typeface="DejaVu Sans"/>
              </a:defRPr>
            </a:lvl9pPr>
          </a:lstStyle>
          <a:p xmlns:a="http://schemas.openxmlformats.org/drawingml/2006/main">
            <a:pPr algn="l">
              <a:defRPr sz="1650" b="0">
                <a:solidFill>
                  <a:srgbClr val="F5F1E8"/>
                </a:solidFill>
                <a:latin typeface="DejaVu Sans"/>
                <a:ea typeface="DejaVu Sans"/>
                <a:cs typeface="DejaVu Sans"/>
              </a:defRPr>
            </a:pPr>
            <a:r>
              <a:rPr sz="1650" b="0">
                <a:solidFill>
                  <a:srgbClr val="F5F1E8"/>
                </a:solidFill>
                <a:latin typeface="DejaVu Sans"/>
                <a:ea typeface="DejaVu Sans"/>
                <a:cs typeface="DejaVu Sans"/>
              </a:rPr>
              <a:t>Plataformas, nube e IA</a:t>
            </a:r>
          </a:p>
        </p:txBody>
      </p:sp>
      <p:sp>
        <p:nvSpPr>
          <p:cNvPr id="19" name="city-4">
            <a:extLst xmlns:a="http://schemas.openxmlformats.org/drawingml/2006/main">
              <a:ext uri="{FF2B5EF4-FFF2-40B4-BE49-F238E27FC236}">
                <a16:creationId xmlns:a16="http://schemas.microsoft.com/office/drawing/2014/main" id="{3CACA99C-92C9-4468-BFAE-F05969465165}"/>
              </a:ext>
            </a:extLst>
          </p:cNvPr>
          <p:cNvSpPr>
            <a:spLocks xmlns:a="http://schemas.openxmlformats.org/drawingml/2006/main" noGrp="1"/>
          </p:cNvSpPr>
          <p:nvPr/>
        </p:nvSpPr>
        <p:spPr>
          <a:xfrm xmlns:a="http://schemas.openxmlformats.org/drawingml/2006/main">
            <a:off x="6286500" y="45815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0">
                <a:solidFill>
                  <a:srgbClr val="EAC27A"/>
                </a:solidFill>
                <a:latin typeface="DejaVu Sans"/>
                <a:ea typeface="DejaVu Sans"/>
                <a:cs typeface="DejaVu Sans"/>
              </a:defRPr>
            </a:defPPr>
            <a:lvl1pPr algn="l">
              <a:defRPr sz="1950" b="0">
                <a:solidFill>
                  <a:srgbClr val="EAC27A"/>
                </a:solidFill>
                <a:latin typeface="DejaVu Sans"/>
                <a:ea typeface="DejaVu Sans"/>
                <a:cs typeface="DejaVu Sans"/>
              </a:defRPr>
            </a:lvl1pPr>
            <a:lvl2pPr algn="l">
              <a:defRPr sz="1950" b="0">
                <a:solidFill>
                  <a:srgbClr val="EAC27A"/>
                </a:solidFill>
                <a:latin typeface="DejaVu Sans"/>
                <a:ea typeface="DejaVu Sans"/>
                <a:cs typeface="DejaVu Sans"/>
              </a:defRPr>
            </a:lvl2pPr>
            <a:lvl3pPr algn="l">
              <a:defRPr sz="1950" b="0">
                <a:solidFill>
                  <a:srgbClr val="EAC27A"/>
                </a:solidFill>
                <a:latin typeface="DejaVu Sans"/>
                <a:ea typeface="DejaVu Sans"/>
                <a:cs typeface="DejaVu Sans"/>
              </a:defRPr>
            </a:lvl3pPr>
            <a:lvl4pPr algn="l">
              <a:defRPr sz="1950" b="0">
                <a:solidFill>
                  <a:srgbClr val="EAC27A"/>
                </a:solidFill>
                <a:latin typeface="DejaVu Sans"/>
                <a:ea typeface="DejaVu Sans"/>
                <a:cs typeface="DejaVu Sans"/>
              </a:defRPr>
            </a:lvl4pPr>
            <a:lvl5pPr algn="l">
              <a:defRPr sz="1950" b="0">
                <a:solidFill>
                  <a:srgbClr val="EAC27A"/>
                </a:solidFill>
                <a:latin typeface="DejaVu Sans"/>
                <a:ea typeface="DejaVu Sans"/>
                <a:cs typeface="DejaVu Sans"/>
              </a:defRPr>
            </a:lvl5pPr>
            <a:lvl6pPr algn="l">
              <a:defRPr sz="1950" b="0">
                <a:solidFill>
                  <a:srgbClr val="EAC27A"/>
                </a:solidFill>
                <a:latin typeface="DejaVu Sans"/>
                <a:ea typeface="DejaVu Sans"/>
                <a:cs typeface="DejaVu Sans"/>
              </a:defRPr>
            </a:lvl6pPr>
            <a:lvl7pPr algn="l">
              <a:defRPr sz="1950" b="0">
                <a:solidFill>
                  <a:srgbClr val="EAC27A"/>
                </a:solidFill>
                <a:latin typeface="DejaVu Sans"/>
                <a:ea typeface="DejaVu Sans"/>
                <a:cs typeface="DejaVu Sans"/>
              </a:defRPr>
            </a:lvl7pPr>
            <a:lvl8pPr algn="l">
              <a:defRPr sz="1950" b="0">
                <a:solidFill>
                  <a:srgbClr val="EAC27A"/>
                </a:solidFill>
                <a:latin typeface="DejaVu Sans"/>
                <a:ea typeface="DejaVu Sans"/>
                <a:cs typeface="DejaVu Sans"/>
              </a:defRPr>
            </a:lvl8pPr>
            <a:lvl9pPr algn="l">
              <a:defRPr sz="1950" b="0">
                <a:solidFill>
                  <a:srgbClr val="EAC27A"/>
                </a:solidFill>
                <a:latin typeface="DejaVu Sans"/>
                <a:ea typeface="DejaVu Sans"/>
                <a:cs typeface="DejaVu Sans"/>
              </a:defRPr>
            </a:lvl9pPr>
          </a:lstStyle>
          <a:p xmlns:a="http://schemas.openxmlformats.org/drawingml/2006/main">
            <a:pPr algn="l">
              <a:defRPr sz="1950" b="0">
                <a:solidFill>
                  <a:srgbClr val="EAC27A"/>
                </a:solidFill>
                <a:latin typeface="DejaVu Sans"/>
                <a:ea typeface="DejaVu Sans"/>
                <a:cs typeface="DejaVu Sans"/>
              </a:defRPr>
            </a:pPr>
            <a:r>
              <a:rPr sz="1950" b="0">
                <a:solidFill>
                  <a:srgbClr val="EAC27A"/>
                </a:solidFill>
                <a:latin typeface="DejaVu Sans"/>
                <a:ea typeface="DejaVu Sans"/>
                <a:cs typeface="DejaVu Sans"/>
              </a:rPr>
              <a:t>Hefei · Anhui</a:t>
            </a:r>
          </a:p>
        </p:txBody>
      </p:sp>
      <p:sp>
        <p:nvSpPr>
          <p:cNvPr id="20" name="specialty-4">
            <a:extLst xmlns:a="http://schemas.openxmlformats.org/drawingml/2006/main">
              <a:ext uri="{FF2B5EF4-FFF2-40B4-BE49-F238E27FC236}">
                <a16:creationId xmlns:a16="http://schemas.microsoft.com/office/drawing/2014/main" id="{FE971CD4-DFFF-4CFE-99E4-5F1D914D8088}"/>
              </a:ext>
            </a:extLst>
          </p:cNvPr>
          <p:cNvSpPr>
            <a:spLocks xmlns:a="http://schemas.openxmlformats.org/drawingml/2006/main" noGrp="1"/>
          </p:cNvSpPr>
          <p:nvPr/>
        </p:nvSpPr>
        <p:spPr>
          <a:xfrm xmlns:a="http://schemas.openxmlformats.org/drawingml/2006/main">
            <a:off x="6286500" y="492442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5F1E8"/>
                </a:solidFill>
                <a:latin typeface="DejaVu Sans"/>
                <a:ea typeface="DejaVu Sans"/>
                <a:cs typeface="DejaVu Sans"/>
              </a:defRPr>
            </a:defPPr>
            <a:lvl1pPr algn="l">
              <a:defRPr sz="1650" b="0">
                <a:solidFill>
                  <a:srgbClr val="F5F1E8"/>
                </a:solidFill>
                <a:latin typeface="DejaVu Sans"/>
                <a:ea typeface="DejaVu Sans"/>
                <a:cs typeface="DejaVu Sans"/>
              </a:defRPr>
            </a:lvl1pPr>
            <a:lvl2pPr algn="l">
              <a:defRPr sz="1650" b="0">
                <a:solidFill>
                  <a:srgbClr val="F5F1E8"/>
                </a:solidFill>
                <a:latin typeface="DejaVu Sans"/>
                <a:ea typeface="DejaVu Sans"/>
                <a:cs typeface="DejaVu Sans"/>
              </a:defRPr>
            </a:lvl2pPr>
            <a:lvl3pPr algn="l">
              <a:defRPr sz="1650" b="0">
                <a:solidFill>
                  <a:srgbClr val="F5F1E8"/>
                </a:solidFill>
                <a:latin typeface="DejaVu Sans"/>
                <a:ea typeface="DejaVu Sans"/>
                <a:cs typeface="DejaVu Sans"/>
              </a:defRPr>
            </a:lvl3pPr>
            <a:lvl4pPr algn="l">
              <a:defRPr sz="1650" b="0">
                <a:solidFill>
                  <a:srgbClr val="F5F1E8"/>
                </a:solidFill>
                <a:latin typeface="DejaVu Sans"/>
                <a:ea typeface="DejaVu Sans"/>
                <a:cs typeface="DejaVu Sans"/>
              </a:defRPr>
            </a:lvl4pPr>
            <a:lvl5pPr algn="l">
              <a:defRPr sz="1650" b="0">
                <a:solidFill>
                  <a:srgbClr val="F5F1E8"/>
                </a:solidFill>
                <a:latin typeface="DejaVu Sans"/>
                <a:ea typeface="DejaVu Sans"/>
                <a:cs typeface="DejaVu Sans"/>
              </a:defRPr>
            </a:lvl5pPr>
            <a:lvl6pPr algn="l">
              <a:defRPr sz="1650" b="0">
                <a:solidFill>
                  <a:srgbClr val="F5F1E8"/>
                </a:solidFill>
                <a:latin typeface="DejaVu Sans"/>
                <a:ea typeface="DejaVu Sans"/>
                <a:cs typeface="DejaVu Sans"/>
              </a:defRPr>
            </a:lvl6pPr>
            <a:lvl7pPr algn="l">
              <a:defRPr sz="1650" b="0">
                <a:solidFill>
                  <a:srgbClr val="F5F1E8"/>
                </a:solidFill>
                <a:latin typeface="DejaVu Sans"/>
                <a:ea typeface="DejaVu Sans"/>
                <a:cs typeface="DejaVu Sans"/>
              </a:defRPr>
            </a:lvl7pPr>
            <a:lvl8pPr algn="l">
              <a:defRPr sz="1650" b="0">
                <a:solidFill>
                  <a:srgbClr val="F5F1E8"/>
                </a:solidFill>
                <a:latin typeface="DejaVu Sans"/>
                <a:ea typeface="DejaVu Sans"/>
                <a:cs typeface="DejaVu Sans"/>
              </a:defRPr>
            </a:lvl8pPr>
            <a:lvl9pPr algn="l">
              <a:defRPr sz="1650" b="0">
                <a:solidFill>
                  <a:srgbClr val="F5F1E8"/>
                </a:solidFill>
                <a:latin typeface="DejaVu Sans"/>
                <a:ea typeface="DejaVu Sans"/>
                <a:cs typeface="DejaVu Sans"/>
              </a:defRPr>
            </a:lvl9pPr>
          </a:lstStyle>
          <a:p xmlns:a="http://schemas.openxmlformats.org/drawingml/2006/main">
            <a:pPr algn="l">
              <a:defRPr sz="1650" b="0">
                <a:solidFill>
                  <a:srgbClr val="F5F1E8"/>
                </a:solidFill>
                <a:latin typeface="DejaVu Sans"/>
                <a:ea typeface="DejaVu Sans"/>
                <a:cs typeface="DejaVu Sans"/>
              </a:defRPr>
            </a:pPr>
            <a:r>
              <a:rPr sz="1650" b="0">
                <a:solidFill>
                  <a:srgbClr val="F5F1E8"/>
                </a:solidFill>
                <a:latin typeface="DejaVu Sans"/>
                <a:ea typeface="DejaVu Sans"/>
                <a:cs typeface="DejaVu Sans"/>
              </a:rPr>
              <a:t>Inversión tecnológica y nueva energía</a:t>
            </a:r>
          </a:p>
        </p:txBody>
      </p:sp>
      <p:sp>
        <p:nvSpPr>
          <p:cNvPr id="21" name="layout-surface">
            <a:extLst xmlns:a="http://schemas.openxmlformats.org/drawingml/2006/main">
              <a:ext uri="{FF2B5EF4-FFF2-40B4-BE49-F238E27FC236}">
                <a16:creationId xmlns:a16="http://schemas.microsoft.com/office/drawing/2014/main" id="{6DA68EC5-E718-4460-B1AD-2864864C7C95}"/>
              </a:ext>
            </a:extLst>
          </p:cNvPr>
          <p:cNvSpPr>
            <a:spLocks xmlns:a="http://schemas.openxmlformats.org/drawingml/2006/main" noGrp="1"/>
          </p:cNvSpPr>
          <p:nvPr/>
        </p:nvSpPr>
        <p:spPr>
          <a:xfrm xmlns:a="http://schemas.openxmlformats.org/drawingml/2006/main">
            <a:off x="457200" y="5638800"/>
            <a:ext cx="11277600" cy="6477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2" name="thesis">
            <a:extLst xmlns:a="http://schemas.openxmlformats.org/drawingml/2006/main">
              <a:ext uri="{FF2B5EF4-FFF2-40B4-BE49-F238E27FC236}">
                <a16:creationId xmlns:a16="http://schemas.microsoft.com/office/drawing/2014/main" id="{4C1F32FF-07B8-40AA-AD2E-722CD2AE1A21}"/>
              </a:ext>
            </a:extLst>
          </p:cNvPr>
          <p:cNvSpPr>
            <a:spLocks xmlns:a="http://schemas.openxmlformats.org/drawingml/2006/main" noGrp="1"/>
          </p:cNvSpPr>
          <p:nvPr/>
        </p:nvSpPr>
        <p:spPr>
          <a:xfrm xmlns:a="http://schemas.openxmlformats.org/drawingml/2006/main">
            <a:off x="609600" y="57340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Coordinación nacional, competencia territorial y experimentación local.</a:t>
            </a:r>
          </a:p>
        </p:txBody>
      </p:sp>
      <p:sp>
        <p:nvSpPr>
          <p:cNvPr id="23" name="layout-surface">
            <a:extLst xmlns:a="http://schemas.openxmlformats.org/drawingml/2006/main">
              <a:ext uri="{FF2B5EF4-FFF2-40B4-BE49-F238E27FC236}">
                <a16:creationId xmlns:a16="http://schemas.microsoft.com/office/drawing/2014/main" id="{23C9A860-26FB-4C7F-8FA9-050600B3DD6F}"/>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4" name="attribution">
            <a:extLst xmlns:a="http://schemas.openxmlformats.org/drawingml/2006/main">
              <a:ext uri="{FF2B5EF4-FFF2-40B4-BE49-F238E27FC236}">
                <a16:creationId xmlns:a16="http://schemas.microsoft.com/office/drawing/2014/main" id="{B69AE9C9-B320-42BB-B741-91148E33CA3A}"/>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25" name="sources-link">
            <a:extLst xmlns:a="http://schemas.openxmlformats.org/drawingml/2006/main">
              <a:ext uri="{FF2B5EF4-FFF2-40B4-BE49-F238E27FC236}">
                <a16:creationId xmlns:a16="http://schemas.microsoft.com/office/drawing/2014/main" id="{45676DA4-BBC6-4A01-82D1-90168F0A7186}"/>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817480608e2a4e6b"/>
              </a:rPr>
              <a:t>Fuentes y notas ↗</a:t>
            </a:r>
          </a:p>
        </p:txBody>
      </p:sp>
      <p:sp>
        <p:nvSpPr>
          <p:cNvPr id="26" name="page-number">
            <a:extLst xmlns:a="http://schemas.openxmlformats.org/drawingml/2006/main">
              <a:ext uri="{FF2B5EF4-FFF2-40B4-BE49-F238E27FC236}">
                <a16:creationId xmlns:a16="http://schemas.microsoft.com/office/drawing/2014/main" id="{C6CD595A-0D36-4F5E-B102-92E8E63660FF}"/>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07 / 10</a:t>
            </a:r>
          </a:p>
        </p:txBody>
      </p:sp>
    </p:spTree>
    <p:extLst>
      <p:ext uri="{BB962C8B-B14F-4D97-AF65-F5344CB8AC3E}">
        <p14:creationId xmlns:p14="http://schemas.microsoft.com/office/powerpoint/2010/main" val="1143960461"/>
      </p:ext>
    </p:extLst>
  </p:cSld>
</p:sld>
</file>

<file path=ppt/slides/slide8.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8AFDBDD3-A2AF-4D29-91D4-606F1D578A77}"/>
              </a:ext>
            </a:extLst>
          </p:cNvPr>
          <p:cNvPicPr>
            <a:picLocks xmlns:a="http://schemas.openxmlformats.org/drawingml/2006/main" noChangeAspect="1"/>
          </p:cNvPicPr>
          <p:nvPr/>
        </p:nvPicPr>
        <p:blipFill>
          <a:blip xmlns:r="http://schemas.openxmlformats.org/officeDocument/2006/relationships" xmlns:a="http://schemas.openxmlformats.org/drawingml/2006/main" r:embed="Rdba1f2b5b3464fa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049EB475-3B5A-499C-810B-02E597723CA2}"/>
              </a:ext>
            </a:extLst>
          </p:cNvPr>
          <p:cNvSpPr>
            <a:spLocks xmlns:a="http://schemas.openxmlformats.org/drawingml/2006/main" noGrp="1"/>
          </p:cNvSpPr>
          <p:nvPr/>
        </p:nvSpPr>
        <p:spPr>
          <a:xfrm xmlns:a="http://schemas.openxmlformats.org/drawingml/2006/main">
            <a:off x="0" y="1428750"/>
            <a:ext cx="7524750" cy="4048125"/>
          </a:xfrm>
          <a:prstGeom xmlns:a="http://schemas.openxmlformats.org/drawingml/2006/main" prst="rect">
            <a:avLst/>
          </a:prstGeom>
          <a:gradFill xmlns:a="http://schemas.openxmlformats.org/drawingml/2006/main">
            <a:gsLst>
              <a:gs pos="0">
                <a:srgbClr val="061521">
                  <a:alpha val="62000"/>
                </a:srgbClr>
              </a:gs>
              <a:gs pos="74000">
                <a:srgbClr val="061521">
                  <a:alpha val="58000"/>
                </a:srgbClr>
              </a:gs>
              <a:gs pos="100000">
                <a:srgbClr val="061521">
                  <a:alpha val="0"/>
                </a:srgbClr>
              </a:gs>
            </a:gsLst>
            <a:lin ang="0"/>
          </a:gra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30893F33-2190-4662-8BB0-947B471ED258}"/>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04 · TERRITORIO Y GOBERNANZA</a:t>
            </a:r>
          </a:p>
        </p:txBody>
      </p:sp>
      <p:sp>
        <p:nvSpPr>
          <p:cNvPr id="4" name="slide-title">
            <a:extLst xmlns:a="http://schemas.openxmlformats.org/drawingml/2006/main">
              <a:ext uri="{FF2B5EF4-FFF2-40B4-BE49-F238E27FC236}">
                <a16:creationId xmlns:a16="http://schemas.microsoft.com/office/drawing/2014/main" id="{CC7E41F3-37BD-4B41-9892-05A3C24BF90B}"/>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Estado, regulación y seguridad</a:t>
            </a:r>
          </a:p>
        </p:txBody>
      </p:sp>
      <p:sp>
        <p:nvSpPr>
          <p:cNvPr id="5" name="law-year-0">
            <a:extLst xmlns:a="http://schemas.openxmlformats.org/drawingml/2006/main">
              <a:ext uri="{FF2B5EF4-FFF2-40B4-BE49-F238E27FC236}">
                <a16:creationId xmlns:a16="http://schemas.microsoft.com/office/drawing/2014/main" id="{16B0AC65-6724-49A9-B145-EDE4A52F09F9}"/>
              </a:ext>
            </a:extLst>
          </p:cNvPr>
          <p:cNvSpPr>
            <a:spLocks xmlns:a="http://schemas.openxmlformats.org/drawingml/2006/main" noGrp="1"/>
          </p:cNvSpPr>
          <p:nvPr/>
        </p:nvSpPr>
        <p:spPr>
          <a:xfrm xmlns:a="http://schemas.openxmlformats.org/drawingml/2006/main">
            <a:off x="609600" y="1619250"/>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EAC27A"/>
                </a:solidFill>
                <a:latin typeface="DejaVu Serif"/>
                <a:ea typeface="DejaVu Serif"/>
                <a:cs typeface="DejaVu Serif"/>
              </a:defRPr>
            </a:defPPr>
            <a:lvl1pPr algn="l">
              <a:defRPr sz="2325" b="0">
                <a:solidFill>
                  <a:srgbClr val="EAC27A"/>
                </a:solidFill>
                <a:latin typeface="DejaVu Serif"/>
                <a:ea typeface="DejaVu Serif"/>
                <a:cs typeface="DejaVu Serif"/>
              </a:defRPr>
            </a:lvl1pPr>
            <a:lvl2pPr algn="l">
              <a:defRPr sz="2325" b="0">
                <a:solidFill>
                  <a:srgbClr val="EAC27A"/>
                </a:solidFill>
                <a:latin typeface="DejaVu Serif"/>
                <a:ea typeface="DejaVu Serif"/>
                <a:cs typeface="DejaVu Serif"/>
              </a:defRPr>
            </a:lvl2pPr>
            <a:lvl3pPr algn="l">
              <a:defRPr sz="2325" b="0">
                <a:solidFill>
                  <a:srgbClr val="EAC27A"/>
                </a:solidFill>
                <a:latin typeface="DejaVu Serif"/>
                <a:ea typeface="DejaVu Serif"/>
                <a:cs typeface="DejaVu Serif"/>
              </a:defRPr>
            </a:lvl3pPr>
            <a:lvl4pPr algn="l">
              <a:defRPr sz="2325" b="0">
                <a:solidFill>
                  <a:srgbClr val="EAC27A"/>
                </a:solidFill>
                <a:latin typeface="DejaVu Serif"/>
                <a:ea typeface="DejaVu Serif"/>
                <a:cs typeface="DejaVu Serif"/>
              </a:defRPr>
            </a:lvl4pPr>
            <a:lvl5pPr algn="l">
              <a:defRPr sz="2325" b="0">
                <a:solidFill>
                  <a:srgbClr val="EAC27A"/>
                </a:solidFill>
                <a:latin typeface="DejaVu Serif"/>
                <a:ea typeface="DejaVu Serif"/>
                <a:cs typeface="DejaVu Serif"/>
              </a:defRPr>
            </a:lvl5pPr>
            <a:lvl6pPr algn="l">
              <a:defRPr sz="2325" b="0">
                <a:solidFill>
                  <a:srgbClr val="EAC27A"/>
                </a:solidFill>
                <a:latin typeface="DejaVu Serif"/>
                <a:ea typeface="DejaVu Serif"/>
                <a:cs typeface="DejaVu Serif"/>
              </a:defRPr>
            </a:lvl6pPr>
            <a:lvl7pPr algn="l">
              <a:defRPr sz="2325" b="0">
                <a:solidFill>
                  <a:srgbClr val="EAC27A"/>
                </a:solidFill>
                <a:latin typeface="DejaVu Serif"/>
                <a:ea typeface="DejaVu Serif"/>
                <a:cs typeface="DejaVu Serif"/>
              </a:defRPr>
            </a:lvl7pPr>
            <a:lvl8pPr algn="l">
              <a:defRPr sz="2325" b="0">
                <a:solidFill>
                  <a:srgbClr val="EAC27A"/>
                </a:solidFill>
                <a:latin typeface="DejaVu Serif"/>
                <a:ea typeface="DejaVu Serif"/>
                <a:cs typeface="DejaVu Serif"/>
              </a:defRPr>
            </a:lvl8pPr>
            <a:lvl9pPr algn="l">
              <a:defRPr sz="2325" b="0">
                <a:solidFill>
                  <a:srgbClr val="EAC27A"/>
                </a:solidFill>
                <a:latin typeface="DejaVu Serif"/>
                <a:ea typeface="DejaVu Serif"/>
                <a:cs typeface="DejaVu Serif"/>
              </a:defRPr>
            </a:lvl9pPr>
          </a:lstStyle>
          <a:p xmlns:a="http://schemas.openxmlformats.org/drawingml/2006/main">
            <a:pPr algn="l">
              <a:defRPr sz="2325" b="0">
                <a:solidFill>
                  <a:srgbClr val="EAC27A"/>
                </a:solidFill>
                <a:latin typeface="DejaVu Serif"/>
                <a:ea typeface="DejaVu Serif"/>
                <a:cs typeface="DejaVu Serif"/>
              </a:defRPr>
            </a:pPr>
            <a:r>
              <a:rPr sz="2325" b="0">
                <a:solidFill>
                  <a:srgbClr val="EAC27A"/>
                </a:solidFill>
                <a:latin typeface="DejaVu Serif"/>
                <a:ea typeface="DejaVu Serif"/>
                <a:cs typeface="DejaVu Serif"/>
              </a:rPr>
              <a:t>2021</a:t>
            </a:r>
          </a:p>
        </p:txBody>
      </p:sp>
      <p:sp>
        <p:nvSpPr>
          <p:cNvPr id="6" name="law-0">
            <a:extLst xmlns:a="http://schemas.openxmlformats.org/drawingml/2006/main">
              <a:ext uri="{FF2B5EF4-FFF2-40B4-BE49-F238E27FC236}">
                <a16:creationId xmlns:a16="http://schemas.microsoft.com/office/drawing/2014/main" id="{D9E2ECBB-8940-465D-BC31-78C9B0E68B6F}"/>
              </a:ext>
            </a:extLst>
          </p:cNvPr>
          <p:cNvSpPr>
            <a:spLocks xmlns:a="http://schemas.openxmlformats.org/drawingml/2006/main" noGrp="1"/>
          </p:cNvSpPr>
          <p:nvPr/>
        </p:nvSpPr>
        <p:spPr>
          <a:xfrm xmlns:a="http://schemas.openxmlformats.org/drawingml/2006/main">
            <a:off x="1857375" y="1609725"/>
            <a:ext cx="857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PIPL · Información personal</a:t>
            </a:r>
          </a:p>
        </p:txBody>
      </p:sp>
      <p:sp>
        <p:nvSpPr>
          <p:cNvPr id="7" name="law-date-0">
            <a:extLst xmlns:a="http://schemas.openxmlformats.org/drawingml/2006/main">
              <a:ext uri="{FF2B5EF4-FFF2-40B4-BE49-F238E27FC236}">
                <a16:creationId xmlns:a16="http://schemas.microsoft.com/office/drawing/2014/main" id="{0E3B829F-7CE9-49E1-907D-B36B77D9EFA3}"/>
              </a:ext>
            </a:extLst>
          </p:cNvPr>
          <p:cNvSpPr>
            <a:spLocks xmlns:a="http://schemas.openxmlformats.org/drawingml/2006/main" noGrp="1"/>
          </p:cNvSpPr>
          <p:nvPr/>
        </p:nvSpPr>
        <p:spPr>
          <a:xfrm xmlns:a="http://schemas.openxmlformats.org/drawingml/2006/main">
            <a:off x="1857375" y="19812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Vigencia: 1 de noviembre de 2021</a:t>
            </a:r>
          </a:p>
        </p:txBody>
      </p:sp>
      <p:sp>
        <p:nvSpPr>
          <p:cNvPr id="8" name="law-year-1">
            <a:extLst xmlns:a="http://schemas.openxmlformats.org/drawingml/2006/main">
              <a:ext uri="{FF2B5EF4-FFF2-40B4-BE49-F238E27FC236}">
                <a16:creationId xmlns:a16="http://schemas.microsoft.com/office/drawing/2014/main" id="{F13CCDD5-86F1-42CB-B360-C4C2B58DF0B9}"/>
              </a:ext>
            </a:extLst>
          </p:cNvPr>
          <p:cNvSpPr>
            <a:spLocks xmlns:a="http://schemas.openxmlformats.org/drawingml/2006/main" noGrp="1"/>
          </p:cNvSpPr>
          <p:nvPr/>
        </p:nvSpPr>
        <p:spPr>
          <a:xfrm xmlns:a="http://schemas.openxmlformats.org/drawingml/2006/main">
            <a:off x="609600" y="2371725"/>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EAC27A"/>
                </a:solidFill>
                <a:latin typeface="DejaVu Serif"/>
                <a:ea typeface="DejaVu Serif"/>
                <a:cs typeface="DejaVu Serif"/>
              </a:defRPr>
            </a:defPPr>
            <a:lvl1pPr algn="l">
              <a:defRPr sz="2325" b="0">
                <a:solidFill>
                  <a:srgbClr val="EAC27A"/>
                </a:solidFill>
                <a:latin typeface="DejaVu Serif"/>
                <a:ea typeface="DejaVu Serif"/>
                <a:cs typeface="DejaVu Serif"/>
              </a:defRPr>
            </a:lvl1pPr>
            <a:lvl2pPr algn="l">
              <a:defRPr sz="2325" b="0">
                <a:solidFill>
                  <a:srgbClr val="EAC27A"/>
                </a:solidFill>
                <a:latin typeface="DejaVu Serif"/>
                <a:ea typeface="DejaVu Serif"/>
                <a:cs typeface="DejaVu Serif"/>
              </a:defRPr>
            </a:lvl2pPr>
            <a:lvl3pPr algn="l">
              <a:defRPr sz="2325" b="0">
                <a:solidFill>
                  <a:srgbClr val="EAC27A"/>
                </a:solidFill>
                <a:latin typeface="DejaVu Serif"/>
                <a:ea typeface="DejaVu Serif"/>
                <a:cs typeface="DejaVu Serif"/>
              </a:defRPr>
            </a:lvl3pPr>
            <a:lvl4pPr algn="l">
              <a:defRPr sz="2325" b="0">
                <a:solidFill>
                  <a:srgbClr val="EAC27A"/>
                </a:solidFill>
                <a:latin typeface="DejaVu Serif"/>
                <a:ea typeface="DejaVu Serif"/>
                <a:cs typeface="DejaVu Serif"/>
              </a:defRPr>
            </a:lvl4pPr>
            <a:lvl5pPr algn="l">
              <a:defRPr sz="2325" b="0">
                <a:solidFill>
                  <a:srgbClr val="EAC27A"/>
                </a:solidFill>
                <a:latin typeface="DejaVu Serif"/>
                <a:ea typeface="DejaVu Serif"/>
                <a:cs typeface="DejaVu Serif"/>
              </a:defRPr>
            </a:lvl5pPr>
            <a:lvl6pPr algn="l">
              <a:defRPr sz="2325" b="0">
                <a:solidFill>
                  <a:srgbClr val="EAC27A"/>
                </a:solidFill>
                <a:latin typeface="DejaVu Serif"/>
                <a:ea typeface="DejaVu Serif"/>
                <a:cs typeface="DejaVu Serif"/>
              </a:defRPr>
            </a:lvl6pPr>
            <a:lvl7pPr algn="l">
              <a:defRPr sz="2325" b="0">
                <a:solidFill>
                  <a:srgbClr val="EAC27A"/>
                </a:solidFill>
                <a:latin typeface="DejaVu Serif"/>
                <a:ea typeface="DejaVu Serif"/>
                <a:cs typeface="DejaVu Serif"/>
              </a:defRPr>
            </a:lvl7pPr>
            <a:lvl8pPr algn="l">
              <a:defRPr sz="2325" b="0">
                <a:solidFill>
                  <a:srgbClr val="EAC27A"/>
                </a:solidFill>
                <a:latin typeface="DejaVu Serif"/>
                <a:ea typeface="DejaVu Serif"/>
                <a:cs typeface="DejaVu Serif"/>
              </a:defRPr>
            </a:lvl8pPr>
            <a:lvl9pPr algn="l">
              <a:defRPr sz="2325" b="0">
                <a:solidFill>
                  <a:srgbClr val="EAC27A"/>
                </a:solidFill>
                <a:latin typeface="DejaVu Serif"/>
                <a:ea typeface="DejaVu Serif"/>
                <a:cs typeface="DejaVu Serif"/>
              </a:defRPr>
            </a:lvl9pPr>
          </a:lstStyle>
          <a:p xmlns:a="http://schemas.openxmlformats.org/drawingml/2006/main">
            <a:pPr algn="l">
              <a:defRPr sz="2325" b="0">
                <a:solidFill>
                  <a:srgbClr val="EAC27A"/>
                </a:solidFill>
                <a:latin typeface="DejaVu Serif"/>
                <a:ea typeface="DejaVu Serif"/>
                <a:cs typeface="DejaVu Serif"/>
              </a:defRPr>
            </a:pPr>
            <a:r>
              <a:rPr sz="2325" b="0">
                <a:solidFill>
                  <a:srgbClr val="EAC27A"/>
                </a:solidFill>
                <a:latin typeface="DejaVu Serif"/>
                <a:ea typeface="DejaVu Serif"/>
                <a:cs typeface="DejaVu Serif"/>
              </a:rPr>
              <a:t>2021</a:t>
            </a:r>
          </a:p>
        </p:txBody>
      </p:sp>
      <p:sp>
        <p:nvSpPr>
          <p:cNvPr id="9" name="law-1">
            <a:extLst xmlns:a="http://schemas.openxmlformats.org/drawingml/2006/main">
              <a:ext uri="{FF2B5EF4-FFF2-40B4-BE49-F238E27FC236}">
                <a16:creationId xmlns:a16="http://schemas.microsoft.com/office/drawing/2014/main" id="{3D387E37-1056-4CB5-9E1B-85ED3005FFB5}"/>
              </a:ext>
            </a:extLst>
          </p:cNvPr>
          <p:cNvSpPr>
            <a:spLocks xmlns:a="http://schemas.openxmlformats.org/drawingml/2006/main" noGrp="1"/>
          </p:cNvSpPr>
          <p:nvPr/>
        </p:nvSpPr>
        <p:spPr>
          <a:xfrm xmlns:a="http://schemas.openxmlformats.org/drawingml/2006/main">
            <a:off x="1857375" y="2362200"/>
            <a:ext cx="857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Ley de Seguridad de Datos</a:t>
            </a:r>
          </a:p>
        </p:txBody>
      </p:sp>
      <p:sp>
        <p:nvSpPr>
          <p:cNvPr id="10" name="law-date-1">
            <a:extLst xmlns:a="http://schemas.openxmlformats.org/drawingml/2006/main">
              <a:ext uri="{FF2B5EF4-FFF2-40B4-BE49-F238E27FC236}">
                <a16:creationId xmlns:a16="http://schemas.microsoft.com/office/drawing/2014/main" id="{49E55593-B3BB-4EBB-B497-41432D9A02C0}"/>
              </a:ext>
            </a:extLst>
          </p:cNvPr>
          <p:cNvSpPr>
            <a:spLocks xmlns:a="http://schemas.openxmlformats.org/drawingml/2006/main" noGrp="1"/>
          </p:cNvSpPr>
          <p:nvPr/>
        </p:nvSpPr>
        <p:spPr>
          <a:xfrm xmlns:a="http://schemas.openxmlformats.org/drawingml/2006/main">
            <a:off x="1857375" y="273367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Vigencia: 1 de septiembre de 2021</a:t>
            </a:r>
          </a:p>
        </p:txBody>
      </p:sp>
      <p:sp>
        <p:nvSpPr>
          <p:cNvPr id="11" name="law-year-2">
            <a:extLst xmlns:a="http://schemas.openxmlformats.org/drawingml/2006/main">
              <a:ext uri="{FF2B5EF4-FFF2-40B4-BE49-F238E27FC236}">
                <a16:creationId xmlns:a16="http://schemas.microsoft.com/office/drawing/2014/main" id="{B2ED4C60-2173-41AE-B729-599D9DF2151F}"/>
              </a:ext>
            </a:extLst>
          </p:cNvPr>
          <p:cNvSpPr>
            <a:spLocks xmlns:a="http://schemas.openxmlformats.org/drawingml/2006/main" noGrp="1"/>
          </p:cNvSpPr>
          <p:nvPr/>
        </p:nvSpPr>
        <p:spPr>
          <a:xfrm xmlns:a="http://schemas.openxmlformats.org/drawingml/2006/main">
            <a:off x="609600" y="3124200"/>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EAC27A"/>
                </a:solidFill>
                <a:latin typeface="DejaVu Serif"/>
                <a:ea typeface="DejaVu Serif"/>
                <a:cs typeface="DejaVu Serif"/>
              </a:defRPr>
            </a:defPPr>
            <a:lvl1pPr algn="l">
              <a:defRPr sz="2325" b="0">
                <a:solidFill>
                  <a:srgbClr val="EAC27A"/>
                </a:solidFill>
                <a:latin typeface="DejaVu Serif"/>
                <a:ea typeface="DejaVu Serif"/>
                <a:cs typeface="DejaVu Serif"/>
              </a:defRPr>
            </a:lvl1pPr>
            <a:lvl2pPr algn="l">
              <a:defRPr sz="2325" b="0">
                <a:solidFill>
                  <a:srgbClr val="EAC27A"/>
                </a:solidFill>
                <a:latin typeface="DejaVu Serif"/>
                <a:ea typeface="DejaVu Serif"/>
                <a:cs typeface="DejaVu Serif"/>
              </a:defRPr>
            </a:lvl2pPr>
            <a:lvl3pPr algn="l">
              <a:defRPr sz="2325" b="0">
                <a:solidFill>
                  <a:srgbClr val="EAC27A"/>
                </a:solidFill>
                <a:latin typeface="DejaVu Serif"/>
                <a:ea typeface="DejaVu Serif"/>
                <a:cs typeface="DejaVu Serif"/>
              </a:defRPr>
            </a:lvl3pPr>
            <a:lvl4pPr algn="l">
              <a:defRPr sz="2325" b="0">
                <a:solidFill>
                  <a:srgbClr val="EAC27A"/>
                </a:solidFill>
                <a:latin typeface="DejaVu Serif"/>
                <a:ea typeface="DejaVu Serif"/>
                <a:cs typeface="DejaVu Serif"/>
              </a:defRPr>
            </a:lvl4pPr>
            <a:lvl5pPr algn="l">
              <a:defRPr sz="2325" b="0">
                <a:solidFill>
                  <a:srgbClr val="EAC27A"/>
                </a:solidFill>
                <a:latin typeface="DejaVu Serif"/>
                <a:ea typeface="DejaVu Serif"/>
                <a:cs typeface="DejaVu Serif"/>
              </a:defRPr>
            </a:lvl5pPr>
            <a:lvl6pPr algn="l">
              <a:defRPr sz="2325" b="0">
                <a:solidFill>
                  <a:srgbClr val="EAC27A"/>
                </a:solidFill>
                <a:latin typeface="DejaVu Serif"/>
                <a:ea typeface="DejaVu Serif"/>
                <a:cs typeface="DejaVu Serif"/>
              </a:defRPr>
            </a:lvl6pPr>
            <a:lvl7pPr algn="l">
              <a:defRPr sz="2325" b="0">
                <a:solidFill>
                  <a:srgbClr val="EAC27A"/>
                </a:solidFill>
                <a:latin typeface="DejaVu Serif"/>
                <a:ea typeface="DejaVu Serif"/>
                <a:cs typeface="DejaVu Serif"/>
              </a:defRPr>
            </a:lvl7pPr>
            <a:lvl8pPr algn="l">
              <a:defRPr sz="2325" b="0">
                <a:solidFill>
                  <a:srgbClr val="EAC27A"/>
                </a:solidFill>
                <a:latin typeface="DejaVu Serif"/>
                <a:ea typeface="DejaVu Serif"/>
                <a:cs typeface="DejaVu Serif"/>
              </a:defRPr>
            </a:lvl8pPr>
            <a:lvl9pPr algn="l">
              <a:defRPr sz="2325" b="0">
                <a:solidFill>
                  <a:srgbClr val="EAC27A"/>
                </a:solidFill>
                <a:latin typeface="DejaVu Serif"/>
                <a:ea typeface="DejaVu Serif"/>
                <a:cs typeface="DejaVu Serif"/>
              </a:defRPr>
            </a:lvl9pPr>
          </a:lstStyle>
          <a:p xmlns:a="http://schemas.openxmlformats.org/drawingml/2006/main">
            <a:pPr algn="l">
              <a:defRPr sz="2325" b="0">
                <a:solidFill>
                  <a:srgbClr val="EAC27A"/>
                </a:solidFill>
                <a:latin typeface="DejaVu Serif"/>
                <a:ea typeface="DejaVu Serif"/>
                <a:cs typeface="DejaVu Serif"/>
              </a:defRPr>
            </a:pPr>
            <a:r>
              <a:rPr sz="2325" b="0">
                <a:solidFill>
                  <a:srgbClr val="EAC27A"/>
                </a:solidFill>
                <a:latin typeface="DejaVu Serif"/>
                <a:ea typeface="DejaVu Serif"/>
                <a:cs typeface="DejaVu Serif"/>
              </a:rPr>
              <a:t>2022</a:t>
            </a:r>
          </a:p>
        </p:txBody>
      </p:sp>
      <p:sp>
        <p:nvSpPr>
          <p:cNvPr id="12" name="law-2">
            <a:extLst xmlns:a="http://schemas.openxmlformats.org/drawingml/2006/main">
              <a:ext uri="{FF2B5EF4-FFF2-40B4-BE49-F238E27FC236}">
                <a16:creationId xmlns:a16="http://schemas.microsoft.com/office/drawing/2014/main" id="{7797E1D3-60B6-4590-A66D-12389ED7EDBD}"/>
              </a:ext>
            </a:extLst>
          </p:cNvPr>
          <p:cNvSpPr>
            <a:spLocks xmlns:a="http://schemas.openxmlformats.org/drawingml/2006/main" noGrp="1"/>
          </p:cNvSpPr>
          <p:nvPr/>
        </p:nvSpPr>
        <p:spPr>
          <a:xfrm xmlns:a="http://schemas.openxmlformats.org/drawingml/2006/main">
            <a:off x="1857375" y="3114675"/>
            <a:ext cx="857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Recomendación algorítmica</a:t>
            </a:r>
          </a:p>
        </p:txBody>
      </p:sp>
      <p:sp>
        <p:nvSpPr>
          <p:cNvPr id="13" name="law-date-2">
            <a:extLst xmlns:a="http://schemas.openxmlformats.org/drawingml/2006/main">
              <a:ext uri="{FF2B5EF4-FFF2-40B4-BE49-F238E27FC236}">
                <a16:creationId xmlns:a16="http://schemas.microsoft.com/office/drawing/2014/main" id="{D0188CF9-9D41-4C9A-83F7-9F2D74DCE510}"/>
              </a:ext>
            </a:extLst>
          </p:cNvPr>
          <p:cNvSpPr>
            <a:spLocks xmlns:a="http://schemas.openxmlformats.org/drawingml/2006/main" noGrp="1"/>
          </p:cNvSpPr>
          <p:nvPr/>
        </p:nvSpPr>
        <p:spPr>
          <a:xfrm xmlns:a="http://schemas.openxmlformats.org/drawingml/2006/main">
            <a:off x="1857375" y="34861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Vigencia: 1 de marzo de 2022</a:t>
            </a:r>
          </a:p>
        </p:txBody>
      </p:sp>
      <p:sp>
        <p:nvSpPr>
          <p:cNvPr id="14" name="law-year-3">
            <a:extLst xmlns:a="http://schemas.openxmlformats.org/drawingml/2006/main">
              <a:ext uri="{FF2B5EF4-FFF2-40B4-BE49-F238E27FC236}">
                <a16:creationId xmlns:a16="http://schemas.microsoft.com/office/drawing/2014/main" id="{7FD2D962-7EBC-442C-B698-0AA0FD53B5A8}"/>
              </a:ext>
            </a:extLst>
          </p:cNvPr>
          <p:cNvSpPr>
            <a:spLocks xmlns:a="http://schemas.openxmlformats.org/drawingml/2006/main" noGrp="1"/>
          </p:cNvSpPr>
          <p:nvPr/>
        </p:nvSpPr>
        <p:spPr>
          <a:xfrm xmlns:a="http://schemas.openxmlformats.org/drawingml/2006/main">
            <a:off x="609600" y="3876675"/>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EAC27A"/>
                </a:solidFill>
                <a:latin typeface="DejaVu Serif"/>
                <a:ea typeface="DejaVu Serif"/>
                <a:cs typeface="DejaVu Serif"/>
              </a:defRPr>
            </a:defPPr>
            <a:lvl1pPr algn="l">
              <a:defRPr sz="2325" b="0">
                <a:solidFill>
                  <a:srgbClr val="EAC27A"/>
                </a:solidFill>
                <a:latin typeface="DejaVu Serif"/>
                <a:ea typeface="DejaVu Serif"/>
                <a:cs typeface="DejaVu Serif"/>
              </a:defRPr>
            </a:lvl1pPr>
            <a:lvl2pPr algn="l">
              <a:defRPr sz="2325" b="0">
                <a:solidFill>
                  <a:srgbClr val="EAC27A"/>
                </a:solidFill>
                <a:latin typeface="DejaVu Serif"/>
                <a:ea typeface="DejaVu Serif"/>
                <a:cs typeface="DejaVu Serif"/>
              </a:defRPr>
            </a:lvl2pPr>
            <a:lvl3pPr algn="l">
              <a:defRPr sz="2325" b="0">
                <a:solidFill>
                  <a:srgbClr val="EAC27A"/>
                </a:solidFill>
                <a:latin typeface="DejaVu Serif"/>
                <a:ea typeface="DejaVu Serif"/>
                <a:cs typeface="DejaVu Serif"/>
              </a:defRPr>
            </a:lvl3pPr>
            <a:lvl4pPr algn="l">
              <a:defRPr sz="2325" b="0">
                <a:solidFill>
                  <a:srgbClr val="EAC27A"/>
                </a:solidFill>
                <a:latin typeface="DejaVu Serif"/>
                <a:ea typeface="DejaVu Serif"/>
                <a:cs typeface="DejaVu Serif"/>
              </a:defRPr>
            </a:lvl4pPr>
            <a:lvl5pPr algn="l">
              <a:defRPr sz="2325" b="0">
                <a:solidFill>
                  <a:srgbClr val="EAC27A"/>
                </a:solidFill>
                <a:latin typeface="DejaVu Serif"/>
                <a:ea typeface="DejaVu Serif"/>
                <a:cs typeface="DejaVu Serif"/>
              </a:defRPr>
            </a:lvl5pPr>
            <a:lvl6pPr algn="l">
              <a:defRPr sz="2325" b="0">
                <a:solidFill>
                  <a:srgbClr val="EAC27A"/>
                </a:solidFill>
                <a:latin typeface="DejaVu Serif"/>
                <a:ea typeface="DejaVu Serif"/>
                <a:cs typeface="DejaVu Serif"/>
              </a:defRPr>
            </a:lvl6pPr>
            <a:lvl7pPr algn="l">
              <a:defRPr sz="2325" b="0">
                <a:solidFill>
                  <a:srgbClr val="EAC27A"/>
                </a:solidFill>
                <a:latin typeface="DejaVu Serif"/>
                <a:ea typeface="DejaVu Serif"/>
                <a:cs typeface="DejaVu Serif"/>
              </a:defRPr>
            </a:lvl7pPr>
            <a:lvl8pPr algn="l">
              <a:defRPr sz="2325" b="0">
                <a:solidFill>
                  <a:srgbClr val="EAC27A"/>
                </a:solidFill>
                <a:latin typeface="DejaVu Serif"/>
                <a:ea typeface="DejaVu Serif"/>
                <a:cs typeface="DejaVu Serif"/>
              </a:defRPr>
            </a:lvl8pPr>
            <a:lvl9pPr algn="l">
              <a:defRPr sz="2325" b="0">
                <a:solidFill>
                  <a:srgbClr val="EAC27A"/>
                </a:solidFill>
                <a:latin typeface="DejaVu Serif"/>
                <a:ea typeface="DejaVu Serif"/>
                <a:cs typeface="DejaVu Serif"/>
              </a:defRPr>
            </a:lvl9pPr>
          </a:lstStyle>
          <a:p xmlns:a="http://schemas.openxmlformats.org/drawingml/2006/main">
            <a:pPr algn="l">
              <a:defRPr sz="2325" b="0">
                <a:solidFill>
                  <a:srgbClr val="EAC27A"/>
                </a:solidFill>
                <a:latin typeface="DejaVu Serif"/>
                <a:ea typeface="DejaVu Serif"/>
                <a:cs typeface="DejaVu Serif"/>
              </a:defRPr>
            </a:pPr>
            <a:r>
              <a:rPr sz="2325" b="0">
                <a:solidFill>
                  <a:srgbClr val="EAC27A"/>
                </a:solidFill>
                <a:latin typeface="DejaVu Serif"/>
                <a:ea typeface="DejaVu Serif"/>
                <a:cs typeface="DejaVu Serif"/>
              </a:rPr>
              <a:t>2023</a:t>
            </a:r>
          </a:p>
        </p:txBody>
      </p:sp>
      <p:sp>
        <p:nvSpPr>
          <p:cNvPr id="15" name="law-3">
            <a:extLst xmlns:a="http://schemas.openxmlformats.org/drawingml/2006/main">
              <a:ext uri="{FF2B5EF4-FFF2-40B4-BE49-F238E27FC236}">
                <a16:creationId xmlns:a16="http://schemas.microsoft.com/office/drawing/2014/main" id="{A12A9A6D-F175-4865-9F8C-C8BA1628CF18}"/>
              </a:ext>
            </a:extLst>
          </p:cNvPr>
          <p:cNvSpPr>
            <a:spLocks xmlns:a="http://schemas.openxmlformats.org/drawingml/2006/main" noGrp="1"/>
          </p:cNvSpPr>
          <p:nvPr/>
        </p:nvSpPr>
        <p:spPr>
          <a:xfrm xmlns:a="http://schemas.openxmlformats.org/drawingml/2006/main">
            <a:off x="1857375" y="3867150"/>
            <a:ext cx="857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Servicios de IA generativa</a:t>
            </a:r>
          </a:p>
        </p:txBody>
      </p:sp>
      <p:sp>
        <p:nvSpPr>
          <p:cNvPr id="16" name="law-date-3">
            <a:extLst xmlns:a="http://schemas.openxmlformats.org/drawingml/2006/main">
              <a:ext uri="{FF2B5EF4-FFF2-40B4-BE49-F238E27FC236}">
                <a16:creationId xmlns:a16="http://schemas.microsoft.com/office/drawing/2014/main" id="{6FEED162-BFDE-4F12-8D9F-320B5B0BCEC7}"/>
              </a:ext>
            </a:extLst>
          </p:cNvPr>
          <p:cNvSpPr>
            <a:spLocks xmlns:a="http://schemas.openxmlformats.org/drawingml/2006/main" noGrp="1"/>
          </p:cNvSpPr>
          <p:nvPr/>
        </p:nvSpPr>
        <p:spPr>
          <a:xfrm xmlns:a="http://schemas.openxmlformats.org/drawingml/2006/main">
            <a:off x="1857375" y="423862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Vigencia: 15 de agosto de 2023</a:t>
            </a:r>
          </a:p>
        </p:txBody>
      </p:sp>
      <p:sp>
        <p:nvSpPr>
          <p:cNvPr id="17" name="law-year-4">
            <a:extLst xmlns:a="http://schemas.openxmlformats.org/drawingml/2006/main">
              <a:ext uri="{FF2B5EF4-FFF2-40B4-BE49-F238E27FC236}">
                <a16:creationId xmlns:a16="http://schemas.microsoft.com/office/drawing/2014/main" id="{A01653D0-B2C4-4531-873B-8A4A35BCCDCA}"/>
              </a:ext>
            </a:extLst>
          </p:cNvPr>
          <p:cNvSpPr>
            <a:spLocks xmlns:a="http://schemas.openxmlformats.org/drawingml/2006/main" noGrp="1"/>
          </p:cNvSpPr>
          <p:nvPr/>
        </p:nvSpPr>
        <p:spPr>
          <a:xfrm xmlns:a="http://schemas.openxmlformats.org/drawingml/2006/main">
            <a:off x="609600" y="4629150"/>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0">
                <a:solidFill>
                  <a:srgbClr val="EAC27A"/>
                </a:solidFill>
                <a:latin typeface="DejaVu Serif"/>
                <a:ea typeface="DejaVu Serif"/>
                <a:cs typeface="DejaVu Serif"/>
              </a:defRPr>
            </a:defPPr>
            <a:lvl1pPr algn="l">
              <a:defRPr sz="2325" b="0">
                <a:solidFill>
                  <a:srgbClr val="EAC27A"/>
                </a:solidFill>
                <a:latin typeface="DejaVu Serif"/>
                <a:ea typeface="DejaVu Serif"/>
                <a:cs typeface="DejaVu Serif"/>
              </a:defRPr>
            </a:lvl1pPr>
            <a:lvl2pPr algn="l">
              <a:defRPr sz="2325" b="0">
                <a:solidFill>
                  <a:srgbClr val="EAC27A"/>
                </a:solidFill>
                <a:latin typeface="DejaVu Serif"/>
                <a:ea typeface="DejaVu Serif"/>
                <a:cs typeface="DejaVu Serif"/>
              </a:defRPr>
            </a:lvl2pPr>
            <a:lvl3pPr algn="l">
              <a:defRPr sz="2325" b="0">
                <a:solidFill>
                  <a:srgbClr val="EAC27A"/>
                </a:solidFill>
                <a:latin typeface="DejaVu Serif"/>
                <a:ea typeface="DejaVu Serif"/>
                <a:cs typeface="DejaVu Serif"/>
              </a:defRPr>
            </a:lvl3pPr>
            <a:lvl4pPr algn="l">
              <a:defRPr sz="2325" b="0">
                <a:solidFill>
                  <a:srgbClr val="EAC27A"/>
                </a:solidFill>
                <a:latin typeface="DejaVu Serif"/>
                <a:ea typeface="DejaVu Serif"/>
                <a:cs typeface="DejaVu Serif"/>
              </a:defRPr>
            </a:lvl4pPr>
            <a:lvl5pPr algn="l">
              <a:defRPr sz="2325" b="0">
                <a:solidFill>
                  <a:srgbClr val="EAC27A"/>
                </a:solidFill>
                <a:latin typeface="DejaVu Serif"/>
                <a:ea typeface="DejaVu Serif"/>
                <a:cs typeface="DejaVu Serif"/>
              </a:defRPr>
            </a:lvl5pPr>
            <a:lvl6pPr algn="l">
              <a:defRPr sz="2325" b="0">
                <a:solidFill>
                  <a:srgbClr val="EAC27A"/>
                </a:solidFill>
                <a:latin typeface="DejaVu Serif"/>
                <a:ea typeface="DejaVu Serif"/>
                <a:cs typeface="DejaVu Serif"/>
              </a:defRPr>
            </a:lvl6pPr>
            <a:lvl7pPr algn="l">
              <a:defRPr sz="2325" b="0">
                <a:solidFill>
                  <a:srgbClr val="EAC27A"/>
                </a:solidFill>
                <a:latin typeface="DejaVu Serif"/>
                <a:ea typeface="DejaVu Serif"/>
                <a:cs typeface="DejaVu Serif"/>
              </a:defRPr>
            </a:lvl7pPr>
            <a:lvl8pPr algn="l">
              <a:defRPr sz="2325" b="0">
                <a:solidFill>
                  <a:srgbClr val="EAC27A"/>
                </a:solidFill>
                <a:latin typeface="DejaVu Serif"/>
                <a:ea typeface="DejaVu Serif"/>
                <a:cs typeface="DejaVu Serif"/>
              </a:defRPr>
            </a:lvl8pPr>
            <a:lvl9pPr algn="l">
              <a:defRPr sz="2325" b="0">
                <a:solidFill>
                  <a:srgbClr val="EAC27A"/>
                </a:solidFill>
                <a:latin typeface="DejaVu Serif"/>
                <a:ea typeface="DejaVu Serif"/>
                <a:cs typeface="DejaVu Serif"/>
              </a:defRPr>
            </a:lvl9pPr>
          </a:lstStyle>
          <a:p xmlns:a="http://schemas.openxmlformats.org/drawingml/2006/main">
            <a:pPr algn="l">
              <a:defRPr sz="2325" b="0">
                <a:solidFill>
                  <a:srgbClr val="EAC27A"/>
                </a:solidFill>
                <a:latin typeface="DejaVu Serif"/>
                <a:ea typeface="DejaVu Serif"/>
                <a:cs typeface="DejaVu Serif"/>
              </a:defRPr>
            </a:pPr>
            <a:r>
              <a:rPr sz="2325" b="0">
                <a:solidFill>
                  <a:srgbClr val="EAC27A"/>
                </a:solidFill>
                <a:latin typeface="DejaVu Serif"/>
                <a:ea typeface="DejaVu Serif"/>
                <a:cs typeface="DejaVu Serif"/>
              </a:rPr>
              <a:t>2025</a:t>
            </a:r>
          </a:p>
        </p:txBody>
      </p:sp>
      <p:sp>
        <p:nvSpPr>
          <p:cNvPr id="18" name="law-4">
            <a:extLst xmlns:a="http://schemas.openxmlformats.org/drawingml/2006/main">
              <a:ext uri="{FF2B5EF4-FFF2-40B4-BE49-F238E27FC236}">
                <a16:creationId xmlns:a16="http://schemas.microsoft.com/office/drawing/2014/main" id="{8FF6D03A-E1A3-4A6A-8732-D58F7C6B24B3}"/>
              </a:ext>
            </a:extLst>
          </p:cNvPr>
          <p:cNvSpPr>
            <a:spLocks xmlns:a="http://schemas.openxmlformats.org/drawingml/2006/main" noGrp="1"/>
          </p:cNvSpPr>
          <p:nvPr/>
        </p:nvSpPr>
        <p:spPr>
          <a:xfrm xmlns:a="http://schemas.openxmlformats.org/drawingml/2006/main">
            <a:off x="1857375" y="4619625"/>
            <a:ext cx="857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Contenido sintético: etiquetado</a:t>
            </a:r>
          </a:p>
        </p:txBody>
      </p:sp>
      <p:sp>
        <p:nvSpPr>
          <p:cNvPr id="19" name="law-date-4">
            <a:extLst xmlns:a="http://schemas.openxmlformats.org/drawingml/2006/main">
              <a:ext uri="{FF2B5EF4-FFF2-40B4-BE49-F238E27FC236}">
                <a16:creationId xmlns:a16="http://schemas.microsoft.com/office/drawing/2014/main" id="{1AF0B6EB-B32A-42E4-807F-357A399CC756}"/>
              </a:ext>
            </a:extLst>
          </p:cNvPr>
          <p:cNvSpPr>
            <a:spLocks xmlns:a="http://schemas.openxmlformats.org/drawingml/2006/main" noGrp="1"/>
          </p:cNvSpPr>
          <p:nvPr/>
        </p:nvSpPr>
        <p:spPr>
          <a:xfrm xmlns:a="http://schemas.openxmlformats.org/drawingml/2006/main">
            <a:off x="1857375" y="49911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B8C7D2"/>
                </a:solidFill>
                <a:latin typeface="DejaVu Sans"/>
                <a:ea typeface="DejaVu Sans"/>
                <a:cs typeface="DejaVu Sans"/>
              </a:defRPr>
            </a:defPPr>
            <a:lvl1pPr algn="l">
              <a:defRPr sz="1650" b="0">
                <a:solidFill>
                  <a:srgbClr val="B8C7D2"/>
                </a:solidFill>
                <a:latin typeface="DejaVu Sans"/>
                <a:ea typeface="DejaVu Sans"/>
                <a:cs typeface="DejaVu Sans"/>
              </a:defRPr>
            </a:lvl1pPr>
            <a:lvl2pPr algn="l">
              <a:defRPr sz="1650" b="0">
                <a:solidFill>
                  <a:srgbClr val="B8C7D2"/>
                </a:solidFill>
                <a:latin typeface="DejaVu Sans"/>
                <a:ea typeface="DejaVu Sans"/>
                <a:cs typeface="DejaVu Sans"/>
              </a:defRPr>
            </a:lvl2pPr>
            <a:lvl3pPr algn="l">
              <a:defRPr sz="1650" b="0">
                <a:solidFill>
                  <a:srgbClr val="B8C7D2"/>
                </a:solidFill>
                <a:latin typeface="DejaVu Sans"/>
                <a:ea typeface="DejaVu Sans"/>
                <a:cs typeface="DejaVu Sans"/>
              </a:defRPr>
            </a:lvl3pPr>
            <a:lvl4pPr algn="l">
              <a:defRPr sz="1650" b="0">
                <a:solidFill>
                  <a:srgbClr val="B8C7D2"/>
                </a:solidFill>
                <a:latin typeface="DejaVu Sans"/>
                <a:ea typeface="DejaVu Sans"/>
                <a:cs typeface="DejaVu Sans"/>
              </a:defRPr>
            </a:lvl4pPr>
            <a:lvl5pPr algn="l">
              <a:defRPr sz="1650" b="0">
                <a:solidFill>
                  <a:srgbClr val="B8C7D2"/>
                </a:solidFill>
                <a:latin typeface="DejaVu Sans"/>
                <a:ea typeface="DejaVu Sans"/>
                <a:cs typeface="DejaVu Sans"/>
              </a:defRPr>
            </a:lvl5pPr>
            <a:lvl6pPr algn="l">
              <a:defRPr sz="1650" b="0">
                <a:solidFill>
                  <a:srgbClr val="B8C7D2"/>
                </a:solidFill>
                <a:latin typeface="DejaVu Sans"/>
                <a:ea typeface="DejaVu Sans"/>
                <a:cs typeface="DejaVu Sans"/>
              </a:defRPr>
            </a:lvl6pPr>
            <a:lvl7pPr algn="l">
              <a:defRPr sz="1650" b="0">
                <a:solidFill>
                  <a:srgbClr val="B8C7D2"/>
                </a:solidFill>
                <a:latin typeface="DejaVu Sans"/>
                <a:ea typeface="DejaVu Sans"/>
                <a:cs typeface="DejaVu Sans"/>
              </a:defRPr>
            </a:lvl7pPr>
            <a:lvl8pPr algn="l">
              <a:defRPr sz="1650" b="0">
                <a:solidFill>
                  <a:srgbClr val="B8C7D2"/>
                </a:solidFill>
                <a:latin typeface="DejaVu Sans"/>
                <a:ea typeface="DejaVu Sans"/>
                <a:cs typeface="DejaVu Sans"/>
              </a:defRPr>
            </a:lvl8pPr>
            <a:lvl9pPr algn="l">
              <a:defRPr sz="1650" b="0">
                <a:solidFill>
                  <a:srgbClr val="B8C7D2"/>
                </a:solidFill>
                <a:latin typeface="DejaVu Sans"/>
                <a:ea typeface="DejaVu Sans"/>
                <a:cs typeface="DejaVu Sans"/>
              </a:defRPr>
            </a:lvl9pPr>
          </a:lstStyle>
          <a:p xmlns:a="http://schemas.openxmlformats.org/drawingml/2006/main">
            <a:pPr algn="l">
              <a:defRPr sz="1650" b="0">
                <a:solidFill>
                  <a:srgbClr val="B8C7D2"/>
                </a:solidFill>
                <a:latin typeface="DejaVu Sans"/>
                <a:ea typeface="DejaVu Sans"/>
                <a:cs typeface="DejaVu Sans"/>
              </a:defRPr>
            </a:pPr>
            <a:r>
              <a:rPr sz="1650" b="0">
                <a:solidFill>
                  <a:srgbClr val="B8C7D2"/>
                </a:solidFill>
                <a:latin typeface="DejaVu Sans"/>
                <a:ea typeface="DejaVu Sans"/>
                <a:cs typeface="DejaVu Sans"/>
              </a:rPr>
              <a:t>Vigencia: 1 de septiembre de 2025</a:t>
            </a:r>
          </a:p>
        </p:txBody>
      </p:sp>
      <p:sp>
        <p:nvSpPr>
          <p:cNvPr id="20" name="layout-surface">
            <a:extLst xmlns:a="http://schemas.openxmlformats.org/drawingml/2006/main">
              <a:ext uri="{FF2B5EF4-FFF2-40B4-BE49-F238E27FC236}">
                <a16:creationId xmlns:a16="http://schemas.microsoft.com/office/drawing/2014/main" id="{16A76469-9112-4866-B72A-C803A0AD7C5B}"/>
              </a:ext>
            </a:extLst>
          </p:cNvPr>
          <p:cNvSpPr>
            <a:spLocks xmlns:a="http://schemas.openxmlformats.org/drawingml/2006/main" noGrp="1"/>
          </p:cNvSpPr>
          <p:nvPr/>
        </p:nvSpPr>
        <p:spPr>
          <a:xfrm xmlns:a="http://schemas.openxmlformats.org/drawingml/2006/main">
            <a:off x="457200" y="5486400"/>
            <a:ext cx="11277600" cy="89535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1" name="thesis">
            <a:extLst xmlns:a="http://schemas.openxmlformats.org/drawingml/2006/main">
              <a:ext uri="{FF2B5EF4-FFF2-40B4-BE49-F238E27FC236}">
                <a16:creationId xmlns:a16="http://schemas.microsoft.com/office/drawing/2014/main" id="{7CE6937F-F9EA-4764-AF70-720D3658D3C2}"/>
              </a:ext>
            </a:extLst>
          </p:cNvPr>
          <p:cNvSpPr>
            <a:spLocks xmlns:a="http://schemas.openxmlformats.org/drawingml/2006/main" noGrp="1"/>
          </p:cNvSpPr>
          <p:nvPr/>
        </p:nvSpPr>
        <p:spPr>
          <a:xfrm xmlns:a="http://schemas.openxmlformats.org/drawingml/2006/main">
            <a:off x="609600" y="55816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Promoción, supervisión y control. Las obligaciones dependen del servicio y de su ámbito de aplicación.</a:t>
            </a:r>
          </a:p>
        </p:txBody>
      </p:sp>
      <p:sp>
        <p:nvSpPr>
          <p:cNvPr id="22" name="layout-surface">
            <a:extLst xmlns:a="http://schemas.openxmlformats.org/drawingml/2006/main">
              <a:ext uri="{FF2B5EF4-FFF2-40B4-BE49-F238E27FC236}">
                <a16:creationId xmlns:a16="http://schemas.microsoft.com/office/drawing/2014/main" id="{706578D7-BE1F-4653-BE6F-E2B2EB05B82D}"/>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23" name="attribution">
            <a:extLst xmlns:a="http://schemas.openxmlformats.org/drawingml/2006/main">
              <a:ext uri="{FF2B5EF4-FFF2-40B4-BE49-F238E27FC236}">
                <a16:creationId xmlns:a16="http://schemas.microsoft.com/office/drawing/2014/main" id="{4880A5D8-811D-4951-9EAA-031E3CF26FF4}"/>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24" name="sources-link">
            <a:extLst xmlns:a="http://schemas.openxmlformats.org/drawingml/2006/main">
              <a:ext uri="{FF2B5EF4-FFF2-40B4-BE49-F238E27FC236}">
                <a16:creationId xmlns:a16="http://schemas.microsoft.com/office/drawing/2014/main" id="{EA67D0F8-D3B6-43B1-A7B0-6883C164B703}"/>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bad6229cd5d341ec"/>
              </a:rPr>
              <a:t>Fuentes y notas ↗</a:t>
            </a:r>
          </a:p>
        </p:txBody>
      </p:sp>
      <p:sp>
        <p:nvSpPr>
          <p:cNvPr id="25" name="page-number">
            <a:extLst xmlns:a="http://schemas.openxmlformats.org/drawingml/2006/main">
              <a:ext uri="{FF2B5EF4-FFF2-40B4-BE49-F238E27FC236}">
                <a16:creationId xmlns:a16="http://schemas.microsoft.com/office/drawing/2014/main" id="{77C89CED-2C9A-4341-A9E7-BA343A89A0F7}"/>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08 / 10</a:t>
            </a:r>
          </a:p>
        </p:txBody>
      </p:sp>
    </p:spTree>
    <p:extLst>
      <p:ext uri="{BB962C8B-B14F-4D97-AF65-F5344CB8AC3E}">
        <p14:creationId xmlns:p14="http://schemas.microsoft.com/office/powerpoint/2010/main" val="877915920"/>
      </p:ext>
    </p:extLst>
  </p:cSld>
</p:sld>
</file>

<file path=ppt/slides/slide9.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DCDF74C-CB3E-4F41-ABBC-278BB62FD337}"/>
              </a:ext>
            </a:extLst>
          </p:cNvPr>
          <p:cNvPicPr>
            <a:picLocks xmlns:a="http://schemas.openxmlformats.org/drawingml/2006/main" noChangeAspect="1"/>
          </p:cNvPicPr>
          <p:nvPr/>
        </p:nvPicPr>
        <p:blipFill>
          <a:blip xmlns:r="http://schemas.openxmlformats.org/officeDocument/2006/relationships" xmlns:a="http://schemas.openxmlformats.org/drawingml/2006/main" r:embed="R394ebaa7b253424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41794E5D-E08F-43F4-BEDC-8DAA062C4B6F}"/>
              </a:ext>
            </a:extLst>
          </p:cNvPr>
          <p:cNvSpPr>
            <a:spLocks xmlns:a="http://schemas.openxmlformats.org/drawingml/2006/main" noGrp="1"/>
          </p:cNvSpPr>
          <p:nvPr/>
        </p:nvSpPr>
        <p:spPr>
          <a:xfrm xmlns:a="http://schemas.openxmlformats.org/drawingml/2006/main">
            <a:off x="0" y="1428750"/>
            <a:ext cx="12192000" cy="4048125"/>
          </a:xfrm>
          <a:prstGeom xmlns:a="http://schemas.openxmlformats.org/drawingml/2006/main" prst="rect">
            <a:avLst/>
          </a:prstGeom>
          <a:solidFill xmlns:a="http://schemas.openxmlformats.org/drawingml/2006/main">
            <a:srgbClr val="061521">
              <a:alpha val="74000"/>
            </a:srgbClr>
          </a:soli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E4FDBF1D-7551-4499-8478-38A3C6EB0E5D}"/>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05 · BALANCE Y SÍNTESIS</a:t>
            </a:r>
          </a:p>
        </p:txBody>
      </p:sp>
      <p:sp>
        <p:nvSpPr>
          <p:cNvPr id="4" name="slide-title">
            <a:extLst xmlns:a="http://schemas.openxmlformats.org/drawingml/2006/main">
              <a:ext uri="{FF2B5EF4-FFF2-40B4-BE49-F238E27FC236}">
                <a16:creationId xmlns:a16="http://schemas.microsoft.com/office/drawing/2014/main" id="{E4CAA746-7FEA-46DC-AA84-2C820EBDBD4A}"/>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Resultados y tensiones</a:t>
            </a:r>
          </a:p>
        </p:txBody>
      </p:sp>
      <p:sp>
        <p:nvSpPr>
          <p:cNvPr id="5" name="strength-heading">
            <a:extLst xmlns:a="http://schemas.openxmlformats.org/drawingml/2006/main">
              <a:ext uri="{FF2B5EF4-FFF2-40B4-BE49-F238E27FC236}">
                <a16:creationId xmlns:a16="http://schemas.microsoft.com/office/drawing/2014/main" id="{38029923-67F4-41F3-87AF-197E3B6B6510}"/>
              </a:ext>
            </a:extLst>
          </p:cNvPr>
          <p:cNvSpPr>
            <a:spLocks xmlns:a="http://schemas.openxmlformats.org/drawingml/2006/main" noGrp="1"/>
          </p:cNvSpPr>
          <p:nvPr/>
        </p:nvSpPr>
        <p:spPr>
          <a:xfrm xmlns:a="http://schemas.openxmlformats.org/drawingml/2006/main">
            <a:off x="609600" y="1724025"/>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700" b="0">
                <a:solidFill>
                  <a:srgbClr val="EAC27A"/>
                </a:solidFill>
                <a:latin typeface="DejaVu Serif"/>
                <a:ea typeface="DejaVu Serif"/>
                <a:cs typeface="DejaVu Serif"/>
              </a:defRPr>
            </a:defPPr>
            <a:lvl1pPr algn="l">
              <a:defRPr sz="2700" b="0">
                <a:solidFill>
                  <a:srgbClr val="EAC27A"/>
                </a:solidFill>
                <a:latin typeface="DejaVu Serif"/>
                <a:ea typeface="DejaVu Serif"/>
                <a:cs typeface="DejaVu Serif"/>
              </a:defRPr>
            </a:lvl1pPr>
            <a:lvl2pPr algn="l">
              <a:defRPr sz="2700" b="0">
                <a:solidFill>
                  <a:srgbClr val="EAC27A"/>
                </a:solidFill>
                <a:latin typeface="DejaVu Serif"/>
                <a:ea typeface="DejaVu Serif"/>
                <a:cs typeface="DejaVu Serif"/>
              </a:defRPr>
            </a:lvl2pPr>
            <a:lvl3pPr algn="l">
              <a:defRPr sz="2700" b="0">
                <a:solidFill>
                  <a:srgbClr val="EAC27A"/>
                </a:solidFill>
                <a:latin typeface="DejaVu Serif"/>
                <a:ea typeface="DejaVu Serif"/>
                <a:cs typeface="DejaVu Serif"/>
              </a:defRPr>
            </a:lvl3pPr>
            <a:lvl4pPr algn="l">
              <a:defRPr sz="2700" b="0">
                <a:solidFill>
                  <a:srgbClr val="EAC27A"/>
                </a:solidFill>
                <a:latin typeface="DejaVu Serif"/>
                <a:ea typeface="DejaVu Serif"/>
                <a:cs typeface="DejaVu Serif"/>
              </a:defRPr>
            </a:lvl4pPr>
            <a:lvl5pPr algn="l">
              <a:defRPr sz="2700" b="0">
                <a:solidFill>
                  <a:srgbClr val="EAC27A"/>
                </a:solidFill>
                <a:latin typeface="DejaVu Serif"/>
                <a:ea typeface="DejaVu Serif"/>
                <a:cs typeface="DejaVu Serif"/>
              </a:defRPr>
            </a:lvl5pPr>
            <a:lvl6pPr algn="l">
              <a:defRPr sz="2700" b="0">
                <a:solidFill>
                  <a:srgbClr val="EAC27A"/>
                </a:solidFill>
                <a:latin typeface="DejaVu Serif"/>
                <a:ea typeface="DejaVu Serif"/>
                <a:cs typeface="DejaVu Serif"/>
              </a:defRPr>
            </a:lvl6pPr>
            <a:lvl7pPr algn="l">
              <a:defRPr sz="2700" b="0">
                <a:solidFill>
                  <a:srgbClr val="EAC27A"/>
                </a:solidFill>
                <a:latin typeface="DejaVu Serif"/>
                <a:ea typeface="DejaVu Serif"/>
                <a:cs typeface="DejaVu Serif"/>
              </a:defRPr>
            </a:lvl7pPr>
            <a:lvl8pPr algn="l">
              <a:defRPr sz="2700" b="0">
                <a:solidFill>
                  <a:srgbClr val="EAC27A"/>
                </a:solidFill>
                <a:latin typeface="DejaVu Serif"/>
                <a:ea typeface="DejaVu Serif"/>
                <a:cs typeface="DejaVu Serif"/>
              </a:defRPr>
            </a:lvl8pPr>
            <a:lvl9pPr algn="l">
              <a:defRPr sz="2700" b="0">
                <a:solidFill>
                  <a:srgbClr val="EAC27A"/>
                </a:solidFill>
                <a:latin typeface="DejaVu Serif"/>
                <a:ea typeface="DejaVu Serif"/>
                <a:cs typeface="DejaVu Serif"/>
              </a:defRPr>
            </a:lvl9pPr>
          </a:lstStyle>
          <a:p xmlns:a="http://schemas.openxmlformats.org/drawingml/2006/main">
            <a:pPr algn="l">
              <a:defRPr sz="2700" b="0">
                <a:solidFill>
                  <a:srgbClr val="EAC27A"/>
                </a:solidFill>
                <a:latin typeface="DejaVu Serif"/>
                <a:ea typeface="DejaVu Serif"/>
                <a:cs typeface="DejaVu Serif"/>
              </a:defRPr>
            </a:pPr>
            <a:r>
              <a:rPr sz="2700" b="0">
                <a:solidFill>
                  <a:srgbClr val="EAC27A"/>
                </a:solidFill>
                <a:latin typeface="DejaVu Serif"/>
                <a:ea typeface="DejaVu Serif"/>
                <a:cs typeface="DejaVu Serif"/>
              </a:rPr>
              <a:t>Fortalezas</a:t>
            </a:r>
          </a:p>
        </p:txBody>
      </p:sp>
      <p:sp>
        <p:nvSpPr>
          <p:cNvPr id="6" name="limits-heading">
            <a:extLst xmlns:a="http://schemas.openxmlformats.org/drawingml/2006/main">
              <a:ext uri="{FF2B5EF4-FFF2-40B4-BE49-F238E27FC236}">
                <a16:creationId xmlns:a16="http://schemas.microsoft.com/office/drawing/2014/main" id="{8CF4BD0A-1A90-4E25-B8D9-A84B5D7E00C5}"/>
              </a:ext>
            </a:extLst>
          </p:cNvPr>
          <p:cNvSpPr>
            <a:spLocks xmlns:a="http://schemas.openxmlformats.org/drawingml/2006/main" noGrp="1"/>
          </p:cNvSpPr>
          <p:nvPr/>
        </p:nvSpPr>
        <p:spPr>
          <a:xfrm xmlns:a="http://schemas.openxmlformats.org/drawingml/2006/main">
            <a:off x="6553200" y="1724025"/>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700" b="0">
                <a:solidFill>
                  <a:srgbClr val="EAC27A"/>
                </a:solidFill>
                <a:latin typeface="DejaVu Serif"/>
                <a:ea typeface="DejaVu Serif"/>
                <a:cs typeface="DejaVu Serif"/>
              </a:defRPr>
            </a:defPPr>
            <a:lvl1pPr algn="l">
              <a:defRPr sz="2700" b="0">
                <a:solidFill>
                  <a:srgbClr val="EAC27A"/>
                </a:solidFill>
                <a:latin typeface="DejaVu Serif"/>
                <a:ea typeface="DejaVu Serif"/>
                <a:cs typeface="DejaVu Serif"/>
              </a:defRPr>
            </a:lvl1pPr>
            <a:lvl2pPr algn="l">
              <a:defRPr sz="2700" b="0">
                <a:solidFill>
                  <a:srgbClr val="EAC27A"/>
                </a:solidFill>
                <a:latin typeface="DejaVu Serif"/>
                <a:ea typeface="DejaVu Serif"/>
                <a:cs typeface="DejaVu Serif"/>
              </a:defRPr>
            </a:lvl2pPr>
            <a:lvl3pPr algn="l">
              <a:defRPr sz="2700" b="0">
                <a:solidFill>
                  <a:srgbClr val="EAC27A"/>
                </a:solidFill>
                <a:latin typeface="DejaVu Serif"/>
                <a:ea typeface="DejaVu Serif"/>
                <a:cs typeface="DejaVu Serif"/>
              </a:defRPr>
            </a:lvl3pPr>
            <a:lvl4pPr algn="l">
              <a:defRPr sz="2700" b="0">
                <a:solidFill>
                  <a:srgbClr val="EAC27A"/>
                </a:solidFill>
                <a:latin typeface="DejaVu Serif"/>
                <a:ea typeface="DejaVu Serif"/>
                <a:cs typeface="DejaVu Serif"/>
              </a:defRPr>
            </a:lvl4pPr>
            <a:lvl5pPr algn="l">
              <a:defRPr sz="2700" b="0">
                <a:solidFill>
                  <a:srgbClr val="EAC27A"/>
                </a:solidFill>
                <a:latin typeface="DejaVu Serif"/>
                <a:ea typeface="DejaVu Serif"/>
                <a:cs typeface="DejaVu Serif"/>
              </a:defRPr>
            </a:lvl5pPr>
            <a:lvl6pPr algn="l">
              <a:defRPr sz="2700" b="0">
                <a:solidFill>
                  <a:srgbClr val="EAC27A"/>
                </a:solidFill>
                <a:latin typeface="DejaVu Serif"/>
                <a:ea typeface="DejaVu Serif"/>
                <a:cs typeface="DejaVu Serif"/>
              </a:defRPr>
            </a:lvl6pPr>
            <a:lvl7pPr algn="l">
              <a:defRPr sz="2700" b="0">
                <a:solidFill>
                  <a:srgbClr val="EAC27A"/>
                </a:solidFill>
                <a:latin typeface="DejaVu Serif"/>
                <a:ea typeface="DejaVu Serif"/>
                <a:cs typeface="DejaVu Serif"/>
              </a:defRPr>
            </a:lvl7pPr>
            <a:lvl8pPr algn="l">
              <a:defRPr sz="2700" b="0">
                <a:solidFill>
                  <a:srgbClr val="EAC27A"/>
                </a:solidFill>
                <a:latin typeface="DejaVu Serif"/>
                <a:ea typeface="DejaVu Serif"/>
                <a:cs typeface="DejaVu Serif"/>
              </a:defRPr>
            </a:lvl8pPr>
            <a:lvl9pPr algn="l">
              <a:defRPr sz="2700" b="0">
                <a:solidFill>
                  <a:srgbClr val="EAC27A"/>
                </a:solidFill>
                <a:latin typeface="DejaVu Serif"/>
                <a:ea typeface="DejaVu Serif"/>
                <a:cs typeface="DejaVu Serif"/>
              </a:defRPr>
            </a:lvl9pPr>
          </a:lstStyle>
          <a:p xmlns:a="http://schemas.openxmlformats.org/drawingml/2006/main">
            <a:pPr algn="l">
              <a:defRPr sz="2700" b="0">
                <a:solidFill>
                  <a:srgbClr val="EAC27A"/>
                </a:solidFill>
                <a:latin typeface="DejaVu Serif"/>
                <a:ea typeface="DejaVu Serif"/>
                <a:cs typeface="DejaVu Serif"/>
              </a:defRPr>
            </a:pPr>
            <a:r>
              <a:rPr sz="2700" b="0">
                <a:solidFill>
                  <a:srgbClr val="EAC27A"/>
                </a:solidFill>
                <a:latin typeface="DejaVu Serif"/>
                <a:ea typeface="DejaVu Serif"/>
                <a:cs typeface="DejaVu Serif"/>
              </a:rPr>
              <a:t>Límites</a:t>
            </a:r>
          </a:p>
        </p:txBody>
      </p:sp>
      <p:sp>
        <p:nvSpPr>
          <p:cNvPr id="7" name="balance-0-0">
            <a:extLst xmlns:a="http://schemas.openxmlformats.org/drawingml/2006/main">
              <a:ext uri="{FF2B5EF4-FFF2-40B4-BE49-F238E27FC236}">
                <a16:creationId xmlns:a16="http://schemas.microsoft.com/office/drawing/2014/main" id="{44240C00-1658-4841-8E62-944305A7D298}"/>
              </a:ext>
            </a:extLst>
          </p:cNvPr>
          <p:cNvSpPr>
            <a:spLocks xmlns:a="http://schemas.openxmlformats.org/drawingml/2006/main" noGrp="1"/>
          </p:cNvSpPr>
          <p:nvPr/>
        </p:nvSpPr>
        <p:spPr>
          <a:xfrm xmlns:a="http://schemas.openxmlformats.org/drawingml/2006/main">
            <a:off x="609600" y="2476500"/>
            <a:ext cx="5095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Escala manufacturera y</a:t>
            </a:r>
          </a:p>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redes de proveedores</a:t>
            </a:r>
          </a:p>
        </p:txBody>
      </p:sp>
      <p:sp>
        <p:nvSpPr>
          <p:cNvPr id="8" name="balance-0-1">
            <a:extLst xmlns:a="http://schemas.openxmlformats.org/drawingml/2006/main">
              <a:ext uri="{FF2B5EF4-FFF2-40B4-BE49-F238E27FC236}">
                <a16:creationId xmlns:a16="http://schemas.microsoft.com/office/drawing/2014/main" id="{AB25C677-668F-49D1-8C7E-3B4A508FE30B}"/>
              </a:ext>
            </a:extLst>
          </p:cNvPr>
          <p:cNvSpPr>
            <a:spLocks xmlns:a="http://schemas.openxmlformats.org/drawingml/2006/main" noGrp="1"/>
          </p:cNvSpPr>
          <p:nvPr/>
        </p:nvSpPr>
        <p:spPr>
          <a:xfrm xmlns:a="http://schemas.openxmlformats.org/drawingml/2006/main">
            <a:off x="609600" y="3362325"/>
            <a:ext cx="5095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Despliegue en</a:t>
            </a:r>
          </a:p>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determinados sectores</a:t>
            </a:r>
          </a:p>
        </p:txBody>
      </p:sp>
      <p:sp>
        <p:nvSpPr>
          <p:cNvPr id="9" name="balance-0-2">
            <a:extLst xmlns:a="http://schemas.openxmlformats.org/drawingml/2006/main">
              <a:ext uri="{FF2B5EF4-FFF2-40B4-BE49-F238E27FC236}">
                <a16:creationId xmlns:a16="http://schemas.microsoft.com/office/drawing/2014/main" id="{F4EABF74-CC8E-4521-B7BD-C40BBF2E0303}"/>
              </a:ext>
            </a:extLst>
          </p:cNvPr>
          <p:cNvSpPr>
            <a:spLocks xmlns:a="http://schemas.openxmlformats.org/drawingml/2006/main" noGrp="1"/>
          </p:cNvSpPr>
          <p:nvPr/>
        </p:nvSpPr>
        <p:spPr>
          <a:xfrm xmlns:a="http://schemas.openxmlformats.org/drawingml/2006/main">
            <a:off x="609600" y="4248150"/>
            <a:ext cx="5095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Coordinación de inversiones</a:t>
            </a:r>
          </a:p>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y aprendizaje acumulativo</a:t>
            </a:r>
          </a:p>
        </p:txBody>
      </p:sp>
      <p:sp>
        <p:nvSpPr>
          <p:cNvPr id="10" name="balance-1-0">
            <a:extLst xmlns:a="http://schemas.openxmlformats.org/drawingml/2006/main">
              <a:ext uri="{FF2B5EF4-FFF2-40B4-BE49-F238E27FC236}">
                <a16:creationId xmlns:a16="http://schemas.microsoft.com/office/drawing/2014/main" id="{241FAB6D-5EB1-4AF5-97E8-E0800132C6D2}"/>
              </a:ext>
            </a:extLst>
          </p:cNvPr>
          <p:cNvSpPr>
            <a:spLocks xmlns:a="http://schemas.openxmlformats.org/drawingml/2006/main" noGrp="1"/>
          </p:cNvSpPr>
          <p:nvPr/>
        </p:nvSpPr>
        <p:spPr>
          <a:xfrm xmlns:a="http://schemas.openxmlformats.org/drawingml/2006/main">
            <a:off x="6553200" y="2476500"/>
            <a:ext cx="5095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Restricciones externas y</a:t>
            </a:r>
          </a:p>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dependencias críticas</a:t>
            </a:r>
          </a:p>
        </p:txBody>
      </p:sp>
      <p:sp>
        <p:nvSpPr>
          <p:cNvPr id="11" name="balance-1-1">
            <a:extLst xmlns:a="http://schemas.openxmlformats.org/drawingml/2006/main">
              <a:ext uri="{FF2B5EF4-FFF2-40B4-BE49-F238E27FC236}">
                <a16:creationId xmlns:a16="http://schemas.microsoft.com/office/drawing/2014/main" id="{E1DB02A5-5B8A-47EA-81A3-36C5F36C1FD6}"/>
              </a:ext>
            </a:extLst>
          </p:cNvPr>
          <p:cNvSpPr>
            <a:spLocks xmlns:a="http://schemas.openxmlformats.org/drawingml/2006/main" noGrp="1"/>
          </p:cNvSpPr>
          <p:nvPr/>
        </p:nvSpPr>
        <p:spPr>
          <a:xfrm xmlns:a="http://schemas.openxmlformats.org/drawingml/2006/main">
            <a:off x="6553200" y="3362325"/>
            <a:ext cx="5095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Sobreinversión, sobrecapacidad</a:t>
            </a:r>
          </a:p>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y tensiones comerciales</a:t>
            </a:r>
          </a:p>
        </p:txBody>
      </p:sp>
      <p:sp>
        <p:nvSpPr>
          <p:cNvPr id="12" name="balance-1-2">
            <a:extLst xmlns:a="http://schemas.openxmlformats.org/drawingml/2006/main">
              <a:ext uri="{FF2B5EF4-FFF2-40B4-BE49-F238E27FC236}">
                <a16:creationId xmlns:a16="http://schemas.microsoft.com/office/drawing/2014/main" id="{E47AF745-C6D3-43B3-8E98-F938680C69A9}"/>
              </a:ext>
            </a:extLst>
          </p:cNvPr>
          <p:cNvSpPr>
            <a:spLocks xmlns:a="http://schemas.openxmlformats.org/drawingml/2006/main" noGrp="1"/>
          </p:cNvSpPr>
          <p:nvPr/>
        </p:nvSpPr>
        <p:spPr>
          <a:xfrm xmlns:a="http://schemas.openxmlformats.org/drawingml/2006/main">
            <a:off x="6553200" y="4248150"/>
            <a:ext cx="5095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F5F1E8"/>
                </a:solidFill>
                <a:latin typeface="DejaVu Sans"/>
                <a:ea typeface="DejaVu Sans"/>
                <a:cs typeface="DejaVu Sans"/>
              </a:defRPr>
            </a:defPPr>
            <a:lvl1pPr algn="l">
              <a:defRPr sz="2025" b="0">
                <a:solidFill>
                  <a:srgbClr val="F5F1E8"/>
                </a:solidFill>
                <a:latin typeface="DejaVu Sans"/>
                <a:ea typeface="DejaVu Sans"/>
                <a:cs typeface="DejaVu Sans"/>
              </a:defRPr>
            </a:lvl1pPr>
            <a:lvl2pPr algn="l">
              <a:defRPr sz="2025" b="0">
                <a:solidFill>
                  <a:srgbClr val="F5F1E8"/>
                </a:solidFill>
                <a:latin typeface="DejaVu Sans"/>
                <a:ea typeface="DejaVu Sans"/>
                <a:cs typeface="DejaVu Sans"/>
              </a:defRPr>
            </a:lvl2pPr>
            <a:lvl3pPr algn="l">
              <a:defRPr sz="2025" b="0">
                <a:solidFill>
                  <a:srgbClr val="F5F1E8"/>
                </a:solidFill>
                <a:latin typeface="DejaVu Sans"/>
                <a:ea typeface="DejaVu Sans"/>
                <a:cs typeface="DejaVu Sans"/>
              </a:defRPr>
            </a:lvl3pPr>
            <a:lvl4pPr algn="l">
              <a:defRPr sz="2025" b="0">
                <a:solidFill>
                  <a:srgbClr val="F5F1E8"/>
                </a:solidFill>
                <a:latin typeface="DejaVu Sans"/>
                <a:ea typeface="DejaVu Sans"/>
                <a:cs typeface="DejaVu Sans"/>
              </a:defRPr>
            </a:lvl4pPr>
            <a:lvl5pPr algn="l">
              <a:defRPr sz="2025" b="0">
                <a:solidFill>
                  <a:srgbClr val="F5F1E8"/>
                </a:solidFill>
                <a:latin typeface="DejaVu Sans"/>
                <a:ea typeface="DejaVu Sans"/>
                <a:cs typeface="DejaVu Sans"/>
              </a:defRPr>
            </a:lvl5pPr>
            <a:lvl6pPr algn="l">
              <a:defRPr sz="2025" b="0">
                <a:solidFill>
                  <a:srgbClr val="F5F1E8"/>
                </a:solidFill>
                <a:latin typeface="DejaVu Sans"/>
                <a:ea typeface="DejaVu Sans"/>
                <a:cs typeface="DejaVu Sans"/>
              </a:defRPr>
            </a:lvl6pPr>
            <a:lvl7pPr algn="l">
              <a:defRPr sz="2025" b="0">
                <a:solidFill>
                  <a:srgbClr val="F5F1E8"/>
                </a:solidFill>
                <a:latin typeface="DejaVu Sans"/>
                <a:ea typeface="DejaVu Sans"/>
                <a:cs typeface="DejaVu Sans"/>
              </a:defRPr>
            </a:lvl7pPr>
            <a:lvl8pPr algn="l">
              <a:defRPr sz="2025" b="0">
                <a:solidFill>
                  <a:srgbClr val="F5F1E8"/>
                </a:solidFill>
                <a:latin typeface="DejaVu Sans"/>
                <a:ea typeface="DejaVu Sans"/>
                <a:cs typeface="DejaVu Sans"/>
              </a:defRPr>
            </a:lvl8pPr>
            <a:lvl9pPr algn="l">
              <a:defRPr sz="2025" b="0">
                <a:solidFill>
                  <a:srgbClr val="F5F1E8"/>
                </a:solidFill>
                <a:latin typeface="DejaVu Sans"/>
                <a:ea typeface="DejaVu Sans"/>
                <a:cs typeface="DejaVu Sans"/>
              </a:defRPr>
            </a:lvl9pPr>
          </a:lstStyle>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Diferencias territoriales y</a:t>
            </a:r>
          </a:p>
          <a:p xmlns:a="http://schemas.openxmlformats.org/drawingml/2006/main">
            <a:pPr algn="l">
              <a:defRPr sz="2025" b="0">
                <a:solidFill>
                  <a:srgbClr val="F5F1E8"/>
                </a:solidFill>
                <a:latin typeface="DejaVu Sans"/>
                <a:ea typeface="DejaVu Sans"/>
                <a:cs typeface="DejaVu Sans"/>
              </a:defRPr>
            </a:pPr>
            <a:r>
              <a:rPr sz="2025" b="0">
                <a:solidFill>
                  <a:srgbClr val="F5F1E8"/>
                </a:solidFill>
                <a:latin typeface="DejaVu Sans"/>
                <a:ea typeface="DejaVu Sans"/>
                <a:cs typeface="DejaVu Sans"/>
              </a:rPr>
              <a:t>financiamiento local</a:t>
            </a:r>
          </a:p>
        </p:txBody>
      </p:sp>
      <p:sp>
        <p:nvSpPr>
          <p:cNvPr id="13" name="layout-surface">
            <a:extLst xmlns:a="http://schemas.openxmlformats.org/drawingml/2006/main">
              <a:ext uri="{FF2B5EF4-FFF2-40B4-BE49-F238E27FC236}">
                <a16:creationId xmlns:a16="http://schemas.microsoft.com/office/drawing/2014/main" id="{25D3C05C-D046-4015-A261-E41C9C70E8CB}"/>
              </a:ext>
            </a:extLst>
          </p:cNvPr>
          <p:cNvSpPr>
            <a:spLocks xmlns:a="http://schemas.openxmlformats.org/drawingml/2006/main" noGrp="1"/>
          </p:cNvSpPr>
          <p:nvPr/>
        </p:nvSpPr>
        <p:spPr>
          <a:xfrm xmlns:a="http://schemas.openxmlformats.org/drawingml/2006/main">
            <a:off x="457200" y="5476875"/>
            <a:ext cx="11277600" cy="904875"/>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4" name="thesis">
            <a:extLst xmlns:a="http://schemas.openxmlformats.org/drawingml/2006/main">
              <a:ext uri="{FF2B5EF4-FFF2-40B4-BE49-F238E27FC236}">
                <a16:creationId xmlns:a16="http://schemas.microsoft.com/office/drawing/2014/main" id="{F9700EB1-28C6-4FC0-B3A5-6A5FC1DEA0E3}"/>
              </a:ext>
            </a:extLst>
          </p:cNvPr>
          <p:cNvSpPr>
            <a:spLocks xmlns:a="http://schemas.openxmlformats.org/drawingml/2006/main" noGrp="1"/>
          </p:cNvSpPr>
          <p:nvPr/>
        </p:nvSpPr>
        <p:spPr>
          <a:xfrm xmlns:a="http://schemas.openxmlformats.org/drawingml/2006/main">
            <a:off x="609600" y="5572125"/>
            <a:ext cx="109728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Más capacidades, con restricciones estructurales y tensiones económicas.</a:t>
            </a:r>
          </a:p>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Los resultados varían entre sectores y territorios.</a:t>
            </a:r>
          </a:p>
        </p:txBody>
      </p:sp>
      <p:sp>
        <p:nvSpPr>
          <p:cNvPr id="15" name="layout-surface">
            <a:extLst xmlns:a="http://schemas.openxmlformats.org/drawingml/2006/main">
              <a:ext uri="{FF2B5EF4-FFF2-40B4-BE49-F238E27FC236}">
                <a16:creationId xmlns:a16="http://schemas.microsoft.com/office/drawing/2014/main" id="{DAAAD2EA-E599-4724-813A-C89544E5B786}"/>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6" name="attribution">
            <a:extLst xmlns:a="http://schemas.openxmlformats.org/drawingml/2006/main">
              <a:ext uri="{FF2B5EF4-FFF2-40B4-BE49-F238E27FC236}">
                <a16:creationId xmlns:a16="http://schemas.microsoft.com/office/drawing/2014/main" id="{BB730AE4-7F4A-415B-815C-575CE554807E}"/>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17" name="sources-link">
            <a:extLst xmlns:a="http://schemas.openxmlformats.org/drawingml/2006/main">
              <a:ext uri="{FF2B5EF4-FFF2-40B4-BE49-F238E27FC236}">
                <a16:creationId xmlns:a16="http://schemas.microsoft.com/office/drawing/2014/main" id="{8C67D9EF-73DE-43E0-B3F4-12E83A065F09}"/>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2b9668e0e3d44c61"/>
              </a:rPr>
              <a:t>Fuentes y notas ↗</a:t>
            </a:r>
          </a:p>
        </p:txBody>
      </p:sp>
      <p:sp>
        <p:nvSpPr>
          <p:cNvPr id="18" name="page-number">
            <a:extLst xmlns:a="http://schemas.openxmlformats.org/drawingml/2006/main">
              <a:ext uri="{FF2B5EF4-FFF2-40B4-BE49-F238E27FC236}">
                <a16:creationId xmlns:a16="http://schemas.microsoft.com/office/drawing/2014/main" id="{E0E2E3B9-590B-45E6-93EF-52FFCA7ABDCC}"/>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09 / 10</a:t>
            </a:r>
          </a:p>
        </p:txBody>
      </p:sp>
    </p:spTree>
    <p:extLst>
      <p:ext uri="{BB962C8B-B14F-4D97-AF65-F5344CB8AC3E}">
        <p14:creationId xmlns:p14="http://schemas.microsoft.com/office/powerpoint/2010/main" val="1674862886"/>
      </p:ext>
    </p:extLst>
  </p:cSld>
</p:sld>
</file>

<file path=ppt/slides/slide10.xml><?xml version="1.0" encoding="utf-8"?>
<p:sld xmlns:p="http://schemas.openxmlformats.org/presentationml/2006/main">
  <p:cSld>
    <p:bg>
      <p:bgPr>
        <a:solidFill xmlns:a="http://schemas.openxmlformats.org/drawingml/2006/main">
          <a:srgbClr val="061521"/>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6818D1DB-8237-421D-AA8B-280E1C9CE600}"/>
              </a:ext>
            </a:extLst>
          </p:cNvPr>
          <p:cNvPicPr>
            <a:picLocks xmlns:a="http://schemas.openxmlformats.org/drawingml/2006/main" noChangeAspect="1"/>
          </p:cNvPicPr>
          <p:nvPr/>
        </p:nvPicPr>
        <p:blipFill>
          <a:blip xmlns:r="http://schemas.openxmlformats.org/officeDocument/2006/relationships" xmlns:a="http://schemas.openxmlformats.org/drawingml/2006/main" r:embed="R8c70d47b8ff54d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ayout-surface">
            <a:extLst xmlns:a="http://schemas.openxmlformats.org/drawingml/2006/main">
              <a:ext uri="{FF2B5EF4-FFF2-40B4-BE49-F238E27FC236}">
                <a16:creationId xmlns:a16="http://schemas.microsoft.com/office/drawing/2014/main" id="{FD37976F-445F-4086-B08F-75891970813E}"/>
              </a:ext>
            </a:extLst>
          </p:cNvPr>
          <p:cNvSpPr>
            <a:spLocks xmlns:a="http://schemas.openxmlformats.org/drawingml/2006/main" noGrp="1"/>
          </p:cNvSpPr>
          <p:nvPr/>
        </p:nvSpPr>
        <p:spPr>
          <a:xfrm xmlns:a="http://schemas.openxmlformats.org/drawingml/2006/main">
            <a:off x="0" y="1428750"/>
            <a:ext cx="7524750" cy="4048125"/>
          </a:xfrm>
          <a:prstGeom xmlns:a="http://schemas.openxmlformats.org/drawingml/2006/main" prst="rect">
            <a:avLst/>
          </a:prstGeom>
          <a:gradFill xmlns:a="http://schemas.openxmlformats.org/drawingml/2006/main">
            <a:gsLst>
              <a:gs pos="0">
                <a:srgbClr val="061521">
                  <a:alpha val="62000"/>
                </a:srgbClr>
              </a:gs>
              <a:gs pos="74000">
                <a:srgbClr val="061521">
                  <a:alpha val="58000"/>
                </a:srgbClr>
              </a:gs>
              <a:gs pos="100000">
                <a:srgbClr val="061521">
                  <a:alpha val="0"/>
                </a:srgbClr>
              </a:gs>
            </a:gsLst>
            <a:lin ang="0"/>
          </a:gradFill>
          <a:ln xmlns:a="http://schemas.openxmlformats.org/drawingml/2006/main" w="0">
            <a:noFill/>
            <a:prstDash val="solid"/>
          </a:ln>
        </p:spPr>
      </p:sp>
      <p:sp>
        <p:nvSpPr>
          <p:cNvPr id="3" name="chapter">
            <a:extLst xmlns:a="http://schemas.openxmlformats.org/drawingml/2006/main">
              <a:ext uri="{FF2B5EF4-FFF2-40B4-BE49-F238E27FC236}">
                <a16:creationId xmlns:a16="http://schemas.microsoft.com/office/drawing/2014/main" id="{545BCF78-07F8-4C12-BB28-0C51694C50D7}"/>
              </a:ext>
            </a:extLst>
          </p:cNvPr>
          <p:cNvSpPr>
            <a:spLocks xmlns:a="http://schemas.openxmlformats.org/drawingml/2006/main" noGrp="1"/>
          </p:cNvSpPr>
          <p:nvPr/>
        </p:nvSpPr>
        <p:spPr>
          <a:xfrm xmlns:a="http://schemas.openxmlformats.org/drawingml/2006/main">
            <a:off x="609600" y="2476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0">
                <a:solidFill>
                  <a:srgbClr val="B8C7D2"/>
                </a:solidFill>
                <a:latin typeface="DejaVu Sans"/>
                <a:ea typeface="DejaVu Sans"/>
                <a:cs typeface="DejaVu Sans"/>
              </a:defRPr>
            </a:defPPr>
            <a:lvl1pPr algn="l">
              <a:defRPr sz="1050" b="0">
                <a:solidFill>
                  <a:srgbClr val="B8C7D2"/>
                </a:solidFill>
                <a:latin typeface="DejaVu Sans"/>
                <a:ea typeface="DejaVu Sans"/>
                <a:cs typeface="DejaVu Sans"/>
              </a:defRPr>
            </a:lvl1pPr>
            <a:lvl2pPr algn="l">
              <a:defRPr sz="1050" b="0">
                <a:solidFill>
                  <a:srgbClr val="B8C7D2"/>
                </a:solidFill>
                <a:latin typeface="DejaVu Sans"/>
                <a:ea typeface="DejaVu Sans"/>
                <a:cs typeface="DejaVu Sans"/>
              </a:defRPr>
            </a:lvl2pPr>
            <a:lvl3pPr algn="l">
              <a:defRPr sz="1050" b="0">
                <a:solidFill>
                  <a:srgbClr val="B8C7D2"/>
                </a:solidFill>
                <a:latin typeface="DejaVu Sans"/>
                <a:ea typeface="DejaVu Sans"/>
                <a:cs typeface="DejaVu Sans"/>
              </a:defRPr>
            </a:lvl3pPr>
            <a:lvl4pPr algn="l">
              <a:defRPr sz="1050" b="0">
                <a:solidFill>
                  <a:srgbClr val="B8C7D2"/>
                </a:solidFill>
                <a:latin typeface="DejaVu Sans"/>
                <a:ea typeface="DejaVu Sans"/>
                <a:cs typeface="DejaVu Sans"/>
              </a:defRPr>
            </a:lvl4pPr>
            <a:lvl5pPr algn="l">
              <a:defRPr sz="1050" b="0">
                <a:solidFill>
                  <a:srgbClr val="B8C7D2"/>
                </a:solidFill>
                <a:latin typeface="DejaVu Sans"/>
                <a:ea typeface="DejaVu Sans"/>
                <a:cs typeface="DejaVu Sans"/>
              </a:defRPr>
            </a:lvl5pPr>
            <a:lvl6pPr algn="l">
              <a:defRPr sz="1050" b="0">
                <a:solidFill>
                  <a:srgbClr val="B8C7D2"/>
                </a:solidFill>
                <a:latin typeface="DejaVu Sans"/>
                <a:ea typeface="DejaVu Sans"/>
                <a:cs typeface="DejaVu Sans"/>
              </a:defRPr>
            </a:lvl6pPr>
            <a:lvl7pPr algn="l">
              <a:defRPr sz="1050" b="0">
                <a:solidFill>
                  <a:srgbClr val="B8C7D2"/>
                </a:solidFill>
                <a:latin typeface="DejaVu Sans"/>
                <a:ea typeface="DejaVu Sans"/>
                <a:cs typeface="DejaVu Sans"/>
              </a:defRPr>
            </a:lvl7pPr>
            <a:lvl8pPr algn="l">
              <a:defRPr sz="1050" b="0">
                <a:solidFill>
                  <a:srgbClr val="B8C7D2"/>
                </a:solidFill>
                <a:latin typeface="DejaVu Sans"/>
                <a:ea typeface="DejaVu Sans"/>
                <a:cs typeface="DejaVu Sans"/>
              </a:defRPr>
            </a:lvl8pPr>
            <a:lvl9pPr algn="l">
              <a:defRPr sz="1050" b="0">
                <a:solidFill>
                  <a:srgbClr val="B8C7D2"/>
                </a:solidFill>
                <a:latin typeface="DejaVu Sans"/>
                <a:ea typeface="DejaVu Sans"/>
                <a:cs typeface="DejaVu Sans"/>
              </a:defRPr>
            </a:lvl9pPr>
          </a:lstStyle>
          <a:p xmlns:a="http://schemas.openxmlformats.org/drawingml/2006/main">
            <a:pPr algn="l">
              <a:defRPr sz="1050" b="0">
                <a:solidFill>
                  <a:srgbClr val="B8C7D2"/>
                </a:solidFill>
                <a:latin typeface="DejaVu Sans"/>
                <a:ea typeface="DejaVu Sans"/>
                <a:cs typeface="DejaVu Sans"/>
              </a:defRPr>
            </a:pPr>
            <a:r>
              <a:rPr sz="1050" b="0">
                <a:solidFill>
                  <a:srgbClr val="B8C7D2"/>
                </a:solidFill>
                <a:latin typeface="DejaVu Sans"/>
                <a:ea typeface="DejaVu Sans"/>
                <a:cs typeface="DejaVu Sans"/>
              </a:rPr>
              <a:t>05 · BALANCE Y SÍNTESIS</a:t>
            </a:r>
          </a:p>
        </p:txBody>
      </p:sp>
      <p:sp>
        <p:nvSpPr>
          <p:cNvPr id="4" name="slide-title">
            <a:extLst xmlns:a="http://schemas.openxmlformats.org/drawingml/2006/main">
              <a:ext uri="{FF2B5EF4-FFF2-40B4-BE49-F238E27FC236}">
                <a16:creationId xmlns:a16="http://schemas.microsoft.com/office/drawing/2014/main" id="{EC2079B5-54BC-406D-8FBF-F5536387EFC1}"/>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0">
                <a:solidFill>
                  <a:srgbClr val="EAC27A"/>
                </a:solidFill>
                <a:latin typeface="DejaVu Serif"/>
                <a:ea typeface="DejaVu Serif"/>
                <a:cs typeface="DejaVu Serif"/>
              </a:defRPr>
            </a:defPPr>
            <a:lvl1pPr algn="l">
              <a:defRPr sz="3300" b="0">
                <a:solidFill>
                  <a:srgbClr val="EAC27A"/>
                </a:solidFill>
                <a:latin typeface="DejaVu Serif"/>
                <a:ea typeface="DejaVu Serif"/>
                <a:cs typeface="DejaVu Serif"/>
              </a:defRPr>
            </a:lvl1pPr>
            <a:lvl2pPr algn="l">
              <a:defRPr sz="3300" b="0">
                <a:solidFill>
                  <a:srgbClr val="EAC27A"/>
                </a:solidFill>
                <a:latin typeface="DejaVu Serif"/>
                <a:ea typeface="DejaVu Serif"/>
                <a:cs typeface="DejaVu Serif"/>
              </a:defRPr>
            </a:lvl2pPr>
            <a:lvl3pPr algn="l">
              <a:defRPr sz="3300" b="0">
                <a:solidFill>
                  <a:srgbClr val="EAC27A"/>
                </a:solidFill>
                <a:latin typeface="DejaVu Serif"/>
                <a:ea typeface="DejaVu Serif"/>
                <a:cs typeface="DejaVu Serif"/>
              </a:defRPr>
            </a:lvl3pPr>
            <a:lvl4pPr algn="l">
              <a:defRPr sz="3300" b="0">
                <a:solidFill>
                  <a:srgbClr val="EAC27A"/>
                </a:solidFill>
                <a:latin typeface="DejaVu Serif"/>
                <a:ea typeface="DejaVu Serif"/>
                <a:cs typeface="DejaVu Serif"/>
              </a:defRPr>
            </a:lvl4pPr>
            <a:lvl5pPr algn="l">
              <a:defRPr sz="3300" b="0">
                <a:solidFill>
                  <a:srgbClr val="EAC27A"/>
                </a:solidFill>
                <a:latin typeface="DejaVu Serif"/>
                <a:ea typeface="DejaVu Serif"/>
                <a:cs typeface="DejaVu Serif"/>
              </a:defRPr>
            </a:lvl5pPr>
            <a:lvl6pPr algn="l">
              <a:defRPr sz="3300" b="0">
                <a:solidFill>
                  <a:srgbClr val="EAC27A"/>
                </a:solidFill>
                <a:latin typeface="DejaVu Serif"/>
                <a:ea typeface="DejaVu Serif"/>
                <a:cs typeface="DejaVu Serif"/>
              </a:defRPr>
            </a:lvl6pPr>
            <a:lvl7pPr algn="l">
              <a:defRPr sz="3300" b="0">
                <a:solidFill>
                  <a:srgbClr val="EAC27A"/>
                </a:solidFill>
                <a:latin typeface="DejaVu Serif"/>
                <a:ea typeface="DejaVu Serif"/>
                <a:cs typeface="DejaVu Serif"/>
              </a:defRPr>
            </a:lvl7pPr>
            <a:lvl8pPr algn="l">
              <a:defRPr sz="3300" b="0">
                <a:solidFill>
                  <a:srgbClr val="EAC27A"/>
                </a:solidFill>
                <a:latin typeface="DejaVu Serif"/>
                <a:ea typeface="DejaVu Serif"/>
                <a:cs typeface="DejaVu Serif"/>
              </a:defRPr>
            </a:lvl8pPr>
            <a:lvl9pPr algn="l">
              <a:defRPr sz="3300" b="0">
                <a:solidFill>
                  <a:srgbClr val="EAC27A"/>
                </a:solidFill>
                <a:latin typeface="DejaVu Serif"/>
                <a:ea typeface="DejaVu Serif"/>
                <a:cs typeface="DejaVu Serif"/>
              </a:defRPr>
            </a:lvl9pPr>
          </a:lstStyle>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La interacción de</a:t>
            </a:r>
          </a:p>
          <a:p xmlns:a="http://schemas.openxmlformats.org/drawingml/2006/main">
            <a:pPr algn="l">
              <a:defRPr sz="3300" b="0">
                <a:solidFill>
                  <a:srgbClr val="EAC27A"/>
                </a:solidFill>
                <a:latin typeface="DejaVu Serif"/>
                <a:ea typeface="DejaVu Serif"/>
                <a:cs typeface="DejaVu Serif"/>
              </a:defRPr>
            </a:pPr>
            <a:r>
              <a:rPr sz="3300" b="0">
                <a:solidFill>
                  <a:srgbClr val="EAC27A"/>
                </a:solidFill>
                <a:latin typeface="DejaVu Serif"/>
                <a:ea typeface="DejaVu Serif"/>
                <a:cs typeface="DejaVu Serif"/>
              </a:rPr>
              <a:t>los tres símbolos</a:t>
            </a:r>
          </a:p>
        </p:txBody>
      </p:sp>
      <p:sp>
        <p:nvSpPr>
          <p:cNvPr id="5" name="symbol-0">
            <a:extLst xmlns:a="http://schemas.openxmlformats.org/drawingml/2006/main">
              <a:ext uri="{FF2B5EF4-FFF2-40B4-BE49-F238E27FC236}">
                <a16:creationId xmlns:a16="http://schemas.microsoft.com/office/drawing/2014/main" id="{AC995D18-95F4-4397-8D4E-019FFA288D84}"/>
              </a:ext>
            </a:extLst>
          </p:cNvPr>
          <p:cNvSpPr>
            <a:spLocks xmlns:a="http://schemas.openxmlformats.org/drawingml/2006/main" noGrp="1"/>
          </p:cNvSpPr>
          <p:nvPr/>
        </p:nvSpPr>
        <p:spPr>
          <a:xfrm xmlns:a="http://schemas.openxmlformats.org/drawingml/2006/main">
            <a:off x="609600" y="1676400"/>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AC27A"/>
                </a:solidFill>
                <a:latin typeface="DejaVu Sans"/>
                <a:ea typeface="DejaVu Sans"/>
                <a:cs typeface="DejaVu Sans"/>
              </a:defRPr>
            </a:defPPr>
            <a:lvl1pPr algn="l">
              <a:defRPr sz="1500" b="1">
                <a:solidFill>
                  <a:srgbClr val="EAC27A"/>
                </a:solidFill>
                <a:latin typeface="DejaVu Sans"/>
                <a:ea typeface="DejaVu Sans"/>
                <a:cs typeface="DejaVu Sans"/>
              </a:defRPr>
            </a:lvl1pPr>
            <a:lvl2pPr algn="l">
              <a:defRPr sz="1500" b="1">
                <a:solidFill>
                  <a:srgbClr val="EAC27A"/>
                </a:solidFill>
                <a:latin typeface="DejaVu Sans"/>
                <a:ea typeface="DejaVu Sans"/>
                <a:cs typeface="DejaVu Sans"/>
              </a:defRPr>
            </a:lvl2pPr>
            <a:lvl3pPr algn="l">
              <a:defRPr sz="1500" b="1">
                <a:solidFill>
                  <a:srgbClr val="EAC27A"/>
                </a:solidFill>
                <a:latin typeface="DejaVu Sans"/>
                <a:ea typeface="DejaVu Sans"/>
                <a:cs typeface="DejaVu Sans"/>
              </a:defRPr>
            </a:lvl3pPr>
            <a:lvl4pPr algn="l">
              <a:defRPr sz="1500" b="1">
                <a:solidFill>
                  <a:srgbClr val="EAC27A"/>
                </a:solidFill>
                <a:latin typeface="DejaVu Sans"/>
                <a:ea typeface="DejaVu Sans"/>
                <a:cs typeface="DejaVu Sans"/>
              </a:defRPr>
            </a:lvl4pPr>
            <a:lvl5pPr algn="l">
              <a:defRPr sz="1500" b="1">
                <a:solidFill>
                  <a:srgbClr val="EAC27A"/>
                </a:solidFill>
                <a:latin typeface="DejaVu Sans"/>
                <a:ea typeface="DejaVu Sans"/>
                <a:cs typeface="DejaVu Sans"/>
              </a:defRPr>
            </a:lvl5pPr>
            <a:lvl6pPr algn="l">
              <a:defRPr sz="1500" b="1">
                <a:solidFill>
                  <a:srgbClr val="EAC27A"/>
                </a:solidFill>
                <a:latin typeface="DejaVu Sans"/>
                <a:ea typeface="DejaVu Sans"/>
                <a:cs typeface="DejaVu Sans"/>
              </a:defRPr>
            </a:lvl6pPr>
            <a:lvl7pPr algn="l">
              <a:defRPr sz="1500" b="1">
                <a:solidFill>
                  <a:srgbClr val="EAC27A"/>
                </a:solidFill>
                <a:latin typeface="DejaVu Sans"/>
                <a:ea typeface="DejaVu Sans"/>
                <a:cs typeface="DejaVu Sans"/>
              </a:defRPr>
            </a:lvl7pPr>
            <a:lvl8pPr algn="l">
              <a:defRPr sz="1500" b="1">
                <a:solidFill>
                  <a:srgbClr val="EAC27A"/>
                </a:solidFill>
                <a:latin typeface="DejaVu Sans"/>
                <a:ea typeface="DejaVu Sans"/>
                <a:cs typeface="DejaVu Sans"/>
              </a:defRPr>
            </a:lvl8pPr>
            <a:lvl9pPr algn="l">
              <a:defRPr sz="1500" b="1">
                <a:solidFill>
                  <a:srgbClr val="EAC27A"/>
                </a:solidFill>
                <a:latin typeface="DejaVu Sans"/>
                <a:ea typeface="DejaVu Sans"/>
                <a:cs typeface="DejaVu Sans"/>
              </a:defRPr>
            </a:lvl9pPr>
          </a:lstStyle>
          <a:p xmlns:a="http://schemas.openxmlformats.org/drawingml/2006/main">
            <a:pPr algn="l">
              <a:defRPr sz="1500" b="1">
                <a:solidFill>
                  <a:srgbClr val="EAC27A"/>
                </a:solidFill>
                <a:latin typeface="DejaVu Sans"/>
                <a:ea typeface="DejaVu Sans"/>
                <a:cs typeface="DejaVu Sans"/>
              </a:defRPr>
            </a:pPr>
            <a:r>
              <a:rPr sz="1500" b="1">
                <a:solidFill>
                  <a:srgbClr val="EAC27A"/>
                </a:solidFill>
                <a:latin typeface="DejaVu Sans"/>
                <a:ea typeface="DejaVu Sans"/>
                <a:cs typeface="DejaVu Sans"/>
              </a:rPr>
              <a:t>EL DRAGÓN</a:t>
            </a:r>
          </a:p>
        </p:txBody>
      </p:sp>
      <p:sp>
        <p:nvSpPr>
          <p:cNvPr id="6" name="role-0">
            <a:extLst xmlns:a="http://schemas.openxmlformats.org/drawingml/2006/main">
              <a:ext uri="{FF2B5EF4-FFF2-40B4-BE49-F238E27FC236}">
                <a16:creationId xmlns:a16="http://schemas.microsoft.com/office/drawing/2014/main" id="{EEA8FB08-104F-4563-8C5A-C723F1E83BF9}"/>
              </a:ext>
            </a:extLst>
          </p:cNvPr>
          <p:cNvSpPr>
            <a:spLocks xmlns:a="http://schemas.openxmlformats.org/drawingml/2006/main" noGrp="1"/>
          </p:cNvSpPr>
          <p:nvPr/>
        </p:nvSpPr>
        <p:spPr>
          <a:xfrm xmlns:a="http://schemas.openxmlformats.org/drawingml/2006/main">
            <a:off x="609600" y="2019300"/>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5F1E8"/>
                </a:solidFill>
                <a:latin typeface="DejaVu Serif"/>
                <a:ea typeface="DejaVu Serif"/>
                <a:cs typeface="DejaVu Serif"/>
              </a:defRPr>
            </a:defPPr>
            <a:lvl1pPr algn="l">
              <a:defRPr sz="2250" b="0">
                <a:solidFill>
                  <a:srgbClr val="F5F1E8"/>
                </a:solidFill>
                <a:latin typeface="DejaVu Serif"/>
                <a:ea typeface="DejaVu Serif"/>
                <a:cs typeface="DejaVu Serif"/>
              </a:defRPr>
            </a:lvl1pPr>
            <a:lvl2pPr algn="l">
              <a:defRPr sz="2250" b="0">
                <a:solidFill>
                  <a:srgbClr val="F5F1E8"/>
                </a:solidFill>
                <a:latin typeface="DejaVu Serif"/>
                <a:ea typeface="DejaVu Serif"/>
                <a:cs typeface="DejaVu Serif"/>
              </a:defRPr>
            </a:lvl2pPr>
            <a:lvl3pPr algn="l">
              <a:defRPr sz="2250" b="0">
                <a:solidFill>
                  <a:srgbClr val="F5F1E8"/>
                </a:solidFill>
                <a:latin typeface="DejaVu Serif"/>
                <a:ea typeface="DejaVu Serif"/>
                <a:cs typeface="DejaVu Serif"/>
              </a:defRPr>
            </a:lvl3pPr>
            <a:lvl4pPr algn="l">
              <a:defRPr sz="2250" b="0">
                <a:solidFill>
                  <a:srgbClr val="F5F1E8"/>
                </a:solidFill>
                <a:latin typeface="DejaVu Serif"/>
                <a:ea typeface="DejaVu Serif"/>
                <a:cs typeface="DejaVu Serif"/>
              </a:defRPr>
            </a:lvl4pPr>
            <a:lvl5pPr algn="l">
              <a:defRPr sz="2250" b="0">
                <a:solidFill>
                  <a:srgbClr val="F5F1E8"/>
                </a:solidFill>
                <a:latin typeface="DejaVu Serif"/>
                <a:ea typeface="DejaVu Serif"/>
                <a:cs typeface="DejaVu Serif"/>
              </a:defRPr>
            </a:lvl5pPr>
            <a:lvl6pPr algn="l">
              <a:defRPr sz="2250" b="0">
                <a:solidFill>
                  <a:srgbClr val="F5F1E8"/>
                </a:solidFill>
                <a:latin typeface="DejaVu Serif"/>
                <a:ea typeface="DejaVu Serif"/>
                <a:cs typeface="DejaVu Serif"/>
              </a:defRPr>
            </a:lvl6pPr>
            <a:lvl7pPr algn="l">
              <a:defRPr sz="2250" b="0">
                <a:solidFill>
                  <a:srgbClr val="F5F1E8"/>
                </a:solidFill>
                <a:latin typeface="DejaVu Serif"/>
                <a:ea typeface="DejaVu Serif"/>
                <a:cs typeface="DejaVu Serif"/>
              </a:defRPr>
            </a:lvl7pPr>
            <a:lvl8pPr algn="l">
              <a:defRPr sz="2250" b="0">
                <a:solidFill>
                  <a:srgbClr val="F5F1E8"/>
                </a:solidFill>
                <a:latin typeface="DejaVu Serif"/>
                <a:ea typeface="DejaVu Serif"/>
                <a:cs typeface="DejaVu Serif"/>
              </a:defRPr>
            </a:lvl8pPr>
            <a:lvl9pPr algn="l">
              <a:defRPr sz="2250" b="0">
                <a:solidFill>
                  <a:srgbClr val="F5F1E8"/>
                </a:solidFill>
                <a:latin typeface="DejaVu Serif"/>
                <a:ea typeface="DejaVu Serif"/>
                <a:cs typeface="DejaVu Serif"/>
              </a:defRPr>
            </a:lvl9pPr>
          </a:lstStyle>
          <a:p xmlns:a="http://schemas.openxmlformats.org/drawingml/2006/main">
            <a:pPr algn="l">
              <a:defRPr sz="2250" b="0">
                <a:solidFill>
                  <a:srgbClr val="F5F1E8"/>
                </a:solidFill>
                <a:latin typeface="DejaVu Serif"/>
                <a:ea typeface="DejaVu Serif"/>
                <a:cs typeface="DejaVu Serif"/>
              </a:defRPr>
            </a:pPr>
            <a:r>
              <a:rPr sz="2250" b="0">
                <a:solidFill>
                  <a:srgbClr val="F5F1E8"/>
                </a:solidFill>
                <a:latin typeface="DejaVu Serif"/>
                <a:ea typeface="DejaVu Serif"/>
                <a:cs typeface="DejaVu Serif"/>
              </a:rPr>
              <a:t>El Estado orienta</a:t>
            </a:r>
          </a:p>
        </p:txBody>
      </p:sp>
      <p:sp>
        <p:nvSpPr>
          <p:cNvPr id="7" name="symbol-1">
            <a:extLst xmlns:a="http://schemas.openxmlformats.org/drawingml/2006/main">
              <a:ext uri="{FF2B5EF4-FFF2-40B4-BE49-F238E27FC236}">
                <a16:creationId xmlns:a16="http://schemas.microsoft.com/office/drawing/2014/main" id="{0013AB05-91D9-4E15-8C8E-EE2E2466B98A}"/>
              </a:ext>
            </a:extLst>
          </p:cNvPr>
          <p:cNvSpPr>
            <a:spLocks xmlns:a="http://schemas.openxmlformats.org/drawingml/2006/main" noGrp="1"/>
          </p:cNvSpPr>
          <p:nvPr/>
        </p:nvSpPr>
        <p:spPr>
          <a:xfrm xmlns:a="http://schemas.openxmlformats.org/drawingml/2006/main">
            <a:off x="609600" y="2790825"/>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AC27A"/>
                </a:solidFill>
                <a:latin typeface="DejaVu Sans"/>
                <a:ea typeface="DejaVu Sans"/>
                <a:cs typeface="DejaVu Sans"/>
              </a:defRPr>
            </a:defPPr>
            <a:lvl1pPr algn="l">
              <a:defRPr sz="1500" b="1">
                <a:solidFill>
                  <a:srgbClr val="EAC27A"/>
                </a:solidFill>
                <a:latin typeface="DejaVu Sans"/>
                <a:ea typeface="DejaVu Sans"/>
                <a:cs typeface="DejaVu Sans"/>
              </a:defRPr>
            </a:lvl1pPr>
            <a:lvl2pPr algn="l">
              <a:defRPr sz="1500" b="1">
                <a:solidFill>
                  <a:srgbClr val="EAC27A"/>
                </a:solidFill>
                <a:latin typeface="DejaVu Sans"/>
                <a:ea typeface="DejaVu Sans"/>
                <a:cs typeface="DejaVu Sans"/>
              </a:defRPr>
            </a:lvl2pPr>
            <a:lvl3pPr algn="l">
              <a:defRPr sz="1500" b="1">
                <a:solidFill>
                  <a:srgbClr val="EAC27A"/>
                </a:solidFill>
                <a:latin typeface="DejaVu Sans"/>
                <a:ea typeface="DejaVu Sans"/>
                <a:cs typeface="DejaVu Sans"/>
              </a:defRPr>
            </a:lvl3pPr>
            <a:lvl4pPr algn="l">
              <a:defRPr sz="1500" b="1">
                <a:solidFill>
                  <a:srgbClr val="EAC27A"/>
                </a:solidFill>
                <a:latin typeface="DejaVu Sans"/>
                <a:ea typeface="DejaVu Sans"/>
                <a:cs typeface="DejaVu Sans"/>
              </a:defRPr>
            </a:lvl4pPr>
            <a:lvl5pPr algn="l">
              <a:defRPr sz="1500" b="1">
                <a:solidFill>
                  <a:srgbClr val="EAC27A"/>
                </a:solidFill>
                <a:latin typeface="DejaVu Sans"/>
                <a:ea typeface="DejaVu Sans"/>
                <a:cs typeface="DejaVu Sans"/>
              </a:defRPr>
            </a:lvl5pPr>
            <a:lvl6pPr algn="l">
              <a:defRPr sz="1500" b="1">
                <a:solidFill>
                  <a:srgbClr val="EAC27A"/>
                </a:solidFill>
                <a:latin typeface="DejaVu Sans"/>
                <a:ea typeface="DejaVu Sans"/>
                <a:cs typeface="DejaVu Sans"/>
              </a:defRPr>
            </a:lvl6pPr>
            <a:lvl7pPr algn="l">
              <a:defRPr sz="1500" b="1">
                <a:solidFill>
                  <a:srgbClr val="EAC27A"/>
                </a:solidFill>
                <a:latin typeface="DejaVu Sans"/>
                <a:ea typeface="DejaVu Sans"/>
                <a:cs typeface="DejaVu Sans"/>
              </a:defRPr>
            </a:lvl7pPr>
            <a:lvl8pPr algn="l">
              <a:defRPr sz="1500" b="1">
                <a:solidFill>
                  <a:srgbClr val="EAC27A"/>
                </a:solidFill>
                <a:latin typeface="DejaVu Sans"/>
                <a:ea typeface="DejaVu Sans"/>
                <a:cs typeface="DejaVu Sans"/>
              </a:defRPr>
            </a:lvl8pPr>
            <a:lvl9pPr algn="l">
              <a:defRPr sz="1500" b="1">
                <a:solidFill>
                  <a:srgbClr val="EAC27A"/>
                </a:solidFill>
                <a:latin typeface="DejaVu Sans"/>
                <a:ea typeface="DejaVu Sans"/>
                <a:cs typeface="DejaVu Sans"/>
              </a:defRPr>
            </a:lvl9pPr>
          </a:lstStyle>
          <a:p xmlns:a="http://schemas.openxmlformats.org/drawingml/2006/main">
            <a:pPr algn="l">
              <a:defRPr sz="1500" b="1">
                <a:solidFill>
                  <a:srgbClr val="EAC27A"/>
                </a:solidFill>
                <a:latin typeface="DejaVu Sans"/>
                <a:ea typeface="DejaVu Sans"/>
                <a:cs typeface="DejaVu Sans"/>
              </a:defRPr>
            </a:pPr>
            <a:r>
              <a:rPr sz="1500" b="1">
                <a:solidFill>
                  <a:srgbClr val="EAC27A"/>
                </a:solidFill>
                <a:latin typeface="DejaVu Sans"/>
                <a:ea typeface="DejaVu Sans"/>
                <a:cs typeface="DejaVu Sans"/>
              </a:rPr>
              <a:t>EL ANDROIDE</a:t>
            </a:r>
          </a:p>
        </p:txBody>
      </p:sp>
      <p:sp>
        <p:nvSpPr>
          <p:cNvPr id="8" name="role-1">
            <a:extLst xmlns:a="http://schemas.openxmlformats.org/drawingml/2006/main">
              <a:ext uri="{FF2B5EF4-FFF2-40B4-BE49-F238E27FC236}">
                <a16:creationId xmlns:a16="http://schemas.microsoft.com/office/drawing/2014/main" id="{FF4110E2-D019-4AB6-B8F2-A69B0E809C66}"/>
              </a:ext>
            </a:extLst>
          </p:cNvPr>
          <p:cNvSpPr>
            <a:spLocks xmlns:a="http://schemas.openxmlformats.org/drawingml/2006/main" noGrp="1"/>
          </p:cNvSpPr>
          <p:nvPr/>
        </p:nvSpPr>
        <p:spPr>
          <a:xfrm xmlns:a="http://schemas.openxmlformats.org/drawingml/2006/main">
            <a:off x="609600" y="3133725"/>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5F1E8"/>
                </a:solidFill>
                <a:latin typeface="DejaVu Serif"/>
                <a:ea typeface="DejaVu Serif"/>
                <a:cs typeface="DejaVu Serif"/>
              </a:defRPr>
            </a:defPPr>
            <a:lvl1pPr algn="l">
              <a:defRPr sz="2250" b="0">
                <a:solidFill>
                  <a:srgbClr val="F5F1E8"/>
                </a:solidFill>
                <a:latin typeface="DejaVu Serif"/>
                <a:ea typeface="DejaVu Serif"/>
                <a:cs typeface="DejaVu Serif"/>
              </a:defRPr>
            </a:lvl1pPr>
            <a:lvl2pPr algn="l">
              <a:defRPr sz="2250" b="0">
                <a:solidFill>
                  <a:srgbClr val="F5F1E8"/>
                </a:solidFill>
                <a:latin typeface="DejaVu Serif"/>
                <a:ea typeface="DejaVu Serif"/>
                <a:cs typeface="DejaVu Serif"/>
              </a:defRPr>
            </a:lvl2pPr>
            <a:lvl3pPr algn="l">
              <a:defRPr sz="2250" b="0">
                <a:solidFill>
                  <a:srgbClr val="F5F1E8"/>
                </a:solidFill>
                <a:latin typeface="DejaVu Serif"/>
                <a:ea typeface="DejaVu Serif"/>
                <a:cs typeface="DejaVu Serif"/>
              </a:defRPr>
            </a:lvl3pPr>
            <a:lvl4pPr algn="l">
              <a:defRPr sz="2250" b="0">
                <a:solidFill>
                  <a:srgbClr val="F5F1E8"/>
                </a:solidFill>
                <a:latin typeface="DejaVu Serif"/>
                <a:ea typeface="DejaVu Serif"/>
                <a:cs typeface="DejaVu Serif"/>
              </a:defRPr>
            </a:lvl4pPr>
            <a:lvl5pPr algn="l">
              <a:defRPr sz="2250" b="0">
                <a:solidFill>
                  <a:srgbClr val="F5F1E8"/>
                </a:solidFill>
                <a:latin typeface="DejaVu Serif"/>
                <a:ea typeface="DejaVu Serif"/>
                <a:cs typeface="DejaVu Serif"/>
              </a:defRPr>
            </a:lvl5pPr>
            <a:lvl6pPr algn="l">
              <a:defRPr sz="2250" b="0">
                <a:solidFill>
                  <a:srgbClr val="F5F1E8"/>
                </a:solidFill>
                <a:latin typeface="DejaVu Serif"/>
                <a:ea typeface="DejaVu Serif"/>
                <a:cs typeface="DejaVu Serif"/>
              </a:defRPr>
            </a:lvl6pPr>
            <a:lvl7pPr algn="l">
              <a:defRPr sz="2250" b="0">
                <a:solidFill>
                  <a:srgbClr val="F5F1E8"/>
                </a:solidFill>
                <a:latin typeface="DejaVu Serif"/>
                <a:ea typeface="DejaVu Serif"/>
                <a:cs typeface="DejaVu Serif"/>
              </a:defRPr>
            </a:lvl7pPr>
            <a:lvl8pPr algn="l">
              <a:defRPr sz="2250" b="0">
                <a:solidFill>
                  <a:srgbClr val="F5F1E8"/>
                </a:solidFill>
                <a:latin typeface="DejaVu Serif"/>
                <a:ea typeface="DejaVu Serif"/>
                <a:cs typeface="DejaVu Serif"/>
              </a:defRPr>
            </a:lvl8pPr>
            <a:lvl9pPr algn="l">
              <a:defRPr sz="2250" b="0">
                <a:solidFill>
                  <a:srgbClr val="F5F1E8"/>
                </a:solidFill>
                <a:latin typeface="DejaVu Serif"/>
                <a:ea typeface="DejaVu Serif"/>
                <a:cs typeface="DejaVu Serif"/>
              </a:defRPr>
            </a:lvl9pPr>
          </a:lstStyle>
          <a:p xmlns:a="http://schemas.openxmlformats.org/drawingml/2006/main">
            <a:pPr algn="l">
              <a:defRPr sz="2250" b="0">
                <a:solidFill>
                  <a:srgbClr val="F5F1E8"/>
                </a:solidFill>
                <a:latin typeface="DejaVu Serif"/>
                <a:ea typeface="DejaVu Serif"/>
                <a:cs typeface="DejaVu Serif"/>
              </a:defRPr>
            </a:pPr>
            <a:r>
              <a:rPr sz="2250" b="0">
                <a:solidFill>
                  <a:srgbClr val="F5F1E8"/>
                </a:solidFill>
                <a:latin typeface="DejaVu Serif"/>
                <a:ea typeface="DejaVu Serif"/>
                <a:cs typeface="DejaVu Serif"/>
              </a:rPr>
              <a:t>Las empresas investigan,</a:t>
            </a:r>
          </a:p>
          <a:p xmlns:a="http://schemas.openxmlformats.org/drawingml/2006/main">
            <a:pPr algn="l">
              <a:defRPr sz="2250" b="0">
                <a:solidFill>
                  <a:srgbClr val="F5F1E8"/>
                </a:solidFill>
                <a:latin typeface="DejaVu Serif"/>
                <a:ea typeface="DejaVu Serif"/>
                <a:cs typeface="DejaVu Serif"/>
              </a:defRPr>
            </a:pPr>
            <a:r>
              <a:rPr sz="2250" b="0">
                <a:solidFill>
                  <a:srgbClr val="F5F1E8"/>
                </a:solidFill>
                <a:latin typeface="DejaVu Serif"/>
                <a:ea typeface="DejaVu Serif"/>
                <a:cs typeface="DejaVu Serif"/>
              </a:rPr>
              <a:t>innovan y compiten</a:t>
            </a:r>
          </a:p>
        </p:txBody>
      </p:sp>
      <p:sp>
        <p:nvSpPr>
          <p:cNvPr id="9" name="symbol-2">
            <a:extLst xmlns:a="http://schemas.openxmlformats.org/drawingml/2006/main">
              <a:ext uri="{FF2B5EF4-FFF2-40B4-BE49-F238E27FC236}">
                <a16:creationId xmlns:a16="http://schemas.microsoft.com/office/drawing/2014/main" id="{A700A453-6BD7-43EF-B31C-6C84AC03811A}"/>
              </a:ext>
            </a:extLst>
          </p:cNvPr>
          <p:cNvSpPr>
            <a:spLocks xmlns:a="http://schemas.openxmlformats.org/drawingml/2006/main" noGrp="1"/>
          </p:cNvSpPr>
          <p:nvPr/>
        </p:nvSpPr>
        <p:spPr>
          <a:xfrm xmlns:a="http://schemas.openxmlformats.org/drawingml/2006/main">
            <a:off x="609600" y="3905250"/>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AC27A"/>
                </a:solidFill>
                <a:latin typeface="DejaVu Sans"/>
                <a:ea typeface="DejaVu Sans"/>
                <a:cs typeface="DejaVu Sans"/>
              </a:defRPr>
            </a:defPPr>
            <a:lvl1pPr algn="l">
              <a:defRPr sz="1500" b="1">
                <a:solidFill>
                  <a:srgbClr val="EAC27A"/>
                </a:solidFill>
                <a:latin typeface="DejaVu Sans"/>
                <a:ea typeface="DejaVu Sans"/>
                <a:cs typeface="DejaVu Sans"/>
              </a:defRPr>
            </a:lvl1pPr>
            <a:lvl2pPr algn="l">
              <a:defRPr sz="1500" b="1">
                <a:solidFill>
                  <a:srgbClr val="EAC27A"/>
                </a:solidFill>
                <a:latin typeface="DejaVu Sans"/>
                <a:ea typeface="DejaVu Sans"/>
                <a:cs typeface="DejaVu Sans"/>
              </a:defRPr>
            </a:lvl2pPr>
            <a:lvl3pPr algn="l">
              <a:defRPr sz="1500" b="1">
                <a:solidFill>
                  <a:srgbClr val="EAC27A"/>
                </a:solidFill>
                <a:latin typeface="DejaVu Sans"/>
                <a:ea typeface="DejaVu Sans"/>
                <a:cs typeface="DejaVu Sans"/>
              </a:defRPr>
            </a:lvl3pPr>
            <a:lvl4pPr algn="l">
              <a:defRPr sz="1500" b="1">
                <a:solidFill>
                  <a:srgbClr val="EAC27A"/>
                </a:solidFill>
                <a:latin typeface="DejaVu Sans"/>
                <a:ea typeface="DejaVu Sans"/>
                <a:cs typeface="DejaVu Sans"/>
              </a:defRPr>
            </a:lvl4pPr>
            <a:lvl5pPr algn="l">
              <a:defRPr sz="1500" b="1">
                <a:solidFill>
                  <a:srgbClr val="EAC27A"/>
                </a:solidFill>
                <a:latin typeface="DejaVu Sans"/>
                <a:ea typeface="DejaVu Sans"/>
                <a:cs typeface="DejaVu Sans"/>
              </a:defRPr>
            </a:lvl5pPr>
            <a:lvl6pPr algn="l">
              <a:defRPr sz="1500" b="1">
                <a:solidFill>
                  <a:srgbClr val="EAC27A"/>
                </a:solidFill>
                <a:latin typeface="DejaVu Sans"/>
                <a:ea typeface="DejaVu Sans"/>
                <a:cs typeface="DejaVu Sans"/>
              </a:defRPr>
            </a:lvl6pPr>
            <a:lvl7pPr algn="l">
              <a:defRPr sz="1500" b="1">
                <a:solidFill>
                  <a:srgbClr val="EAC27A"/>
                </a:solidFill>
                <a:latin typeface="DejaVu Sans"/>
                <a:ea typeface="DejaVu Sans"/>
                <a:cs typeface="DejaVu Sans"/>
              </a:defRPr>
            </a:lvl7pPr>
            <a:lvl8pPr algn="l">
              <a:defRPr sz="1500" b="1">
                <a:solidFill>
                  <a:srgbClr val="EAC27A"/>
                </a:solidFill>
                <a:latin typeface="DejaVu Sans"/>
                <a:ea typeface="DejaVu Sans"/>
                <a:cs typeface="DejaVu Sans"/>
              </a:defRPr>
            </a:lvl8pPr>
            <a:lvl9pPr algn="l">
              <a:defRPr sz="1500" b="1">
                <a:solidFill>
                  <a:srgbClr val="EAC27A"/>
                </a:solidFill>
                <a:latin typeface="DejaVu Sans"/>
                <a:ea typeface="DejaVu Sans"/>
                <a:cs typeface="DejaVu Sans"/>
              </a:defRPr>
            </a:lvl9pPr>
          </a:lstStyle>
          <a:p xmlns:a="http://schemas.openxmlformats.org/drawingml/2006/main">
            <a:pPr algn="l">
              <a:defRPr sz="1500" b="1">
                <a:solidFill>
                  <a:srgbClr val="EAC27A"/>
                </a:solidFill>
                <a:latin typeface="DejaVu Sans"/>
                <a:ea typeface="DejaVu Sans"/>
                <a:cs typeface="DejaVu Sans"/>
              </a:defRPr>
            </a:pPr>
            <a:r>
              <a:rPr sz="1500" b="1">
                <a:solidFill>
                  <a:srgbClr val="EAC27A"/>
                </a:solidFill>
                <a:latin typeface="DejaVu Sans"/>
                <a:ea typeface="DejaVu Sans"/>
                <a:cs typeface="DejaVu Sans"/>
              </a:rPr>
              <a:t>LA INFRAESTRUCTURA</a:t>
            </a:r>
          </a:p>
        </p:txBody>
      </p:sp>
      <p:sp>
        <p:nvSpPr>
          <p:cNvPr id="10" name="role-2">
            <a:extLst xmlns:a="http://schemas.openxmlformats.org/drawingml/2006/main">
              <a:ext uri="{FF2B5EF4-FFF2-40B4-BE49-F238E27FC236}">
                <a16:creationId xmlns:a16="http://schemas.microsoft.com/office/drawing/2014/main" id="{89BEC221-241F-469A-B046-C42C9C2E89E0}"/>
              </a:ext>
            </a:extLst>
          </p:cNvPr>
          <p:cNvSpPr>
            <a:spLocks xmlns:a="http://schemas.openxmlformats.org/drawingml/2006/main" noGrp="1"/>
          </p:cNvSpPr>
          <p:nvPr/>
        </p:nvSpPr>
        <p:spPr>
          <a:xfrm xmlns:a="http://schemas.openxmlformats.org/drawingml/2006/main">
            <a:off x="609600" y="4248150"/>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5F1E8"/>
                </a:solidFill>
                <a:latin typeface="DejaVu Serif"/>
                <a:ea typeface="DejaVu Serif"/>
                <a:cs typeface="DejaVu Serif"/>
              </a:defRPr>
            </a:defPPr>
            <a:lvl1pPr algn="l">
              <a:defRPr sz="2250" b="0">
                <a:solidFill>
                  <a:srgbClr val="F5F1E8"/>
                </a:solidFill>
                <a:latin typeface="DejaVu Serif"/>
                <a:ea typeface="DejaVu Serif"/>
                <a:cs typeface="DejaVu Serif"/>
              </a:defRPr>
            </a:lvl1pPr>
            <a:lvl2pPr algn="l">
              <a:defRPr sz="2250" b="0">
                <a:solidFill>
                  <a:srgbClr val="F5F1E8"/>
                </a:solidFill>
                <a:latin typeface="DejaVu Serif"/>
                <a:ea typeface="DejaVu Serif"/>
                <a:cs typeface="DejaVu Serif"/>
              </a:defRPr>
            </a:lvl2pPr>
            <a:lvl3pPr algn="l">
              <a:defRPr sz="2250" b="0">
                <a:solidFill>
                  <a:srgbClr val="F5F1E8"/>
                </a:solidFill>
                <a:latin typeface="DejaVu Serif"/>
                <a:ea typeface="DejaVu Serif"/>
                <a:cs typeface="DejaVu Serif"/>
              </a:defRPr>
            </a:lvl3pPr>
            <a:lvl4pPr algn="l">
              <a:defRPr sz="2250" b="0">
                <a:solidFill>
                  <a:srgbClr val="F5F1E8"/>
                </a:solidFill>
                <a:latin typeface="DejaVu Serif"/>
                <a:ea typeface="DejaVu Serif"/>
                <a:cs typeface="DejaVu Serif"/>
              </a:defRPr>
            </a:lvl4pPr>
            <a:lvl5pPr algn="l">
              <a:defRPr sz="2250" b="0">
                <a:solidFill>
                  <a:srgbClr val="F5F1E8"/>
                </a:solidFill>
                <a:latin typeface="DejaVu Serif"/>
                <a:ea typeface="DejaVu Serif"/>
                <a:cs typeface="DejaVu Serif"/>
              </a:defRPr>
            </a:lvl5pPr>
            <a:lvl6pPr algn="l">
              <a:defRPr sz="2250" b="0">
                <a:solidFill>
                  <a:srgbClr val="F5F1E8"/>
                </a:solidFill>
                <a:latin typeface="DejaVu Serif"/>
                <a:ea typeface="DejaVu Serif"/>
                <a:cs typeface="DejaVu Serif"/>
              </a:defRPr>
            </a:lvl6pPr>
            <a:lvl7pPr algn="l">
              <a:defRPr sz="2250" b="0">
                <a:solidFill>
                  <a:srgbClr val="F5F1E8"/>
                </a:solidFill>
                <a:latin typeface="DejaVu Serif"/>
                <a:ea typeface="DejaVu Serif"/>
                <a:cs typeface="DejaVu Serif"/>
              </a:defRPr>
            </a:lvl7pPr>
            <a:lvl8pPr algn="l">
              <a:defRPr sz="2250" b="0">
                <a:solidFill>
                  <a:srgbClr val="F5F1E8"/>
                </a:solidFill>
                <a:latin typeface="DejaVu Serif"/>
                <a:ea typeface="DejaVu Serif"/>
                <a:cs typeface="DejaVu Serif"/>
              </a:defRPr>
            </a:lvl8pPr>
            <a:lvl9pPr algn="l">
              <a:defRPr sz="2250" b="0">
                <a:solidFill>
                  <a:srgbClr val="F5F1E8"/>
                </a:solidFill>
                <a:latin typeface="DejaVu Serif"/>
                <a:ea typeface="DejaVu Serif"/>
                <a:cs typeface="DejaVu Serif"/>
              </a:defRPr>
            </a:lvl9pPr>
          </a:lstStyle>
          <a:p xmlns:a="http://schemas.openxmlformats.org/drawingml/2006/main">
            <a:pPr algn="l">
              <a:defRPr sz="2250" b="0">
                <a:solidFill>
                  <a:srgbClr val="F5F1E8"/>
                </a:solidFill>
                <a:latin typeface="DejaVu Serif"/>
                <a:ea typeface="DejaVu Serif"/>
                <a:cs typeface="DejaVu Serif"/>
              </a:defRPr>
            </a:pPr>
            <a:r>
              <a:rPr sz="2250" b="0">
                <a:solidFill>
                  <a:srgbClr val="F5F1E8"/>
                </a:solidFill>
                <a:latin typeface="DejaVu Serif"/>
                <a:ea typeface="DejaVu Serif"/>
                <a:cs typeface="DejaVu Serif"/>
              </a:rPr>
              <a:t>El ecosistema productivo</a:t>
            </a:r>
          </a:p>
          <a:p xmlns:a="http://schemas.openxmlformats.org/drawingml/2006/main">
            <a:pPr algn="l">
              <a:defRPr sz="2250" b="0">
                <a:solidFill>
                  <a:srgbClr val="F5F1E8"/>
                </a:solidFill>
                <a:latin typeface="DejaVu Serif"/>
                <a:ea typeface="DejaVu Serif"/>
                <a:cs typeface="DejaVu Serif"/>
              </a:defRPr>
            </a:pPr>
            <a:r>
              <a:rPr sz="2250" b="0">
                <a:solidFill>
                  <a:srgbClr val="F5F1E8"/>
                </a:solidFill>
                <a:latin typeface="DejaVu Serif"/>
                <a:ea typeface="DejaVu Serif"/>
                <a:cs typeface="DejaVu Serif"/>
              </a:rPr>
              <a:t>permite fabricar y escalar</a:t>
            </a:r>
          </a:p>
        </p:txBody>
      </p:sp>
      <p:sp>
        <p:nvSpPr>
          <p:cNvPr id="11" name="layout-surface">
            <a:extLst xmlns:a="http://schemas.openxmlformats.org/drawingml/2006/main">
              <a:ext uri="{FF2B5EF4-FFF2-40B4-BE49-F238E27FC236}">
                <a16:creationId xmlns:a16="http://schemas.microsoft.com/office/drawing/2014/main" id="{BF106AA8-B52F-4A4E-95CA-F3CDEAA179BB}"/>
              </a:ext>
            </a:extLst>
          </p:cNvPr>
          <p:cNvSpPr>
            <a:spLocks xmlns:a="http://schemas.openxmlformats.org/drawingml/2006/main" noGrp="1"/>
          </p:cNvSpPr>
          <p:nvPr/>
        </p:nvSpPr>
        <p:spPr>
          <a:xfrm xmlns:a="http://schemas.openxmlformats.org/drawingml/2006/main">
            <a:off x="457200" y="5191125"/>
            <a:ext cx="11277600" cy="942975"/>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2" name="thesis">
            <a:extLst xmlns:a="http://schemas.openxmlformats.org/drawingml/2006/main">
              <a:ext uri="{FF2B5EF4-FFF2-40B4-BE49-F238E27FC236}">
                <a16:creationId xmlns:a16="http://schemas.microsoft.com/office/drawing/2014/main" id="{03CA8A3C-3370-429E-97CD-51ED6A4BE8E4}"/>
              </a:ext>
            </a:extLst>
          </p:cNvPr>
          <p:cNvSpPr>
            <a:spLocks xmlns:a="http://schemas.openxmlformats.org/drawingml/2006/main" noGrp="1"/>
          </p:cNvSpPr>
          <p:nvPr/>
        </p:nvSpPr>
        <p:spPr>
          <a:xfrm xmlns:a="http://schemas.openxmlformats.org/drawingml/2006/main">
            <a:off x="609600" y="5286375"/>
            <a:ext cx="10972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EAC27A"/>
                </a:solidFill>
                <a:latin typeface="DejaVu Serif"/>
                <a:ea typeface="DejaVu Serif"/>
                <a:cs typeface="DejaVu Serif"/>
              </a:defRPr>
            </a:defPPr>
            <a:lvl1pPr algn="l">
              <a:defRPr sz="1875" b="0">
                <a:solidFill>
                  <a:srgbClr val="EAC27A"/>
                </a:solidFill>
                <a:latin typeface="DejaVu Serif"/>
                <a:ea typeface="DejaVu Serif"/>
                <a:cs typeface="DejaVu Serif"/>
              </a:defRPr>
            </a:lvl1pPr>
            <a:lvl2pPr algn="l">
              <a:defRPr sz="1875" b="0">
                <a:solidFill>
                  <a:srgbClr val="EAC27A"/>
                </a:solidFill>
                <a:latin typeface="DejaVu Serif"/>
                <a:ea typeface="DejaVu Serif"/>
                <a:cs typeface="DejaVu Serif"/>
              </a:defRPr>
            </a:lvl2pPr>
            <a:lvl3pPr algn="l">
              <a:defRPr sz="1875" b="0">
                <a:solidFill>
                  <a:srgbClr val="EAC27A"/>
                </a:solidFill>
                <a:latin typeface="DejaVu Serif"/>
                <a:ea typeface="DejaVu Serif"/>
                <a:cs typeface="DejaVu Serif"/>
              </a:defRPr>
            </a:lvl3pPr>
            <a:lvl4pPr algn="l">
              <a:defRPr sz="1875" b="0">
                <a:solidFill>
                  <a:srgbClr val="EAC27A"/>
                </a:solidFill>
                <a:latin typeface="DejaVu Serif"/>
                <a:ea typeface="DejaVu Serif"/>
                <a:cs typeface="DejaVu Serif"/>
              </a:defRPr>
            </a:lvl4pPr>
            <a:lvl5pPr algn="l">
              <a:defRPr sz="1875" b="0">
                <a:solidFill>
                  <a:srgbClr val="EAC27A"/>
                </a:solidFill>
                <a:latin typeface="DejaVu Serif"/>
                <a:ea typeface="DejaVu Serif"/>
                <a:cs typeface="DejaVu Serif"/>
              </a:defRPr>
            </a:lvl5pPr>
            <a:lvl6pPr algn="l">
              <a:defRPr sz="1875" b="0">
                <a:solidFill>
                  <a:srgbClr val="EAC27A"/>
                </a:solidFill>
                <a:latin typeface="DejaVu Serif"/>
                <a:ea typeface="DejaVu Serif"/>
                <a:cs typeface="DejaVu Serif"/>
              </a:defRPr>
            </a:lvl6pPr>
            <a:lvl7pPr algn="l">
              <a:defRPr sz="1875" b="0">
                <a:solidFill>
                  <a:srgbClr val="EAC27A"/>
                </a:solidFill>
                <a:latin typeface="DejaVu Serif"/>
                <a:ea typeface="DejaVu Serif"/>
                <a:cs typeface="DejaVu Serif"/>
              </a:defRPr>
            </a:lvl7pPr>
            <a:lvl8pPr algn="l">
              <a:defRPr sz="1875" b="0">
                <a:solidFill>
                  <a:srgbClr val="EAC27A"/>
                </a:solidFill>
                <a:latin typeface="DejaVu Serif"/>
                <a:ea typeface="DejaVu Serif"/>
                <a:cs typeface="DejaVu Serif"/>
              </a:defRPr>
            </a:lvl8pPr>
            <a:lvl9pPr algn="l">
              <a:defRPr sz="1875" b="0">
                <a:solidFill>
                  <a:srgbClr val="EAC27A"/>
                </a:solidFill>
                <a:latin typeface="DejaVu Serif"/>
                <a:ea typeface="DejaVu Serif"/>
                <a:cs typeface="DejaVu Serif"/>
              </a:defRPr>
            </a:lvl9pPr>
          </a:lstStyle>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La transformación tecnológica china surge de la interacción entre</a:t>
            </a:r>
          </a:p>
          <a:p xmlns:a="http://schemas.openxmlformats.org/drawingml/2006/main">
            <a:pPr algn="l">
              <a:defRPr sz="1875" b="0">
                <a:solidFill>
                  <a:srgbClr val="EAC27A"/>
                </a:solidFill>
                <a:latin typeface="DejaVu Serif"/>
                <a:ea typeface="DejaVu Serif"/>
                <a:cs typeface="DejaVu Serif"/>
              </a:defRPr>
            </a:pPr>
            <a:r>
              <a:rPr sz="1875" b="0">
                <a:solidFill>
                  <a:srgbClr val="EAC27A"/>
                </a:solidFill>
                <a:latin typeface="DejaVu Serif"/>
                <a:ea typeface="DejaVu Serif"/>
                <a:cs typeface="DejaVu Serif"/>
              </a:rPr>
              <a:t>estrategia estatal, innovación empresarial y capacidad industrial.</a:t>
            </a:r>
          </a:p>
        </p:txBody>
      </p:sp>
      <p:sp>
        <p:nvSpPr>
          <p:cNvPr id="13" name="next-module">
            <a:extLst xmlns:a="http://schemas.openxmlformats.org/drawingml/2006/main">
              <a:ext uri="{FF2B5EF4-FFF2-40B4-BE49-F238E27FC236}">
                <a16:creationId xmlns:a16="http://schemas.microsoft.com/office/drawing/2014/main" id="{573D909A-5FB5-4F7A-AF62-5FB22AC409CB}"/>
              </a:ext>
            </a:extLst>
          </p:cNvPr>
          <p:cNvSpPr>
            <a:spLocks xmlns:a="http://schemas.openxmlformats.org/drawingml/2006/main" noGrp="1"/>
          </p:cNvSpPr>
          <p:nvPr/>
        </p:nvSpPr>
        <p:spPr>
          <a:xfrm xmlns:a="http://schemas.openxmlformats.org/drawingml/2006/main">
            <a:off x="609600" y="617220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B8C7D2"/>
                </a:solidFill>
                <a:latin typeface="DejaVu Sans"/>
                <a:ea typeface="DejaVu Sans"/>
                <a:cs typeface="DejaVu Sans"/>
              </a:defRPr>
            </a:defPPr>
            <a:lvl1pPr algn="l">
              <a:defRPr sz="1500" b="0">
                <a:solidFill>
                  <a:srgbClr val="B8C7D2"/>
                </a:solidFill>
                <a:latin typeface="DejaVu Sans"/>
                <a:ea typeface="DejaVu Sans"/>
                <a:cs typeface="DejaVu Sans"/>
              </a:defRPr>
            </a:lvl1pPr>
            <a:lvl2pPr algn="l">
              <a:defRPr sz="1500" b="0">
                <a:solidFill>
                  <a:srgbClr val="B8C7D2"/>
                </a:solidFill>
                <a:latin typeface="DejaVu Sans"/>
                <a:ea typeface="DejaVu Sans"/>
                <a:cs typeface="DejaVu Sans"/>
              </a:defRPr>
            </a:lvl2pPr>
            <a:lvl3pPr algn="l">
              <a:defRPr sz="1500" b="0">
                <a:solidFill>
                  <a:srgbClr val="B8C7D2"/>
                </a:solidFill>
                <a:latin typeface="DejaVu Sans"/>
                <a:ea typeface="DejaVu Sans"/>
                <a:cs typeface="DejaVu Sans"/>
              </a:defRPr>
            </a:lvl3pPr>
            <a:lvl4pPr algn="l">
              <a:defRPr sz="1500" b="0">
                <a:solidFill>
                  <a:srgbClr val="B8C7D2"/>
                </a:solidFill>
                <a:latin typeface="DejaVu Sans"/>
                <a:ea typeface="DejaVu Sans"/>
                <a:cs typeface="DejaVu Sans"/>
              </a:defRPr>
            </a:lvl4pPr>
            <a:lvl5pPr algn="l">
              <a:defRPr sz="1500" b="0">
                <a:solidFill>
                  <a:srgbClr val="B8C7D2"/>
                </a:solidFill>
                <a:latin typeface="DejaVu Sans"/>
                <a:ea typeface="DejaVu Sans"/>
                <a:cs typeface="DejaVu Sans"/>
              </a:defRPr>
            </a:lvl5pPr>
            <a:lvl6pPr algn="l">
              <a:defRPr sz="1500" b="0">
                <a:solidFill>
                  <a:srgbClr val="B8C7D2"/>
                </a:solidFill>
                <a:latin typeface="DejaVu Sans"/>
                <a:ea typeface="DejaVu Sans"/>
                <a:cs typeface="DejaVu Sans"/>
              </a:defRPr>
            </a:lvl6pPr>
            <a:lvl7pPr algn="l">
              <a:defRPr sz="1500" b="0">
                <a:solidFill>
                  <a:srgbClr val="B8C7D2"/>
                </a:solidFill>
                <a:latin typeface="DejaVu Sans"/>
                <a:ea typeface="DejaVu Sans"/>
                <a:cs typeface="DejaVu Sans"/>
              </a:defRPr>
            </a:lvl7pPr>
            <a:lvl8pPr algn="l">
              <a:defRPr sz="1500" b="0">
                <a:solidFill>
                  <a:srgbClr val="B8C7D2"/>
                </a:solidFill>
                <a:latin typeface="DejaVu Sans"/>
                <a:ea typeface="DejaVu Sans"/>
                <a:cs typeface="DejaVu Sans"/>
              </a:defRPr>
            </a:lvl8pPr>
            <a:lvl9pPr algn="l">
              <a:defRPr sz="1500" b="0">
                <a:solidFill>
                  <a:srgbClr val="B8C7D2"/>
                </a:solidFill>
                <a:latin typeface="DejaVu Sans"/>
                <a:ea typeface="DejaVu Sans"/>
                <a:cs typeface="DejaVu Sans"/>
              </a:defRPr>
            </a:lvl9pPr>
          </a:lstStyle>
          <a:p xmlns:a="http://schemas.openxmlformats.org/drawingml/2006/main">
            <a:pPr algn="l">
              <a:defRPr sz="1500" b="0">
                <a:solidFill>
                  <a:srgbClr val="B8C7D2"/>
                </a:solidFill>
                <a:latin typeface="DejaVu Sans"/>
                <a:ea typeface="DejaVu Sans"/>
                <a:cs typeface="DejaVu Sans"/>
              </a:defRPr>
            </a:pPr>
            <a:r>
              <a:rPr sz="1500" b="0">
                <a:solidFill>
                  <a:srgbClr val="B8C7D2"/>
                </a:solidFill>
                <a:latin typeface="DejaVu Sans"/>
                <a:ea typeface="DejaVu Sans"/>
                <a:cs typeface="DejaVu Sans"/>
              </a:rPr>
              <a:t>Próximo módulo: El androide, las empresas tecnológicas chinas</a:t>
            </a:r>
          </a:p>
        </p:txBody>
      </p:sp>
      <p:sp>
        <p:nvSpPr>
          <p:cNvPr id="14" name="layout-surface">
            <a:extLst xmlns:a="http://schemas.openxmlformats.org/drawingml/2006/main">
              <a:ext uri="{FF2B5EF4-FFF2-40B4-BE49-F238E27FC236}">
                <a16:creationId xmlns:a16="http://schemas.microsoft.com/office/drawing/2014/main" id="{3F13F252-4679-4537-8D8A-6807AD34FA18}"/>
              </a:ext>
            </a:extLst>
          </p:cNvPr>
          <p:cNvSpPr>
            <a:spLocks xmlns:a="http://schemas.openxmlformats.org/drawingml/2006/main" noGrp="1"/>
          </p:cNvSpPr>
          <p:nvPr/>
        </p:nvSpPr>
        <p:spPr>
          <a:xfrm xmlns:a="http://schemas.openxmlformats.org/drawingml/2006/main">
            <a:off x="0" y="6438900"/>
            <a:ext cx="12192000" cy="419100"/>
          </a:xfrm>
          <a:prstGeom xmlns:a="http://schemas.openxmlformats.org/drawingml/2006/main" prst="rect">
            <a:avLst/>
          </a:prstGeom>
          <a:solidFill xmlns:a="http://schemas.openxmlformats.org/drawingml/2006/main">
            <a:srgbClr val="061521"/>
          </a:solidFill>
          <a:ln xmlns:a="http://schemas.openxmlformats.org/drawingml/2006/main" w="0">
            <a:noFill/>
            <a:prstDash val="solid"/>
          </a:ln>
        </p:spPr>
      </p:sp>
      <p:sp>
        <p:nvSpPr>
          <p:cNvPr id="15" name="attribution">
            <a:extLst xmlns:a="http://schemas.openxmlformats.org/drawingml/2006/main">
              <a:ext uri="{FF2B5EF4-FFF2-40B4-BE49-F238E27FC236}">
                <a16:creationId xmlns:a16="http://schemas.microsoft.com/office/drawing/2014/main" id="{0BA25383-5C0F-4654-9BA0-9E159A49D66A}"/>
              </a:ext>
            </a:extLst>
          </p:cNvPr>
          <p:cNvSpPr>
            <a:spLocks xmlns:a="http://schemas.openxmlformats.org/drawingml/2006/main" noGrp="1"/>
          </p:cNvSpPr>
          <p:nvPr/>
        </p:nvSpPr>
        <p:spPr>
          <a:xfrm xmlns:a="http://schemas.openxmlformats.org/drawingml/2006/main">
            <a:off x="609600" y="65627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B8C7D2"/>
                </a:solidFill>
                <a:latin typeface="DejaVu Sans"/>
                <a:ea typeface="DejaVu Sans"/>
                <a:cs typeface="DejaVu Sans"/>
              </a:defRPr>
            </a:defPPr>
            <a:lvl1pPr algn="l">
              <a:defRPr sz="1125" b="0">
                <a:solidFill>
                  <a:srgbClr val="B8C7D2"/>
                </a:solidFill>
                <a:latin typeface="DejaVu Sans"/>
                <a:ea typeface="DejaVu Sans"/>
                <a:cs typeface="DejaVu Sans"/>
              </a:defRPr>
            </a:lvl1pPr>
            <a:lvl2pPr algn="l">
              <a:defRPr sz="1125" b="0">
                <a:solidFill>
                  <a:srgbClr val="B8C7D2"/>
                </a:solidFill>
                <a:latin typeface="DejaVu Sans"/>
                <a:ea typeface="DejaVu Sans"/>
                <a:cs typeface="DejaVu Sans"/>
              </a:defRPr>
            </a:lvl2pPr>
            <a:lvl3pPr algn="l">
              <a:defRPr sz="1125" b="0">
                <a:solidFill>
                  <a:srgbClr val="B8C7D2"/>
                </a:solidFill>
                <a:latin typeface="DejaVu Sans"/>
                <a:ea typeface="DejaVu Sans"/>
                <a:cs typeface="DejaVu Sans"/>
              </a:defRPr>
            </a:lvl3pPr>
            <a:lvl4pPr algn="l">
              <a:defRPr sz="1125" b="0">
                <a:solidFill>
                  <a:srgbClr val="B8C7D2"/>
                </a:solidFill>
                <a:latin typeface="DejaVu Sans"/>
                <a:ea typeface="DejaVu Sans"/>
                <a:cs typeface="DejaVu Sans"/>
              </a:defRPr>
            </a:lvl4pPr>
            <a:lvl5pPr algn="l">
              <a:defRPr sz="1125" b="0">
                <a:solidFill>
                  <a:srgbClr val="B8C7D2"/>
                </a:solidFill>
                <a:latin typeface="DejaVu Sans"/>
                <a:ea typeface="DejaVu Sans"/>
                <a:cs typeface="DejaVu Sans"/>
              </a:defRPr>
            </a:lvl5pPr>
            <a:lvl6pPr algn="l">
              <a:defRPr sz="1125" b="0">
                <a:solidFill>
                  <a:srgbClr val="B8C7D2"/>
                </a:solidFill>
                <a:latin typeface="DejaVu Sans"/>
                <a:ea typeface="DejaVu Sans"/>
                <a:cs typeface="DejaVu Sans"/>
              </a:defRPr>
            </a:lvl6pPr>
            <a:lvl7pPr algn="l">
              <a:defRPr sz="1125" b="0">
                <a:solidFill>
                  <a:srgbClr val="B8C7D2"/>
                </a:solidFill>
                <a:latin typeface="DejaVu Sans"/>
                <a:ea typeface="DejaVu Sans"/>
                <a:cs typeface="DejaVu Sans"/>
              </a:defRPr>
            </a:lvl7pPr>
            <a:lvl8pPr algn="l">
              <a:defRPr sz="1125" b="0">
                <a:solidFill>
                  <a:srgbClr val="B8C7D2"/>
                </a:solidFill>
                <a:latin typeface="DejaVu Sans"/>
                <a:ea typeface="DejaVu Sans"/>
                <a:cs typeface="DejaVu Sans"/>
              </a:defRPr>
            </a:lvl8pPr>
            <a:lvl9pPr algn="l">
              <a:defRPr sz="1125" b="0">
                <a:solidFill>
                  <a:srgbClr val="B8C7D2"/>
                </a:solidFill>
                <a:latin typeface="DejaVu Sans"/>
                <a:ea typeface="DejaVu Sans"/>
                <a:cs typeface="DejaVu Sans"/>
              </a:defRPr>
            </a:lvl9pPr>
          </a:lstStyle>
          <a:p xmlns:a="http://schemas.openxmlformats.org/drawingml/2006/main">
            <a:pPr algn="l">
              <a:defRPr sz="1125" b="0">
                <a:solidFill>
                  <a:srgbClr val="B8C7D2"/>
                </a:solidFill>
                <a:latin typeface="DejaVu Sans"/>
                <a:ea typeface="DejaVu Sans"/>
                <a:cs typeface="DejaVu Sans"/>
              </a:defRPr>
            </a:pPr>
            <a:r>
              <a:rPr sz="1125" b="0">
                <a:solidFill>
                  <a:srgbClr val="B8C7D2"/>
                </a:solidFill>
                <a:latin typeface="DejaVu Sans"/>
                <a:ea typeface="DejaVu Sans"/>
                <a:cs typeface="DejaVu Sans"/>
              </a:rPr>
              <a:t>Material elaborado por el profesor Sergio Gevatschnaider</a:t>
            </a:r>
          </a:p>
        </p:txBody>
      </p:sp>
      <p:sp>
        <p:nvSpPr>
          <p:cNvPr id="16" name="sources-link">
            <a:extLst xmlns:a="http://schemas.openxmlformats.org/drawingml/2006/main">
              <a:ext uri="{FF2B5EF4-FFF2-40B4-BE49-F238E27FC236}">
                <a16:creationId xmlns:a16="http://schemas.microsoft.com/office/drawing/2014/main" id="{AD42425A-41F8-4014-9E0B-B389D358CB34}"/>
              </a:ext>
            </a:extLst>
          </p:cNvPr>
          <p:cNvSpPr>
            <a:spLocks xmlns:a="http://schemas.openxmlformats.org/drawingml/2006/main" noGrp="1"/>
          </p:cNvSpPr>
          <p:nvPr/>
        </p:nvSpPr>
        <p:spPr>
          <a:xfrm xmlns:a="http://schemas.openxmlformats.org/drawingml/2006/main">
            <a:off x="9124950" y="65627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a:hlinkClick xmlns:r="http://schemas.openxmlformats.org/officeDocument/2006/relationships" r:id="R7fe470b746ea4a64"/>
              </a:rPr>
              <a:t>Fuentes y notas ↗</a:t>
            </a:r>
          </a:p>
        </p:txBody>
      </p:sp>
      <p:sp>
        <p:nvSpPr>
          <p:cNvPr id="17" name="page-number">
            <a:extLst xmlns:a="http://schemas.openxmlformats.org/drawingml/2006/main">
              <a:ext uri="{FF2B5EF4-FFF2-40B4-BE49-F238E27FC236}">
                <a16:creationId xmlns:a16="http://schemas.microsoft.com/office/drawing/2014/main" id="{E184A936-4A77-47C2-9E82-E98BBF0AAF5E}"/>
              </a:ext>
            </a:extLst>
          </p:cNvPr>
          <p:cNvSpPr>
            <a:spLocks xmlns:a="http://schemas.openxmlformats.org/drawingml/2006/main" noGrp="1"/>
          </p:cNvSpPr>
          <p:nvPr/>
        </p:nvSpPr>
        <p:spPr>
          <a:xfrm xmlns:a="http://schemas.openxmlformats.org/drawingml/2006/main">
            <a:off x="10715625" y="65627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EAC27A"/>
                </a:solidFill>
                <a:latin typeface="DejaVu Sans"/>
                <a:ea typeface="DejaVu Sans"/>
                <a:cs typeface="DejaVu Sans"/>
              </a:defRPr>
            </a:defPPr>
            <a:lvl1pPr algn="l">
              <a:defRPr sz="1125" b="0">
                <a:solidFill>
                  <a:srgbClr val="EAC27A"/>
                </a:solidFill>
                <a:latin typeface="DejaVu Sans"/>
                <a:ea typeface="DejaVu Sans"/>
                <a:cs typeface="DejaVu Sans"/>
              </a:defRPr>
            </a:lvl1pPr>
            <a:lvl2pPr algn="l">
              <a:defRPr sz="1125" b="0">
                <a:solidFill>
                  <a:srgbClr val="EAC27A"/>
                </a:solidFill>
                <a:latin typeface="DejaVu Sans"/>
                <a:ea typeface="DejaVu Sans"/>
                <a:cs typeface="DejaVu Sans"/>
              </a:defRPr>
            </a:lvl2pPr>
            <a:lvl3pPr algn="l">
              <a:defRPr sz="1125" b="0">
                <a:solidFill>
                  <a:srgbClr val="EAC27A"/>
                </a:solidFill>
                <a:latin typeface="DejaVu Sans"/>
                <a:ea typeface="DejaVu Sans"/>
                <a:cs typeface="DejaVu Sans"/>
              </a:defRPr>
            </a:lvl3pPr>
            <a:lvl4pPr algn="l">
              <a:defRPr sz="1125" b="0">
                <a:solidFill>
                  <a:srgbClr val="EAC27A"/>
                </a:solidFill>
                <a:latin typeface="DejaVu Sans"/>
                <a:ea typeface="DejaVu Sans"/>
                <a:cs typeface="DejaVu Sans"/>
              </a:defRPr>
            </a:lvl4pPr>
            <a:lvl5pPr algn="l">
              <a:defRPr sz="1125" b="0">
                <a:solidFill>
                  <a:srgbClr val="EAC27A"/>
                </a:solidFill>
                <a:latin typeface="DejaVu Sans"/>
                <a:ea typeface="DejaVu Sans"/>
                <a:cs typeface="DejaVu Sans"/>
              </a:defRPr>
            </a:lvl5pPr>
            <a:lvl6pPr algn="l">
              <a:defRPr sz="1125" b="0">
                <a:solidFill>
                  <a:srgbClr val="EAC27A"/>
                </a:solidFill>
                <a:latin typeface="DejaVu Sans"/>
                <a:ea typeface="DejaVu Sans"/>
                <a:cs typeface="DejaVu Sans"/>
              </a:defRPr>
            </a:lvl6pPr>
            <a:lvl7pPr algn="l">
              <a:defRPr sz="1125" b="0">
                <a:solidFill>
                  <a:srgbClr val="EAC27A"/>
                </a:solidFill>
                <a:latin typeface="DejaVu Sans"/>
                <a:ea typeface="DejaVu Sans"/>
                <a:cs typeface="DejaVu Sans"/>
              </a:defRPr>
            </a:lvl7pPr>
            <a:lvl8pPr algn="l">
              <a:defRPr sz="1125" b="0">
                <a:solidFill>
                  <a:srgbClr val="EAC27A"/>
                </a:solidFill>
                <a:latin typeface="DejaVu Sans"/>
                <a:ea typeface="DejaVu Sans"/>
                <a:cs typeface="DejaVu Sans"/>
              </a:defRPr>
            </a:lvl8pPr>
            <a:lvl9pPr algn="l">
              <a:defRPr sz="1125" b="0">
                <a:solidFill>
                  <a:srgbClr val="EAC27A"/>
                </a:solidFill>
                <a:latin typeface="DejaVu Sans"/>
                <a:ea typeface="DejaVu Sans"/>
                <a:cs typeface="DejaVu Sans"/>
              </a:defRPr>
            </a:lvl9pPr>
          </a:lstStyle>
          <a:p xmlns:a="http://schemas.openxmlformats.org/drawingml/2006/main">
            <a:pPr algn="l">
              <a:defRPr sz="1125" b="0">
                <a:solidFill>
                  <a:srgbClr val="EAC27A"/>
                </a:solidFill>
                <a:latin typeface="DejaVu Sans"/>
                <a:ea typeface="DejaVu Sans"/>
                <a:cs typeface="DejaVu Sans"/>
              </a:defRPr>
            </a:pPr>
            <a:r>
              <a:rPr sz="1125" b="0">
                <a:solidFill>
                  <a:srgbClr val="EAC27A"/>
                </a:solidFill>
                <a:latin typeface="DejaVu Sans"/>
                <a:ea typeface="DejaVu Sans"/>
                <a:cs typeface="DejaVu Sans"/>
              </a:rPr>
              <a:t>10 / 10</a:t>
            </a:r>
          </a:p>
        </p:txBody>
      </p:sp>
    </p:spTree>
    <p:extLst>
      <p:ext uri="{BB962C8B-B14F-4D97-AF65-F5344CB8AC3E}">
        <p14:creationId xmlns:p14="http://schemas.microsoft.com/office/powerpoint/2010/main" val="1701839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Sergio Gevatschnaider</dc:creator>
  <lastModifiedBy>Sergio Gevatschnaider</lastModifiedBy>
  <dc:title>El dragón — 龙: El Estado estratégico y la transformación tecnológica de China</dc:title>
  <dcterms:created xsi:type="dcterms:W3CDTF">2026-10-20T13:42:06.0990000Z</dcterms:created>
  <dcterms:modified xsi:type="dcterms:W3CDTF">2026-10-20T13:42:06.0990000Z</dcterms:modified>
  <dc:description>Material elaborado por el profesor Sergio Gevatschnaider. Ilustraciones conceptuales generadas y recompuestas con IA. Corte documental: 20 de octubre de 2026.</dc:description>
</coreProperties>
</file>