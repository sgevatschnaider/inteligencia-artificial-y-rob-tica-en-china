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f09e2e187f364b97" /><Relationship Type="http://schemas.openxmlformats.org/officeDocument/2006/relationships/extended-properties" Target="/docProps/app.xml" Id="R95d6301936c542d5" /><Relationship Type="http://schemas.openxmlformats.org/officeDocument/2006/relationships/officeDocument" Target="/ppt/presentation.xml" Id="Re5140204fbc340de" /></Relationships>
</file>

<file path=ppt/presentation.xml><?xml version="1.0" encoding="utf-8"?>
<p:presentation xmlns:p="http://schemas.openxmlformats.org/presentationml/2006/main">
  <p:sldMasterIdLst>
    <p:sldMasterId xmlns:r="http://schemas.openxmlformats.org/officeDocument/2006/relationships" id="2147483648" r:id="Rbc1b023ece024c96"/>
  </p:sldMasterIdLst>
  <p:notesMasterIdLst>
    <p:notesMasterId xmlns:r="http://schemas.openxmlformats.org/officeDocument/2006/relationships" r:id="Re92e76be5f90484e"/>
  </p:notesMasterIdLst>
  <p:sldIdLst>
    <p:sldId xmlns:r="http://schemas.openxmlformats.org/officeDocument/2006/relationships" id="256" r:id="R33b07780d1ab4bc5"/>
    <p:sldId xmlns:r="http://schemas.openxmlformats.org/officeDocument/2006/relationships" id="257" r:id="R5324899580224c00"/>
    <p:sldId xmlns:r="http://schemas.openxmlformats.org/officeDocument/2006/relationships" id="258" r:id="Ra8d535f9fbc349d4"/>
    <p:sldId xmlns:r="http://schemas.openxmlformats.org/officeDocument/2006/relationships" id="259" r:id="Ra8bbc1040b4e4f6e"/>
    <p:sldId xmlns:r="http://schemas.openxmlformats.org/officeDocument/2006/relationships" id="260" r:id="Rc792a2f892a043be"/>
    <p:sldId xmlns:r="http://schemas.openxmlformats.org/officeDocument/2006/relationships" id="261" r:id="Rfc7c3c108e96407a"/>
    <p:sldId xmlns:r="http://schemas.openxmlformats.org/officeDocument/2006/relationships" id="262" r:id="R219c1103d7dd4d2c"/>
    <p:sldId xmlns:r="http://schemas.openxmlformats.org/officeDocument/2006/relationships" id="263" r:id="R3b404d75697340fb"/>
    <p:sldId xmlns:r="http://schemas.openxmlformats.org/officeDocument/2006/relationships" id="264" r:id="Re9e33865b9bb43d0"/>
    <p:sldId xmlns:r="http://schemas.openxmlformats.org/officeDocument/2006/relationships" id="265" r:id="Ra1b6ae8ced974d38"/>
    <p:sldId xmlns:r="http://schemas.openxmlformats.org/officeDocument/2006/relationships" id="266" r:id="R65b705a11db84977"/>
    <p:sldId xmlns:r="http://schemas.openxmlformats.org/officeDocument/2006/relationships" id="267" r:id="Rcb7f37ed38c14826"/>
    <p:sldId xmlns:r="http://schemas.openxmlformats.org/officeDocument/2006/relationships" id="268" r:id="Rc68b090f79c449fe"/>
    <p:sldId xmlns:r="http://schemas.openxmlformats.org/officeDocument/2006/relationships" id="269" r:id="R935071571a2b491c"/>
    <p:sldId xmlns:r="http://schemas.openxmlformats.org/officeDocument/2006/relationships" id="270" r:id="R9ea69cacd0c64e21"/>
    <p:sldId xmlns:r="http://schemas.openxmlformats.org/officeDocument/2006/relationships" id="271" r:id="Rfbb6cd84bd984586"/>
    <p:sldId xmlns:r="http://schemas.openxmlformats.org/officeDocument/2006/relationships" id="272" r:id="R2fb91daa160e446b"/>
    <p:sldId xmlns:r="http://schemas.openxmlformats.org/officeDocument/2006/relationships" id="273" r:id="R4f7ca095a0444d01"/>
    <p:sldId xmlns:r="http://schemas.openxmlformats.org/officeDocument/2006/relationships" id="274" r:id="R9606d3632a164b99"/>
    <p:sldId xmlns:r="http://schemas.openxmlformats.org/officeDocument/2006/relationships" id="275" r:id="R3e5630a74deb4878"/>
    <p:sldId xmlns:r="http://schemas.openxmlformats.org/officeDocument/2006/relationships" id="276" r:id="Rfd115c97bf6e46f0"/>
    <p:sldId xmlns:r="http://schemas.openxmlformats.org/officeDocument/2006/relationships" id="277" r:id="R7cf2fd3d22cf4693"/>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07321ef809a84d27" /><Relationship Type="http://schemas.openxmlformats.org/officeDocument/2006/relationships/slideMaster" Target="/ppt/slideMasters/slideMaster1.xml" Id="Rbc1b023ece024c96" /><Relationship Type="http://schemas.openxmlformats.org/officeDocument/2006/relationships/notesMaster" Target="/ppt/notesMasters/notesMaster1.xml" Id="Re92e76be5f90484e" /><Relationship Type="http://schemas.openxmlformats.org/officeDocument/2006/relationships/presProps" Target="/ppt/presProps.xml" Id="R775c8f7478a5432d" /><Relationship Type="http://schemas.openxmlformats.org/officeDocument/2006/relationships/tableStyles" Target="/ppt/tableStyles.xml" Id="Rc1eefaf567b94e81" /><Relationship Type="http://schemas.openxmlformats.org/officeDocument/2006/relationships/slide" Target="/ppt/slides/slide1.xml" Id="R33b07780d1ab4bc5" /><Relationship Type="http://schemas.openxmlformats.org/officeDocument/2006/relationships/slide" Target="/ppt/slides/slide2.xml" Id="R5324899580224c00" /><Relationship Type="http://schemas.openxmlformats.org/officeDocument/2006/relationships/slide" Target="/ppt/slides/slide3.xml" Id="Ra8d535f9fbc349d4" /><Relationship Type="http://schemas.openxmlformats.org/officeDocument/2006/relationships/slide" Target="/ppt/slides/slide4.xml" Id="Ra8bbc1040b4e4f6e" /><Relationship Type="http://schemas.openxmlformats.org/officeDocument/2006/relationships/slide" Target="/ppt/slides/slide5.xml" Id="Rc792a2f892a043be" /><Relationship Type="http://schemas.openxmlformats.org/officeDocument/2006/relationships/slide" Target="/ppt/slides/slide6.xml" Id="Rfc7c3c108e96407a" /><Relationship Type="http://schemas.openxmlformats.org/officeDocument/2006/relationships/slide" Target="/ppt/slides/slide7.xml" Id="R219c1103d7dd4d2c" /><Relationship Type="http://schemas.openxmlformats.org/officeDocument/2006/relationships/slide" Target="/ppt/slides/slide8.xml" Id="R3b404d75697340fb" /><Relationship Type="http://schemas.openxmlformats.org/officeDocument/2006/relationships/slide" Target="/ppt/slides/slide9.xml" Id="Re9e33865b9bb43d0" /><Relationship Type="http://schemas.openxmlformats.org/officeDocument/2006/relationships/slide" Target="/ppt/slides/slide10.xml" Id="Ra1b6ae8ced974d38" /><Relationship Type="http://schemas.openxmlformats.org/officeDocument/2006/relationships/slide" Target="/ppt/slides/slide11.xml" Id="R65b705a11db84977" /><Relationship Type="http://schemas.openxmlformats.org/officeDocument/2006/relationships/slide" Target="/ppt/slides/slide12.xml" Id="Rcb7f37ed38c14826" /><Relationship Type="http://schemas.openxmlformats.org/officeDocument/2006/relationships/slide" Target="/ppt/slides/slide13.xml" Id="Rc68b090f79c449fe" /><Relationship Type="http://schemas.openxmlformats.org/officeDocument/2006/relationships/slide" Target="/ppt/slides/slide14.xml" Id="R935071571a2b491c" /><Relationship Type="http://schemas.openxmlformats.org/officeDocument/2006/relationships/slide" Target="/ppt/slides/slide15.xml" Id="R9ea69cacd0c64e21" /><Relationship Type="http://schemas.openxmlformats.org/officeDocument/2006/relationships/slide" Target="/ppt/slides/slide16.xml" Id="Rfbb6cd84bd984586" /><Relationship Type="http://schemas.openxmlformats.org/officeDocument/2006/relationships/slide" Target="/ppt/slides/slide17.xml" Id="R2fb91daa160e446b" /><Relationship Type="http://schemas.openxmlformats.org/officeDocument/2006/relationships/slide" Target="/ppt/slides/slide18.xml" Id="R4f7ca095a0444d01" /><Relationship Type="http://schemas.openxmlformats.org/officeDocument/2006/relationships/slide" Target="/ppt/slides/slide19.xml" Id="R9606d3632a164b99" /><Relationship Type="http://schemas.openxmlformats.org/officeDocument/2006/relationships/slide" Target="/ppt/slides/slide20.xml" Id="R3e5630a74deb4878" /><Relationship Type="http://schemas.openxmlformats.org/officeDocument/2006/relationships/slide" Target="/ppt/slides/slide21.xml" Id="Rfd115c97bf6e46f0" /><Relationship Type="http://schemas.openxmlformats.org/officeDocument/2006/relationships/slide" Target="/ppt/slides/slide22.xml" Id="R7cf2fd3d22cf4693"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f8434e76ddef4c1c"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DejaVu Sans"/>
        <a:ea typeface=""/>
        <a:cs typeface=""/>
      </a:majorFont>
      <a:minorFont>
        <a:latin typeface="DejaVu San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03e20856cc9f4f70" /><Relationship Type="http://schemas.openxmlformats.org/officeDocument/2006/relationships/notesMaster" Target="/ppt/notesMasters/notesMaster1.xml" Id="R3a13873715654eb8" /></Relationships>
</file>

<file path=ppt/notesSlides/_rels/notesSlide2.xml.rels>&#65279;<?xml version="1.0" encoding="utf-8"?><Relationships xmlns="http://schemas.openxmlformats.org/package/2006/relationships"><Relationship Type="http://schemas.openxmlformats.org/officeDocument/2006/relationships/slide" Target="/ppt/slides/slide2.xml" Id="R28a9e3ddfeda48c5" /><Relationship Type="http://schemas.openxmlformats.org/officeDocument/2006/relationships/notesMaster" Target="/ppt/notesMasters/notesMaster1.xml" Id="R25f95110beef4a06" /></Relationships>
</file>

<file path=ppt/notesSlides/_rels/notesSlide3.xml.rels>&#65279;<?xml version="1.0" encoding="utf-8"?><Relationships xmlns="http://schemas.openxmlformats.org/package/2006/relationships"><Relationship Type="http://schemas.openxmlformats.org/officeDocument/2006/relationships/slide" Target="/ppt/slides/slide3.xml" Id="R9511089ee3394080" /><Relationship Type="http://schemas.openxmlformats.org/officeDocument/2006/relationships/notesMaster" Target="/ppt/notesMasters/notesMaster1.xml" Id="R7523a41c8f7643cc" /></Relationships>
</file>

<file path=ppt/notesSlides/_rels/notesSlide4.xml.rels>&#65279;<?xml version="1.0" encoding="utf-8"?><Relationships xmlns="http://schemas.openxmlformats.org/package/2006/relationships"><Relationship Type="http://schemas.openxmlformats.org/officeDocument/2006/relationships/slide" Target="/ppt/slides/slide4.xml" Id="Rf34bd1d375134b1e" /><Relationship Type="http://schemas.openxmlformats.org/officeDocument/2006/relationships/notesMaster" Target="/ppt/notesMasters/notesMaster1.xml" Id="R3feeaa2867f741a1" /></Relationships>
</file>

<file path=ppt/notesSlides/_rels/notesSlide5.xml.rels>&#65279;<?xml version="1.0" encoding="utf-8"?><Relationships xmlns="http://schemas.openxmlformats.org/package/2006/relationships"><Relationship Type="http://schemas.openxmlformats.org/officeDocument/2006/relationships/slide" Target="/ppt/slides/slide5.xml" Id="Ra50c379ddcec46c2" /><Relationship Type="http://schemas.openxmlformats.org/officeDocument/2006/relationships/notesMaster" Target="/ppt/notesMasters/notesMaster1.xml" Id="R30ef6a9993d34987" /></Relationships>
</file>

<file path=ppt/notesSlides/_rels/notesSlide6.xml.rels>&#65279;<?xml version="1.0" encoding="utf-8"?><Relationships xmlns="http://schemas.openxmlformats.org/package/2006/relationships"><Relationship Type="http://schemas.openxmlformats.org/officeDocument/2006/relationships/slide" Target="/ppt/slides/slide6.xml" Id="R94ef9cbaddae4597" /><Relationship Type="http://schemas.openxmlformats.org/officeDocument/2006/relationships/notesMaster" Target="/ppt/notesMasters/notesMaster1.xml" Id="R354e7384b2dc4c94" /></Relationships>
</file>

<file path=ppt/notesSlides/_rels/notesSlide7.xml.rels>&#65279;<?xml version="1.0" encoding="utf-8"?><Relationships xmlns="http://schemas.openxmlformats.org/package/2006/relationships"><Relationship Type="http://schemas.openxmlformats.org/officeDocument/2006/relationships/slide" Target="/ppt/slides/slide7.xml" Id="R948515c532004432" /><Relationship Type="http://schemas.openxmlformats.org/officeDocument/2006/relationships/notesMaster" Target="/ppt/notesMasters/notesMaster1.xml" Id="Rbab49474d3384061" /></Relationships>
</file>

<file path=ppt/notesSlides/_rels/notesSlide8.xml.rels>&#65279;<?xml version="1.0" encoding="utf-8"?><Relationships xmlns="http://schemas.openxmlformats.org/package/2006/relationships"><Relationship Type="http://schemas.openxmlformats.org/officeDocument/2006/relationships/slide" Target="/ppt/slides/slide8.xml" Id="R0862a642d9744b9f" /><Relationship Type="http://schemas.openxmlformats.org/officeDocument/2006/relationships/notesMaster" Target="/ppt/notesMasters/notesMaster1.xml" Id="Rcb4298b7052b4ce9" /></Relationships>
</file>

<file path=ppt/notesSlides/_rels/notesSlide9.xml.rels>&#65279;<?xml version="1.0" encoding="utf-8"?><Relationships xmlns="http://schemas.openxmlformats.org/package/2006/relationships"><Relationship Type="http://schemas.openxmlformats.org/officeDocument/2006/relationships/slide" Target="/ppt/slides/slide9.xml" Id="R6b9e4bdc1574471f" /><Relationship Type="http://schemas.openxmlformats.org/officeDocument/2006/relationships/notesMaster" Target="/ppt/notesMasters/notesMaster1.xml" Id="R250463558b784828"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37c907706530463e" /><Relationship Type="http://schemas.openxmlformats.org/officeDocument/2006/relationships/notesMaster" Target="/ppt/notesMasters/notesMaster1.xml" Id="R3ee7a353b0174bc4"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014bc7836cf24cef" /><Relationship Type="http://schemas.openxmlformats.org/officeDocument/2006/relationships/notesMaster" Target="/ppt/notesMasters/notesMaster1.xml" Id="R323cc58b6f4642ff"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9f0e07e7f0c54c1e" /><Relationship Type="http://schemas.openxmlformats.org/officeDocument/2006/relationships/notesMaster" Target="/ppt/notesMasters/notesMaster1.xml" Id="R967f6878db554650"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df4667de93874919" /><Relationship Type="http://schemas.openxmlformats.org/officeDocument/2006/relationships/notesMaster" Target="/ppt/notesMasters/notesMaster1.xml" Id="Ra99d79be9da14468"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09c5882caca345c3" /><Relationship Type="http://schemas.openxmlformats.org/officeDocument/2006/relationships/notesMaster" Target="/ppt/notesMasters/notesMaster1.xml" Id="R521376dd10ed4baf"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5543d3808fd54b5f" /><Relationship Type="http://schemas.openxmlformats.org/officeDocument/2006/relationships/notesMaster" Target="/ppt/notesMasters/notesMaster1.xml" Id="R4bdd8cf91338422e"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8efcf32b25614835" /><Relationship Type="http://schemas.openxmlformats.org/officeDocument/2006/relationships/notesMaster" Target="/ppt/notesMasters/notesMaster1.xml" Id="R1583381abc5b4a2d"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70e55f9ac2654a20" /><Relationship Type="http://schemas.openxmlformats.org/officeDocument/2006/relationships/notesMaster" Target="/ppt/notesMasters/notesMaster1.xml" Id="R1e21441aa1a74956"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5d16fbdc011a4a64" /><Relationship Type="http://schemas.openxmlformats.org/officeDocument/2006/relationships/notesMaster" Target="/ppt/notesMasters/notesMaster1.xml" Id="R94e2a1911b484839"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efb26ae50b08458c" /><Relationship Type="http://schemas.openxmlformats.org/officeDocument/2006/relationships/notesMaster" Target="/ppt/notesMasters/notesMaster1.xml" Id="R996dec6ddbc44ea3"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1bc4102ba6894476" /><Relationship Type="http://schemas.openxmlformats.org/officeDocument/2006/relationships/notesMaster" Target="/ppt/notesMasters/notesMaster1.xml" Id="R59fa15605f2142da"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2d088e0c937a41ee" /><Relationship Type="http://schemas.openxmlformats.org/officeDocument/2006/relationships/notesMaster" Target="/ppt/notesMasters/notesMaster1.xml" Id="R55d09bca0a7340a3"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409e47b70e264457" /><Relationship Type="http://schemas.openxmlformats.org/officeDocument/2006/relationships/notesMaster" Target="/ppt/notesMasters/notesMaster1.xml" Id="Re094410e19fa4cbd"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Core material.</a:t>
            </a:r>
          </a:p>
          <a:p xmlns:a="http://schemas.openxmlformats.org/drawingml/2006/main">
            <a:r>
              <a:t/>
            </a:r>
          </a:p>
          <a:p xmlns:a="http://schemas.openxmlformats.org/drawingml/2006/main">
            <a:r>
              <a:t>Begin with an everyday example: a thermostat is also an agent. Ask the audience what it observes, what it can change and what outcome it pursues. The supplied cover is a conceptual illustration, not an identified commercial robot.</a:t>
            </a:r>
          </a:p>
          <a:p xmlns:a="http://schemas.openxmlformats.org/drawingml/2006/main">
            <a:r>
              <a:t/>
            </a:r>
          </a:p>
          <a:p xmlns:a="http://schemas.openxmlformats.org/drawingml/2006/main">
            <a:r>
              <a:t>Sources and scope:</a:t>
            </a:r>
          </a:p>
          <a:p xmlns:a="http://schemas.openxmlformats.org/drawingml/2006/main">
            <a:r>
              <a:t>Russell &amp; Norvig · Artificial Intelligence: A Modern Approach</a:t>
            </a:r>
          </a:p>
          <a:p xmlns:a="http://schemas.openxmlformats.org/drawingml/2006/main">
            <a:r>
              <a:t>https://aima.cs.berkeley.edu/</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Core material.</a:t>
            </a:r>
          </a:p>
          <a:p xmlns:a="http://schemas.openxmlformats.org/drawingml/2006/main">
            <a:r>
              <a:t/>
            </a:r>
          </a:p>
          <a:p xmlns:a="http://schemas.openxmlformats.org/drawingml/2006/main">
            <a:r>
              <a:t>Intelligence does not require language or consciousness. An agent can be simple. A calculation may be one component, but the full definition describes its relationship with an environment. This functional view avoids treating every chatbot as an agent.</a:t>
            </a:r>
          </a:p>
          <a:p xmlns:a="http://schemas.openxmlformats.org/drawingml/2006/main">
            <a:r>
              <a:t/>
            </a:r>
          </a:p>
          <a:p xmlns:a="http://schemas.openxmlformats.org/drawingml/2006/main">
            <a:r>
              <a:t>Sources and scope:</a:t>
            </a:r>
          </a:p>
          <a:p xmlns:a="http://schemas.openxmlformats.org/drawingml/2006/main">
            <a:r>
              <a:t>Russell &amp; Norvig · Artificial Intelligence: A Modern Approach</a:t>
            </a:r>
          </a:p>
          <a:p xmlns:a="http://schemas.openxmlformats.org/drawingml/2006/main">
            <a:r>
              <a:t>https://aima.cs.berkeley.edu/</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Core material.</a:t>
            </a:r>
          </a:p>
          <a:p xmlns:a="http://schemas.openxmlformats.org/drawingml/2006/main">
            <a:r>
              <a:t/>
            </a:r>
          </a:p>
          <a:p xmlns:a="http://schemas.openxmlformats.org/drawingml/2006/main">
            <a:r>
              <a:t>Read each arrow separately. An observation travels from environment to agent. An action travels from agent to environment. Feedback does not imply learning: a thermostat may receive feedback while keeping the same rule indefinitely.</a:t>
            </a:r>
          </a:p>
          <a:p xmlns:a="http://schemas.openxmlformats.org/drawingml/2006/main">
            <a:r>
              <a:t/>
            </a:r>
          </a:p>
          <a:p xmlns:a="http://schemas.openxmlformats.org/drawingml/2006/main">
            <a:r>
              <a:t>Sources and scope:</a:t>
            </a:r>
          </a:p>
          <a:p xmlns:a="http://schemas.openxmlformats.org/drawingml/2006/main">
            <a:r>
              <a:t>Russell &amp; Norvig · Artificial Intelligence: A Modern Approach</a:t>
            </a:r>
          </a:p>
          <a:p xmlns:a="http://schemas.openxmlformats.org/drawingml/2006/main">
            <a:r>
              <a:t>https://aima.cs.berkeley.edu/</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Core material.</a:t>
            </a:r>
          </a:p>
          <a:p xmlns:a="http://schemas.openxmlformats.org/drawingml/2006/main">
            <a:r>
              <a:t/>
            </a:r>
          </a:p>
          <a:p xmlns:a="http://schemas.openxmlformats.org/drawingml/2006/main">
            <a:r>
              <a:t>PEAS means Performance, Environment, Actuators, Sensors. A platform needs a different task design when its warehouse changes. Define success and unacceptable behavior before selecting a model.</a:t>
            </a:r>
          </a:p>
          <a:p xmlns:a="http://schemas.openxmlformats.org/drawingml/2006/main">
            <a:r>
              <a:t/>
            </a:r>
          </a:p>
          <a:p xmlns:a="http://schemas.openxmlformats.org/drawingml/2006/main">
            <a:r>
              <a:t>Sources and scope:</a:t>
            </a:r>
          </a:p>
          <a:p xmlns:a="http://schemas.openxmlformats.org/drawingml/2006/main">
            <a:r>
              <a:t>Russell &amp; Norvig · Artificial Intelligence: A Modern Approach</a:t>
            </a:r>
          </a:p>
          <a:p xmlns:a="http://schemas.openxmlformats.org/drawingml/2006/main">
            <a:r>
              <a:t>https://aima.cs.berkeley.edu/</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Extension material.</a:t>
            </a:r>
          </a:p>
          <a:p xmlns:a="http://schemas.openxmlformats.org/drawingml/2006/main">
            <a:r>
              <a:t/>
            </a:r>
          </a:p>
          <a:p xmlns:a="http://schemas.openxmlformats.org/drawingml/2006/main">
            <a:r>
              <a:t>The true world state may be hidden. A robot camera may be occluded and a web agent may read an outdated page. Memory helps estimate state but can preserve errors. This equation is a representation, not a training algorithm.</a:t>
            </a:r>
          </a:p>
          <a:p xmlns:a="http://schemas.openxmlformats.org/drawingml/2006/main">
            <a:r>
              <a:t/>
            </a:r>
          </a:p>
          <a:p xmlns:a="http://schemas.openxmlformats.org/drawingml/2006/main">
            <a:r>
              <a:t>Sources and scope:</a:t>
            </a:r>
          </a:p>
          <a:p xmlns:a="http://schemas.openxmlformats.org/drawingml/2006/main">
            <a:r>
              <a:t>Russell &amp; Norvig · Artificial Intelligence: A Modern Approach</a:t>
            </a:r>
          </a:p>
          <a:p xmlns:a="http://schemas.openxmlformats.org/drawingml/2006/main">
            <a:r>
              <a:t>https://aima.cs.berkeley.edu/</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Extension material.</a:t>
            </a:r>
          </a:p>
          <a:p xmlns:a="http://schemas.openxmlformats.org/drawingml/2006/main">
            <a:r>
              <a:t/>
            </a:r>
          </a:p>
          <a:p xmlns:a="http://schemas.openxmlformats.org/drawingml/2006/main">
            <a:r>
              <a:t>Learning is a cross-cutting dimension, not a mandatory fifth step. A reflex agent can learn its policy. A planner may use human-written rules. Avoid representing all approaches as a single intelligence ladder.</a:t>
            </a:r>
          </a:p>
          <a:p xmlns:a="http://schemas.openxmlformats.org/drawingml/2006/main">
            <a:r>
              <a:t/>
            </a:r>
          </a:p>
          <a:p xmlns:a="http://schemas.openxmlformats.org/drawingml/2006/main">
            <a:r>
              <a:t>Sources and scope:</a:t>
            </a:r>
          </a:p>
          <a:p xmlns:a="http://schemas.openxmlformats.org/drawingml/2006/main">
            <a:r>
              <a:t>Russell &amp; Norvig · Artificial Intelligence: A Modern Approach</a:t>
            </a:r>
          </a:p>
          <a:p xmlns:a="http://schemas.openxmlformats.org/drawingml/2006/main">
            <a:r>
              <a:t>https://aima.cs.berkeley.edu/</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Extension material.</a:t>
            </a:r>
          </a:p>
          <a:p xmlns:a="http://schemas.openxmlformats.org/drawingml/2006/main">
            <a:r>
              <a:t/>
            </a:r>
          </a:p>
          <a:p xmlns:a="http://schemas.openxmlformats.org/drawingml/2006/main">
            <a:r>
              <a:t>These approaches can coexist. Robotics can combine pretraining, imitation and reinforcement learning. Reward defines an operational objective and may be misaligned with human intent.</a:t>
            </a:r>
          </a:p>
          <a:p xmlns:a="http://schemas.openxmlformats.org/drawingml/2006/main">
            <a:r>
              <a:t/>
            </a:r>
          </a:p>
          <a:p xmlns:a="http://schemas.openxmlformats.org/drawingml/2006/main">
            <a:r>
              <a:t>Sources and scope:</a:t>
            </a:r>
          </a:p>
          <a:p xmlns:a="http://schemas.openxmlformats.org/drawingml/2006/main">
            <a:r>
              <a:t>Sutton &amp; Barto · Reinforcement Learning, second edition</a:t>
            </a:r>
          </a:p>
          <a:p xmlns:a="http://schemas.openxmlformats.org/drawingml/2006/main">
            <a:r>
              <a:t>http://incompleteideas.net/book/the-book-2nd.html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Core material.</a:t>
            </a:r>
          </a:p>
          <a:p xmlns:a="http://schemas.openxmlformats.org/drawingml/2006/main">
            <a:r>
              <a:t/>
            </a:r>
          </a:p>
          <a:p xmlns:a="http://schemas.openxmlformats.org/drawingml/2006/main">
            <a:r>
              <a:t>A hybrid can be useful: a workflow controls the process and an LLM resolves open decisions. Autonomy adds flexibility, variability and cost. Compare the design with a simpler alternative on the same task set.</a:t>
            </a:r>
          </a:p>
          <a:p xmlns:a="http://schemas.openxmlformats.org/drawingml/2006/main">
            <a:r>
              <a:t/>
            </a:r>
          </a:p>
          <a:p xmlns:a="http://schemas.openxmlformats.org/drawingml/2006/main">
            <a:r>
              <a:t>Sources and scope:</a:t>
            </a:r>
          </a:p>
          <a:p xmlns:a="http://schemas.openxmlformats.org/drawingml/2006/main">
            <a:r>
              <a:t>Qwen-Agent · official code and documentation</a:t>
            </a:r>
          </a:p>
          <a:p xmlns:a="http://schemas.openxmlformats.org/drawingml/2006/main">
            <a:r>
              <a:t>https://github.com/QwenLM/Qwen-Agent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Core material.</a:t>
            </a:r>
          </a:p>
          <a:p xmlns:a="http://schemas.openxmlformats.org/drawingml/2006/main">
            <a:r>
              <a:t/>
            </a:r>
          </a:p>
          <a:p xmlns:a="http://schemas.openxmlformats.org/drawingml/2006/main">
            <a:r>
              <a:t>This is a loop, not a sequence of guaranteed successes. Stop on completion, missing data, risk, cost or iteration limits. The model does not execute a function by itself: an application is involved.</a:t>
            </a:r>
          </a:p>
          <a:p xmlns:a="http://schemas.openxmlformats.org/drawingml/2006/main">
            <a:r>
              <a:t/>
            </a:r>
          </a:p>
          <a:p xmlns:a="http://schemas.openxmlformats.org/drawingml/2006/main">
            <a:r>
              <a:t>Sources and scope:</a:t>
            </a:r>
          </a:p>
          <a:p xmlns:a="http://schemas.openxmlformats.org/drawingml/2006/main">
            <a:r>
              <a:t>Qwen · Function Calling documentation</a:t>
            </a:r>
          </a:p>
          <a:p xmlns:a="http://schemas.openxmlformats.org/drawingml/2006/main">
            <a:r>
              <a:t>https://qwen.readthedocs.io/en/stable/framework/function_call.html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Core material.</a:t>
            </a:r>
          </a:p>
          <a:p xmlns:a="http://schemas.openxmlformats.org/drawingml/2006/main">
            <a:r>
              <a:t/>
            </a:r>
          </a:p>
          <a:p xmlns:a="http://schemas.openxmlformats.org/drawingml/2006/main">
            <a:r>
              <a:t>Example structured request: function read_spec with product_id=G1. This is teaching pseudocode, not a manufacturer API. Writing a URL or claiming to open a file does not prove execution. A tool log provides evidence.</a:t>
            </a:r>
          </a:p>
          <a:p xmlns:a="http://schemas.openxmlformats.org/drawingml/2006/main">
            <a:r>
              <a:t/>
            </a:r>
          </a:p>
          <a:p xmlns:a="http://schemas.openxmlformats.org/drawingml/2006/main">
            <a:r>
              <a:t>Sources and scope:</a:t>
            </a:r>
          </a:p>
          <a:p xmlns:a="http://schemas.openxmlformats.org/drawingml/2006/main">
            <a:r>
              <a:t>Qwen · Function Calling documentation</a:t>
            </a:r>
          </a:p>
          <a:p xmlns:a="http://schemas.openxmlformats.org/drawingml/2006/main">
            <a:r>
              <a:t>https://qwen.readthedocs.io/en/stable/framework/function_call.html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Extension material.</a:t>
            </a:r>
          </a:p>
          <a:p xmlns:a="http://schemas.openxmlformats.org/drawingml/2006/main">
            <a:r>
              <a:t/>
            </a:r>
          </a:p>
          <a:p xmlns:a="http://schemas.openxmlformats.org/drawingml/2006/main">
            <a:r>
              <a:t>Memory needs update, expiry and provenance rules. A system may retrieve the right document but an old version. Critical data should retain date, file identity and original source.</a:t>
            </a:r>
          </a:p>
          <a:p xmlns:a="http://schemas.openxmlformats.org/drawingml/2006/main">
            <a:r>
              <a:t/>
            </a:r>
          </a:p>
          <a:p xmlns:a="http://schemas.openxmlformats.org/drawingml/2006/main">
            <a:r>
              <a:t>Sources and scope:</a:t>
            </a:r>
          </a:p>
          <a:p xmlns:a="http://schemas.openxmlformats.org/drawingml/2006/main">
            <a:r>
              <a:t>Qwen-Agent · official code and documentation</a:t>
            </a:r>
          </a:p>
          <a:p xmlns:a="http://schemas.openxmlformats.org/drawingml/2006/main">
            <a:r>
              <a:t>https://github.com/QwenLM/Qwen-Agent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Extension material.</a:t>
            </a:r>
          </a:p>
          <a:p xmlns:a="http://schemas.openxmlformats.org/drawingml/2006/main">
            <a:r>
              <a:t/>
            </a:r>
          </a:p>
          <a:p xmlns:a="http://schemas.openxmlformats.org/drawingml/2006/main">
            <a:r>
              <a:t>Failures can arise in retrieval, interpretation or citation. Ask whether the document supports the claim, is authoritative and remains current. RAG does not necessarily change model weights or retrain the model.</a:t>
            </a:r>
          </a:p>
          <a:p xmlns:a="http://schemas.openxmlformats.org/drawingml/2006/main">
            <a:r>
              <a:t/>
            </a:r>
          </a:p>
          <a:p xmlns:a="http://schemas.openxmlformats.org/drawingml/2006/main">
            <a:r>
              <a:t>Sources and scope:</a:t>
            </a:r>
          </a:p>
          <a:p xmlns:a="http://schemas.openxmlformats.org/drawingml/2006/main">
            <a:r>
              <a:t>Qwen-Agent · official code and documentation</a:t>
            </a:r>
          </a:p>
          <a:p xmlns:a="http://schemas.openxmlformats.org/drawingml/2006/main">
            <a:r>
              <a:t>https://github.com/QwenLM/Qwen-Agent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Core material.</a:t>
            </a:r>
          </a:p>
          <a:p xmlns:a="http://schemas.openxmlformats.org/drawingml/2006/main">
            <a:r>
              <a:t/>
            </a:r>
          </a:p>
          <a:p xmlns:a="http://schemas.openxmlformats.org/drawingml/2006/main">
            <a:r>
              <a:t>An LLM critic may help but does not replace an executable test or primary source. Match checks to failure modes. Retrying is useful when the method changes or new evidence appears.</a:t>
            </a:r>
          </a:p>
          <a:p xmlns:a="http://schemas.openxmlformats.org/drawingml/2006/main">
            <a:r>
              <a:t/>
            </a:r>
          </a:p>
          <a:p xmlns:a="http://schemas.openxmlformats.org/drawingml/2006/main">
            <a:r>
              <a:t>Sources and scope:</a:t>
            </a:r>
          </a:p>
          <a:p xmlns:a="http://schemas.openxmlformats.org/drawingml/2006/main">
            <a:r>
              <a:t>Teaching explanation and example. Hypothetical calculations and scenarios are not company measurements.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Extension material.</a:t>
            </a:r>
          </a:p>
          <a:p xmlns:a="http://schemas.openxmlformats.org/drawingml/2006/main">
            <a:r>
              <a:t/>
            </a:r>
          </a:p>
          <a:p xmlns:a="http://schemas.openxmlformats.org/drawingml/2006/main">
            <a:r>
              <a:t>Not all writes need the same human involvement. Prior authorization and actual impact matter. A reversible save differs from a purchase or hazardous motion. Enforce boundaries in the application as well as the prompt.</a:t>
            </a:r>
          </a:p>
          <a:p xmlns:a="http://schemas.openxmlformats.org/drawingml/2006/main">
            <a:r>
              <a:t/>
            </a:r>
          </a:p>
          <a:p xmlns:a="http://schemas.openxmlformats.org/drawingml/2006/main">
            <a:r>
              <a:t>Sources and scope:</a:t>
            </a:r>
          </a:p>
          <a:p xmlns:a="http://schemas.openxmlformats.org/drawingml/2006/main">
            <a:r>
              <a:t>Teaching explanation and example. Hypothetical calculations and scenarios are not company measurements.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Extension material.</a:t>
            </a:r>
          </a:p>
          <a:p xmlns:a="http://schemas.openxmlformats.org/drawingml/2006/main">
            <a:r>
              <a:t/>
            </a:r>
          </a:p>
          <a:p xmlns:a="http://schemas.openxmlformats.org/drawingml/2006/main">
            <a:r>
              <a:t>Use this as a risk example without executing anything. Prompt injection may arrive through documents, pages or tool results. Limit application capabilities even when the model misinterprets input.</a:t>
            </a:r>
          </a:p>
          <a:p xmlns:a="http://schemas.openxmlformats.org/drawingml/2006/main">
            <a:r>
              <a:t/>
            </a:r>
          </a:p>
          <a:p xmlns:a="http://schemas.openxmlformats.org/drawingml/2006/main">
            <a:r>
              <a:t>Sources and scope:</a:t>
            </a:r>
          </a:p>
          <a:p xmlns:a="http://schemas.openxmlformats.org/drawingml/2006/main">
            <a:r>
              <a:t>Teaching explanation and example. Hypothetical calculations and scenarios are not company measurements.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Core material.</a:t>
            </a:r>
          </a:p>
          <a:p xmlns:a="http://schemas.openxmlformats.org/drawingml/2006/main">
            <a:r>
              <a:t/>
            </a:r>
          </a:p>
          <a:p xmlns:a="http://schemas.openxmlformats.org/drawingml/2006/main">
            <a:r>
              <a:t>Ask what to do when one supplier omits a price. Leave it unresolved or request an authorized quote instead of inventing it. The kit simulator uses fictional records and contacts no companies.</a:t>
            </a:r>
          </a:p>
          <a:p xmlns:a="http://schemas.openxmlformats.org/drawingml/2006/main">
            <a:r>
              <a:t/>
            </a:r>
          </a:p>
          <a:p xmlns:a="http://schemas.openxmlformats.org/drawingml/2006/main">
            <a:r>
              <a:t>Sources and scope:</a:t>
            </a:r>
          </a:p>
          <a:p xmlns:a="http://schemas.openxmlformats.org/drawingml/2006/main">
            <a:r>
              <a:t>Teaching explanation and example. Hypothetical calculations and scenarios are not company measurements.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Extension material.</a:t>
            </a:r>
          </a:p>
          <a:p xmlns:a="http://schemas.openxmlformats.org/drawingml/2006/main">
            <a:r>
              <a:t/>
            </a:r>
          </a:p>
          <a:p xmlns:a="http://schemas.openxmlformats.org/drawingml/2006/main">
            <a:r>
              <a:t>The diagram uses a branch and a join. Researchers should not start from a shared unverified conclusion. Multiple agents may repeat the same bias. Evaluate coordination and cost against a well-designed single agent.</a:t>
            </a:r>
          </a:p>
          <a:p xmlns:a="http://schemas.openxmlformats.org/drawingml/2006/main">
            <a:r>
              <a:t/>
            </a:r>
          </a:p>
          <a:p xmlns:a="http://schemas.openxmlformats.org/drawingml/2006/main">
            <a:r>
              <a:t>Sources and scope:</a:t>
            </a:r>
          </a:p>
          <a:p xmlns:a="http://schemas.openxmlformats.org/drawingml/2006/main">
            <a:r>
              <a:t>Teaching explanation and example. Hypothetical calculations and scenarios are not company measurements.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Core material.</a:t>
            </a:r>
          </a:p>
          <a:p xmlns:a="http://schemas.openxmlformats.org/drawingml/2006/main">
            <a:r>
              <a:t/>
            </a:r>
          </a:p>
          <a:p xmlns:a="http://schemas.openxmlformats.org/drawingml/2006/main">
            <a:r>
              <a:t>Multiplication assumes independence and a chain requiring every step to succeed. It is not a real product estimate. Correlation, recovery and checks change the result. A one-step benchmark cannot assess the entire application.</a:t>
            </a:r>
          </a:p>
          <a:p xmlns:a="http://schemas.openxmlformats.org/drawingml/2006/main">
            <a:r>
              <a:t/>
            </a:r>
          </a:p>
          <a:p xmlns:a="http://schemas.openxmlformats.org/drawingml/2006/main">
            <a:r>
              <a:t>Sources and scope:</a:t>
            </a:r>
          </a:p>
          <a:p xmlns:a="http://schemas.openxmlformats.org/drawingml/2006/main">
            <a:r>
              <a:t>Teaching explanation and example. Hypothetical calculations and scenarios are not company measurements.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Core material.</a:t>
            </a:r>
          </a:p>
          <a:p xmlns:a="http://schemas.openxmlformats.org/drawingml/2006/main">
            <a:r>
              <a:t/>
            </a:r>
          </a:p>
          <a:p xmlns:a="http://schemas.openxmlformats.org/drawingml/2006/main">
            <a:r>
              <a:t>A digital error can also cause serious harm when moving money or controlling infrastructure. A robot adds direct coupling to a partially observed physical world. High-level planning does not replace control or stopping mechanisms.</a:t>
            </a:r>
          </a:p>
          <a:p xmlns:a="http://schemas.openxmlformats.org/drawingml/2006/main">
            <a:r>
              <a:t/>
            </a:r>
          </a:p>
          <a:p xmlns:a="http://schemas.openxmlformats.org/drawingml/2006/main">
            <a:r>
              <a:t>Sources and scope:</a:t>
            </a:r>
          </a:p>
          <a:p xmlns:a="http://schemas.openxmlformats.org/drawingml/2006/main">
            <a:r>
              <a:t>OpenVLA · research paper (2024)</a:t>
            </a:r>
          </a:p>
          <a:p xmlns:a="http://schemas.openxmlformats.org/drawingml/2006/main">
            <a:r>
              <a:t>https://arxiv.org/abs/2406.09246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Extension material.</a:t>
            </a:r>
          </a:p>
          <a:p xmlns:a="http://schemas.openxmlformats.org/drawingml/2006/main">
            <a:r>
              <a:t/>
            </a:r>
          </a:p>
          <a:p xmlns:a="http://schemas.openxmlformats.org/drawingml/2006/main">
            <a:r>
              <a:t>Safety should not depend only on reward penalties. Separate economic objectives from hard constraints. Ask for a metric that improves while the real task deteriorates, such as gross throughput with more defects.</a:t>
            </a:r>
          </a:p>
          <a:p xmlns:a="http://schemas.openxmlformats.org/drawingml/2006/main">
            <a:r>
              <a:t/>
            </a:r>
          </a:p>
          <a:p xmlns:a="http://schemas.openxmlformats.org/drawingml/2006/main">
            <a:r>
              <a:t>Sources and scope:</a:t>
            </a:r>
          </a:p>
          <a:p xmlns:a="http://schemas.openxmlformats.org/drawingml/2006/main">
            <a:r>
              <a:t>Sutton &amp; Barto · Reinforcement Learning, second edition</a:t>
            </a:r>
          </a:p>
          <a:p xmlns:a="http://schemas.openxmlformats.org/drawingml/2006/main">
            <a:r>
              <a:t>http://incompleteideas.net/book/the-book-2nd.html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Core material.</a:t>
            </a:r>
          </a:p>
          <a:p xmlns:a="http://schemas.openxmlformats.org/drawingml/2006/main">
            <a:r>
              <a:t/>
            </a:r>
          </a:p>
          <a:p xmlns:a="http://schemas.openxmlformats.org/drawingml/2006/main">
            <a:r>
              <a:t>Apply the five questions to the supplier case. The audience should distinguish written claims from executed tools and one demonstration from repeatable capability.</a:t>
            </a:r>
          </a:p>
          <a:p xmlns:a="http://schemas.openxmlformats.org/drawingml/2006/main">
            <a:r>
              <a:t/>
            </a:r>
          </a:p>
          <a:p xmlns:a="http://schemas.openxmlformats.org/drawingml/2006/main">
            <a:r>
              <a:t>Sources and scope:</a:t>
            </a:r>
          </a:p>
          <a:p xmlns:a="http://schemas.openxmlformats.org/drawingml/2006/main">
            <a:r>
              <a:t>Teaching explanation and example. Hypothetical calculations and scenarios are not company measurements.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Core material.</a:t>
            </a:r>
          </a:p>
          <a:p xmlns:a="http://schemas.openxmlformats.org/drawingml/2006/main">
            <a:r>
              <a:t/>
            </a:r>
          </a:p>
          <a:p xmlns:a="http://schemas.openxmlformats.org/drawingml/2006/main">
            <a:r>
              <a:t>Open the main presentation from the portal. A one-hour class should not cover both decks in full. The teaching guide selects six fundamentals slides and a core subset of the main deck.</a:t>
            </a:r>
          </a:p>
          <a:p xmlns:a="http://schemas.openxmlformats.org/drawingml/2006/main">
            <a:r>
              <a:t/>
            </a:r>
          </a:p>
          <a:p xmlns:a="http://schemas.openxmlformats.org/drawingml/2006/main">
            <a:r>
              <a:t>Sources and scope:</a:t>
            </a:r>
          </a:p>
          <a:p xmlns:a="http://schemas.openxmlformats.org/drawingml/2006/main">
            <a:r>
              <a:t>Sergio Gevatschnaider · AI and Robotics in China</a:t>
            </a:r>
          </a:p>
          <a:p xmlns:a="http://schemas.openxmlformats.org/drawingml/2006/main">
            <a:r>
              <a:t>https://github.com/sgevatschnaider/Inteligencia-Artificial-y-Rob-tica-en-China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2993ba97370d4ad8"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212daf1476b24cc3"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070149fae92d4115"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170c94cdea8c4345"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acefd05f343740a4"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750a6ad9b3204971"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AFA60DBD-3427-40F0-85F0-A9484551D33F}"/>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27902611-EA10-474D-A7DC-950D127EDD35}"/>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78A0D007-067C-4DBD-B65C-90D6B1160F97}"/>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17EC1C77-6A98-4274-8A24-46DB2DD799C3}"/>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0BB89E07-DEA3-4A43-9F7C-0CBA5B3BC03E}"/>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07547B1B-99FB-4A66-8D5B-BFC1ABD8FCB7}"/>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C3976DBE-4BE0-4DB9-9E81-C6E00BEC245B}"/>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6888DF9E-4C5B-413B-A923-C1452B505018}"/>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18D8DC62-068E-48EB-87FD-2BB9F682BC89}"/>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561CF4DC-E61D-4AB8-A410-EE8D2E309109}"/>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e3ca04779cef4457" /><Relationship Type="http://schemas.openxmlformats.org/officeDocument/2006/relationships/slideLayout" Target="/ppt/slideLayouts/slideLayout1.xml" Id="Rb0174653ccb64696" /><Relationship Type="http://schemas.openxmlformats.org/officeDocument/2006/relationships/slideLayout" Target="/ppt/slideLayouts/slideLayout2.xml" Id="R46a451f462c14ae0" /><Relationship Type="http://schemas.openxmlformats.org/officeDocument/2006/relationships/slideLayout" Target="/ppt/slideLayouts/slideLayout3.xml" Id="Ra56dc94560404fef" /><Relationship Type="http://schemas.openxmlformats.org/officeDocument/2006/relationships/slideLayout" Target="/ppt/slideLayouts/slideLayout4.xml" Id="Rf71e6a1f154745a5" /><Relationship Type="http://schemas.openxmlformats.org/officeDocument/2006/relationships/slideLayout" Target="/ppt/slideLayouts/slideLayout5.xml" Id="R47031fffd3fc40c7" /><Relationship Type="http://schemas.openxmlformats.org/officeDocument/2006/relationships/slideLayout" Target="/ppt/slideLayouts/slideLayout6.xml" Id="Rc272e7c8a89f4859"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b0174653ccb64696"/>
    <p:sldLayoutId xmlns:r="http://schemas.openxmlformats.org/officeDocument/2006/relationships" id="2147483650" r:id="R46a451f462c14ae0"/>
    <p:sldLayoutId xmlns:r="http://schemas.openxmlformats.org/officeDocument/2006/relationships" id="2147483651" r:id="Ra56dc94560404fef"/>
    <p:sldLayoutId xmlns:r="http://schemas.openxmlformats.org/officeDocument/2006/relationships" id="2147483652" r:id="Rf71e6a1f154745a5"/>
    <p:sldLayoutId xmlns:r="http://schemas.openxmlformats.org/officeDocument/2006/relationships" id="2147483653" r:id="R47031fffd3fc40c7"/>
    <p:sldLayoutId xmlns:r="http://schemas.openxmlformats.org/officeDocument/2006/relationships" id="2147483654" r:id="Rc272e7c8a89f4859"/>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DejaVu Sans"/>
        <a:ea typeface=""/>
        <a:cs typeface=""/>
      </a:majorFont>
      <a:minorFont>
        <a:latin typeface="DejaVu San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45d9bedd2b9540ca" /><Relationship Type="http://schemas.openxmlformats.org/officeDocument/2006/relationships/image" Target="/ppt/media/image.png" Id="R0d9bde70973b4225" /><Relationship Type="http://schemas.openxmlformats.org/officeDocument/2006/relationships/notesSlide" Target="/ppt/notesSlides/notesSlide1.xml" Id="R8902d8c3562c4813"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cd7c57c9fc39413e" /><Relationship Type="http://schemas.openxmlformats.org/officeDocument/2006/relationships/notesSlide" Target="/ppt/notesSlides/notesSlide2.xml" Id="R7c384cc2f0d44ee2"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a2c26ddd4cea4122" /><Relationship Type="http://schemas.openxmlformats.org/officeDocument/2006/relationships/notesSlide" Target="/ppt/notesSlides/notesSlide3.xml" Id="Rdb3f553bf6ac48fb"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2602112ec549404e" /><Relationship Type="http://schemas.openxmlformats.org/officeDocument/2006/relationships/notesSlide" Target="/ppt/notesSlides/notesSlide4.xml" Id="R640fb8c93ab84a2f"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68ebacdcd46c4fd6" /><Relationship Type="http://schemas.openxmlformats.org/officeDocument/2006/relationships/notesSlide" Target="/ppt/notesSlides/notesSlide5.xml" Id="Rbaf1004c1e9f4c61"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35712c7ba32847d5" /><Relationship Type="http://schemas.openxmlformats.org/officeDocument/2006/relationships/notesSlide" Target="/ppt/notesSlides/notesSlide6.xml" Id="Re0903c90b032410e"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caba1d47645c4c1f" /><Relationship Type="http://schemas.openxmlformats.org/officeDocument/2006/relationships/notesSlide" Target="/ppt/notesSlides/notesSlide7.xml" Id="Ra867fcdb93da4a7d"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31233cc5f04a44e2" /><Relationship Type="http://schemas.openxmlformats.org/officeDocument/2006/relationships/notesSlide" Target="/ppt/notesSlides/notesSlide8.xml" Id="Rd928f7bd00c249aa"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dcb6cc01511446a6" /><Relationship Type="http://schemas.openxmlformats.org/officeDocument/2006/relationships/notesSlide" Target="/ppt/notesSlides/notesSlide9.xml" Id="R4753302948e54478"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06b67c5c53a8478f" /><Relationship Type="http://schemas.openxmlformats.org/officeDocument/2006/relationships/notesSlide" Target="/ppt/notesSlides/notesSlide10.xml" Id="R7584399b9bfc4e11"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99906f98d8984695" /><Relationship Type="http://schemas.openxmlformats.org/officeDocument/2006/relationships/notesSlide" Target="/ppt/notesSlides/notesSlide11.xml" Id="Rbb70168a143046ab"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0487694d1f7d4125" /><Relationship Type="http://schemas.openxmlformats.org/officeDocument/2006/relationships/notesSlide" Target="/ppt/notesSlides/notesSlide12.xml" Id="Rd1c4c9515faa426d"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562abfcccdaf457d" /><Relationship Type="http://schemas.openxmlformats.org/officeDocument/2006/relationships/notesSlide" Target="/ppt/notesSlides/notesSlide13.xml" Id="R60133ffaf082463b"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c4f850a5e7364a48" /><Relationship Type="http://schemas.openxmlformats.org/officeDocument/2006/relationships/notesSlide" Target="/ppt/notesSlides/notesSlide14.xml" Id="Rd68d52bf267a43b9"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c5a203e833544576" /><Relationship Type="http://schemas.openxmlformats.org/officeDocument/2006/relationships/notesSlide" Target="/ppt/notesSlides/notesSlide15.xml" Id="R869bdc54052d457d"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d0c363637bdd4f14" /><Relationship Type="http://schemas.openxmlformats.org/officeDocument/2006/relationships/notesSlide" Target="/ppt/notesSlides/notesSlide16.xml" Id="Rf1ba059954574d37"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34120cec77954966" /><Relationship Type="http://schemas.openxmlformats.org/officeDocument/2006/relationships/notesSlide" Target="/ppt/notesSlides/notesSlide17.xml" Id="R1ca264ca64b04f52"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11a3ba954bdb43d4" /><Relationship Type="http://schemas.openxmlformats.org/officeDocument/2006/relationships/notesSlide" Target="/ppt/notesSlides/notesSlide18.xml" Id="Rba1724506cba4695"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01a4f139f1ea4d40" /><Relationship Type="http://schemas.openxmlformats.org/officeDocument/2006/relationships/notesSlide" Target="/ppt/notesSlides/notesSlide19.xml" Id="Rf9582a4b9be94d16"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9a1de8c556bb4cdd" /><Relationship Type="http://schemas.openxmlformats.org/officeDocument/2006/relationships/notesSlide" Target="/ppt/notesSlides/notesSlide20.xml" Id="R9879e726ad644ac2"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a3945860c3e7421c" /><Relationship Type="http://schemas.openxmlformats.org/officeDocument/2006/relationships/notesSlide" Target="/ppt/notesSlides/notesSlide21.xml" Id="R7184a4f1447740bc"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643a49d7ec8d4255" /><Relationship Type="http://schemas.openxmlformats.org/officeDocument/2006/relationships/notesSlide" Target="/ppt/notesSlides/notesSlide22.xml" Id="Rc9d6d9c7d25249d8" /></Relationships>
</file>

<file path=ppt/slides/slide1.xml><?xml version="1.0" encoding="utf-8"?>
<p:sld xmlns:p="http://schemas.openxmlformats.org/presentationml/2006/main">
  <p:cSld>
    <p:bg>
      <p:bgPr>
        <a:solidFill xmlns:a="http://schemas.openxmlformats.org/drawingml/2006/main">
          <a:srgbClr val="071923"/>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4A9A9DC0-BE87-414C-B7BB-29E0C19181C4}"/>
              </a:ext>
            </a:extLst>
          </p:cNvPr>
          <p:cNvSpPr>
            <a:spLocks xmlns:a="http://schemas.openxmlformats.org/drawingml/2006/main" noGrp="1"/>
          </p:cNvSpPr>
          <p:nvPr/>
        </p:nvSpPr>
        <p:spPr>
          <a:xfrm xmlns:a="http://schemas.openxmlformats.org/drawingml/2006/main">
            <a:off x="609600" y="323850"/>
            <a:ext cx="495300" cy="47625"/>
          </a:xfrm>
          <a:prstGeom xmlns:a="http://schemas.openxmlformats.org/drawingml/2006/main" prst="rect">
            <a:avLst/>
          </a:prstGeom>
          <a:solidFill xmlns:a="http://schemas.openxmlformats.org/drawingml/2006/main">
            <a:srgbClr val="D64136"/>
          </a:solidFill>
          <a:ln xmlns:a="http://schemas.openxmlformats.org/drawingml/2006/main" w="0">
            <a:noFill/>
            <a:prstDash val="solid"/>
          </a:ln>
        </p:spPr>
      </p:sp>
      <p:sp>
        <p:nvSpPr>
          <p:cNvPr id="2" name="text-b82gzc4khmu">
            <a:extLst xmlns:a="http://schemas.openxmlformats.org/drawingml/2006/main">
              <a:ext uri="{FF2B5EF4-FFF2-40B4-BE49-F238E27FC236}">
                <a16:creationId xmlns:a16="http://schemas.microsoft.com/office/drawing/2014/main" id="{66906636-2AFA-410E-84CC-D525E32D7134}"/>
              </a:ext>
            </a:extLst>
          </p:cNvPr>
          <p:cNvSpPr>
            <a:spLocks xmlns:a="http://schemas.openxmlformats.org/drawingml/2006/main" noGrp="1"/>
          </p:cNvSpPr>
          <p:nvPr/>
        </p:nvSpPr>
        <p:spPr>
          <a:xfrm xmlns:a="http://schemas.openxmlformats.org/drawingml/2006/main">
            <a:off x="1257300" y="247650"/>
            <a:ext cx="809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50" b="1">
                <a:solidFill>
                  <a:srgbClr val="62D6C9"/>
                </a:solidFill>
                <a:latin typeface="DejaVu Sans"/>
                <a:ea typeface="DejaVu Sans"/>
                <a:cs typeface="DejaVu Sans"/>
              </a:defRPr>
            </a:defPPr>
            <a:lvl1pPr algn="l">
              <a:defRPr sz="1050" b="1">
                <a:solidFill>
                  <a:srgbClr val="62D6C9"/>
                </a:solidFill>
                <a:latin typeface="DejaVu Sans"/>
                <a:ea typeface="DejaVu Sans"/>
                <a:cs typeface="DejaVu Sans"/>
              </a:defRPr>
            </a:lvl1pPr>
            <a:lvl2pPr algn="l">
              <a:defRPr sz="1050" b="1">
                <a:solidFill>
                  <a:srgbClr val="62D6C9"/>
                </a:solidFill>
                <a:latin typeface="DejaVu Sans"/>
                <a:ea typeface="DejaVu Sans"/>
                <a:cs typeface="DejaVu Sans"/>
              </a:defRPr>
            </a:lvl2pPr>
            <a:lvl3pPr algn="l">
              <a:defRPr sz="1050" b="1">
                <a:solidFill>
                  <a:srgbClr val="62D6C9"/>
                </a:solidFill>
                <a:latin typeface="DejaVu Sans"/>
                <a:ea typeface="DejaVu Sans"/>
                <a:cs typeface="DejaVu Sans"/>
              </a:defRPr>
            </a:lvl3pPr>
            <a:lvl4pPr algn="l">
              <a:defRPr sz="1050" b="1">
                <a:solidFill>
                  <a:srgbClr val="62D6C9"/>
                </a:solidFill>
                <a:latin typeface="DejaVu Sans"/>
                <a:ea typeface="DejaVu Sans"/>
                <a:cs typeface="DejaVu Sans"/>
              </a:defRPr>
            </a:lvl4pPr>
            <a:lvl5pPr algn="l">
              <a:defRPr sz="1050" b="1">
                <a:solidFill>
                  <a:srgbClr val="62D6C9"/>
                </a:solidFill>
                <a:latin typeface="DejaVu Sans"/>
                <a:ea typeface="DejaVu Sans"/>
                <a:cs typeface="DejaVu Sans"/>
              </a:defRPr>
            </a:lvl5pPr>
            <a:lvl6pPr algn="l">
              <a:defRPr sz="1050" b="1">
                <a:solidFill>
                  <a:srgbClr val="62D6C9"/>
                </a:solidFill>
                <a:latin typeface="DejaVu Sans"/>
                <a:ea typeface="DejaVu Sans"/>
                <a:cs typeface="DejaVu Sans"/>
              </a:defRPr>
            </a:lvl6pPr>
            <a:lvl7pPr algn="l">
              <a:defRPr sz="1050" b="1">
                <a:solidFill>
                  <a:srgbClr val="62D6C9"/>
                </a:solidFill>
                <a:latin typeface="DejaVu Sans"/>
                <a:ea typeface="DejaVu Sans"/>
                <a:cs typeface="DejaVu Sans"/>
              </a:defRPr>
            </a:lvl7pPr>
            <a:lvl8pPr algn="l">
              <a:defRPr sz="1050" b="1">
                <a:solidFill>
                  <a:srgbClr val="62D6C9"/>
                </a:solidFill>
                <a:latin typeface="DejaVu Sans"/>
                <a:ea typeface="DejaVu Sans"/>
                <a:cs typeface="DejaVu Sans"/>
              </a:defRPr>
            </a:lvl8pPr>
            <a:lvl9pPr algn="l">
              <a:defRPr sz="1050" b="1">
                <a:solidFill>
                  <a:srgbClr val="62D6C9"/>
                </a:solidFill>
                <a:latin typeface="DejaVu Sans"/>
                <a:ea typeface="DejaVu Sans"/>
                <a:cs typeface="DejaVu Sans"/>
              </a:defRPr>
            </a:lvl9pPr>
          </a:lstStyle>
          <a:p xmlns:a="http://schemas.openxmlformats.org/drawingml/2006/main">
            <a:pPr algn="l">
              <a:lnSpc>
                <a:spcPct val="112000"/>
              </a:lnSpc>
              <a:buNone/>
              <a:defRPr sz="1050" b="1">
                <a:solidFill>
                  <a:srgbClr val="62D6C9"/>
                </a:solidFill>
                <a:latin typeface="DejaVu Sans"/>
                <a:ea typeface="DejaVu Sans"/>
                <a:cs typeface="DejaVu Sans"/>
              </a:defRPr>
            </a:pPr>
            <a:r>
              <a:rPr sz="1050" b="1">
                <a:solidFill>
                  <a:srgbClr val="62D6C9"/>
                </a:solidFill>
                <a:latin typeface="DejaVu Sans"/>
                <a:ea typeface="DejaVu Sans"/>
                <a:cs typeface="DejaVu Sans"/>
              </a:rPr>
              <a:t>TECHNOLOGICAL CHINA</a:t>
            </a:r>
          </a:p>
        </p:txBody>
      </p:sp>
      <p:sp>
        <p:nvSpPr>
          <p:cNvPr id="3" name="">
            <a:extLst xmlns:a="http://schemas.openxmlformats.org/drawingml/2006/main">
              <a:ext uri="{FF2B5EF4-FFF2-40B4-BE49-F238E27FC236}">
                <a16:creationId xmlns:a16="http://schemas.microsoft.com/office/drawing/2014/main" id="{628BB25E-F605-4A5B-9F5E-A9595338E718}"/>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294652"/>
          </a:solidFill>
          <a:ln xmlns:a="http://schemas.openxmlformats.org/drawingml/2006/main" w="0">
            <a:noFill/>
            <a:prstDash val="solid"/>
          </a:ln>
        </p:spPr>
      </p:sp>
      <p:sp>
        <p:nvSpPr>
          <p:cNvPr id="4" name="text-8w80auz1239">
            <a:extLst xmlns:a="http://schemas.openxmlformats.org/drawingml/2006/main">
              <a:ext uri="{FF2B5EF4-FFF2-40B4-BE49-F238E27FC236}">
                <a16:creationId xmlns:a16="http://schemas.microsoft.com/office/drawing/2014/main" id="{760063BA-E266-4E10-B7E3-01BE0463B5D6}"/>
              </a:ext>
            </a:extLst>
          </p:cNvPr>
          <p:cNvSpPr>
            <a:spLocks xmlns:a="http://schemas.openxmlformats.org/drawingml/2006/main" noGrp="1"/>
          </p:cNvSpPr>
          <p:nvPr/>
        </p:nvSpPr>
        <p:spPr>
          <a:xfrm xmlns:a="http://schemas.openxmlformats.org/drawingml/2006/main">
            <a:off x="609600" y="6362700"/>
            <a:ext cx="971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975" b="0">
                <a:solidFill>
                  <a:srgbClr val="BED0D5"/>
                </a:solidFill>
                <a:latin typeface="DejaVu Sans"/>
                <a:ea typeface="DejaVu Sans"/>
                <a:cs typeface="DejaVu Sans"/>
              </a:defRPr>
            </a:defPPr>
            <a:lvl1pPr algn="l">
              <a:defRPr sz="975" b="0">
                <a:solidFill>
                  <a:srgbClr val="BED0D5"/>
                </a:solidFill>
                <a:latin typeface="DejaVu Sans"/>
                <a:ea typeface="DejaVu Sans"/>
                <a:cs typeface="DejaVu Sans"/>
              </a:defRPr>
            </a:lvl1pPr>
            <a:lvl2pPr algn="l">
              <a:defRPr sz="975" b="0">
                <a:solidFill>
                  <a:srgbClr val="BED0D5"/>
                </a:solidFill>
                <a:latin typeface="DejaVu Sans"/>
                <a:ea typeface="DejaVu Sans"/>
                <a:cs typeface="DejaVu Sans"/>
              </a:defRPr>
            </a:lvl2pPr>
            <a:lvl3pPr algn="l">
              <a:defRPr sz="975" b="0">
                <a:solidFill>
                  <a:srgbClr val="BED0D5"/>
                </a:solidFill>
                <a:latin typeface="DejaVu Sans"/>
                <a:ea typeface="DejaVu Sans"/>
                <a:cs typeface="DejaVu Sans"/>
              </a:defRPr>
            </a:lvl3pPr>
            <a:lvl4pPr algn="l">
              <a:defRPr sz="975" b="0">
                <a:solidFill>
                  <a:srgbClr val="BED0D5"/>
                </a:solidFill>
                <a:latin typeface="DejaVu Sans"/>
                <a:ea typeface="DejaVu Sans"/>
                <a:cs typeface="DejaVu Sans"/>
              </a:defRPr>
            </a:lvl4pPr>
            <a:lvl5pPr algn="l">
              <a:defRPr sz="975" b="0">
                <a:solidFill>
                  <a:srgbClr val="BED0D5"/>
                </a:solidFill>
                <a:latin typeface="DejaVu Sans"/>
                <a:ea typeface="DejaVu Sans"/>
                <a:cs typeface="DejaVu Sans"/>
              </a:defRPr>
            </a:lvl5pPr>
            <a:lvl6pPr algn="l">
              <a:defRPr sz="975" b="0">
                <a:solidFill>
                  <a:srgbClr val="BED0D5"/>
                </a:solidFill>
                <a:latin typeface="DejaVu Sans"/>
                <a:ea typeface="DejaVu Sans"/>
                <a:cs typeface="DejaVu Sans"/>
              </a:defRPr>
            </a:lvl6pPr>
            <a:lvl7pPr algn="l">
              <a:defRPr sz="975" b="0">
                <a:solidFill>
                  <a:srgbClr val="BED0D5"/>
                </a:solidFill>
                <a:latin typeface="DejaVu Sans"/>
                <a:ea typeface="DejaVu Sans"/>
                <a:cs typeface="DejaVu Sans"/>
              </a:defRPr>
            </a:lvl7pPr>
            <a:lvl8pPr algn="l">
              <a:defRPr sz="975" b="0">
                <a:solidFill>
                  <a:srgbClr val="BED0D5"/>
                </a:solidFill>
                <a:latin typeface="DejaVu Sans"/>
                <a:ea typeface="DejaVu Sans"/>
                <a:cs typeface="DejaVu Sans"/>
              </a:defRPr>
            </a:lvl8pPr>
            <a:lvl9pPr algn="l">
              <a:defRPr sz="975" b="0">
                <a:solidFill>
                  <a:srgbClr val="BED0D5"/>
                </a:solidFill>
                <a:latin typeface="DejaVu Sans"/>
                <a:ea typeface="DejaVu Sans"/>
                <a:cs typeface="DejaVu Sans"/>
              </a:defRPr>
            </a:lvl9pPr>
          </a:lstStyle>
          <a:p xmlns:a="http://schemas.openxmlformats.org/drawingml/2006/main">
            <a:pPr algn="l">
              <a:lnSpc>
                <a:spcPct val="112000"/>
              </a:lnSpc>
              <a:buNone/>
              <a:defRPr sz="975" b="0">
                <a:solidFill>
                  <a:srgbClr val="BED0D5"/>
                </a:solidFill>
                <a:latin typeface="DejaVu Sans"/>
                <a:ea typeface="DejaVu Sans"/>
                <a:cs typeface="DejaVu Sans"/>
              </a:defRPr>
            </a:pPr>
            <a:r>
              <a:rPr sz="975" b="0">
                <a:solidFill>
                  <a:srgbClr val="BED0D5"/>
                </a:solidFill>
                <a:latin typeface="DejaVu Sans"/>
                <a:ea typeface="DejaVu Sans"/>
                <a:cs typeface="DejaVu Sans"/>
              </a:rPr>
              <a:t>Sergio Gevatschnaider  ·  Russell &amp; Norvig</a:t>
            </a:r>
          </a:p>
        </p:txBody>
      </p:sp>
      <p:sp>
        <p:nvSpPr>
          <p:cNvPr id="5" name="text-1ecba4gdxpa">
            <a:extLst xmlns:a="http://schemas.openxmlformats.org/drawingml/2006/main">
              <a:ext uri="{FF2B5EF4-FFF2-40B4-BE49-F238E27FC236}">
                <a16:creationId xmlns:a16="http://schemas.microsoft.com/office/drawing/2014/main" id="{236121AE-A94C-4AC9-BFED-075770497C80}"/>
              </a:ext>
            </a:extLst>
          </p:cNvPr>
          <p:cNvSpPr>
            <a:spLocks xmlns:a="http://schemas.openxmlformats.org/drawingml/2006/main" noGrp="1"/>
          </p:cNvSpPr>
          <p:nvPr/>
        </p:nvSpPr>
        <p:spPr>
          <a:xfrm xmlns:a="http://schemas.openxmlformats.org/drawingml/2006/main">
            <a:off x="10934700" y="6296025"/>
            <a:ext cx="6477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725" b="1">
                <a:solidFill>
                  <a:srgbClr val="62D6C9"/>
                </a:solidFill>
                <a:latin typeface="DejaVu Sans"/>
                <a:ea typeface="DejaVu Sans"/>
                <a:cs typeface="DejaVu Sans"/>
              </a:defRPr>
            </a:defPPr>
            <a:lvl1pPr algn="r">
              <a:defRPr sz="1725" b="1">
                <a:solidFill>
                  <a:srgbClr val="62D6C9"/>
                </a:solidFill>
                <a:latin typeface="DejaVu Sans"/>
                <a:ea typeface="DejaVu Sans"/>
                <a:cs typeface="DejaVu Sans"/>
              </a:defRPr>
            </a:lvl1pPr>
            <a:lvl2pPr algn="r">
              <a:defRPr sz="1725" b="1">
                <a:solidFill>
                  <a:srgbClr val="62D6C9"/>
                </a:solidFill>
                <a:latin typeface="DejaVu Sans"/>
                <a:ea typeface="DejaVu Sans"/>
                <a:cs typeface="DejaVu Sans"/>
              </a:defRPr>
            </a:lvl2pPr>
            <a:lvl3pPr algn="r">
              <a:defRPr sz="1725" b="1">
                <a:solidFill>
                  <a:srgbClr val="62D6C9"/>
                </a:solidFill>
                <a:latin typeface="DejaVu Sans"/>
                <a:ea typeface="DejaVu Sans"/>
                <a:cs typeface="DejaVu Sans"/>
              </a:defRPr>
            </a:lvl3pPr>
            <a:lvl4pPr algn="r">
              <a:defRPr sz="1725" b="1">
                <a:solidFill>
                  <a:srgbClr val="62D6C9"/>
                </a:solidFill>
                <a:latin typeface="DejaVu Sans"/>
                <a:ea typeface="DejaVu Sans"/>
                <a:cs typeface="DejaVu Sans"/>
              </a:defRPr>
            </a:lvl4pPr>
            <a:lvl5pPr algn="r">
              <a:defRPr sz="1725" b="1">
                <a:solidFill>
                  <a:srgbClr val="62D6C9"/>
                </a:solidFill>
                <a:latin typeface="DejaVu Sans"/>
                <a:ea typeface="DejaVu Sans"/>
                <a:cs typeface="DejaVu Sans"/>
              </a:defRPr>
            </a:lvl5pPr>
            <a:lvl6pPr algn="r">
              <a:defRPr sz="1725" b="1">
                <a:solidFill>
                  <a:srgbClr val="62D6C9"/>
                </a:solidFill>
                <a:latin typeface="DejaVu Sans"/>
                <a:ea typeface="DejaVu Sans"/>
                <a:cs typeface="DejaVu Sans"/>
              </a:defRPr>
            </a:lvl6pPr>
            <a:lvl7pPr algn="r">
              <a:defRPr sz="1725" b="1">
                <a:solidFill>
                  <a:srgbClr val="62D6C9"/>
                </a:solidFill>
                <a:latin typeface="DejaVu Sans"/>
                <a:ea typeface="DejaVu Sans"/>
                <a:cs typeface="DejaVu Sans"/>
              </a:defRPr>
            </a:lvl7pPr>
            <a:lvl8pPr algn="r">
              <a:defRPr sz="1725" b="1">
                <a:solidFill>
                  <a:srgbClr val="62D6C9"/>
                </a:solidFill>
                <a:latin typeface="DejaVu Sans"/>
                <a:ea typeface="DejaVu Sans"/>
                <a:cs typeface="DejaVu Sans"/>
              </a:defRPr>
            </a:lvl8pPr>
            <a:lvl9pPr algn="r">
              <a:defRPr sz="1725" b="1">
                <a:solidFill>
                  <a:srgbClr val="62D6C9"/>
                </a:solidFill>
                <a:latin typeface="DejaVu Sans"/>
                <a:ea typeface="DejaVu Sans"/>
                <a:cs typeface="DejaVu Sans"/>
              </a:defRPr>
            </a:lvl9pPr>
          </a:lstStyle>
          <a:p xmlns:a="http://schemas.openxmlformats.org/drawingml/2006/main">
            <a:pPr algn="r">
              <a:lnSpc>
                <a:spcPct val="112000"/>
              </a:lnSpc>
              <a:buNone/>
              <a:defRPr sz="1725" b="1">
                <a:solidFill>
                  <a:srgbClr val="62D6C9"/>
                </a:solidFill>
                <a:latin typeface="DejaVu Sans"/>
                <a:ea typeface="DejaVu Sans"/>
                <a:cs typeface="DejaVu Sans"/>
              </a:defRPr>
            </a:pPr>
            <a:r>
              <a:rPr sz="1725" b="1">
                <a:solidFill>
                  <a:srgbClr val="62D6C9"/>
                </a:solidFill>
                <a:latin typeface="DejaVu Sans"/>
                <a:ea typeface="DejaVu Sans"/>
                <a:cs typeface="DejaVu Sans"/>
              </a:rPr>
              <a:t>01</a:t>
            </a:r>
          </a:p>
        </p:txBody>
      </p:sp>
      <p:pic>
        <p:nvPicPr>
          <p:cNvPr id="6" name="">
            <a:extLst xmlns:a="http://schemas.openxmlformats.org/drawingml/2006/main">
              <a:ext uri="{FF2B5EF4-FFF2-40B4-BE49-F238E27FC236}">
                <a16:creationId xmlns:a16="http://schemas.microsoft.com/office/drawing/2014/main" id="{2BCFC05B-E7A0-454E-9D19-C72052BDBDD9}"/>
              </a:ext>
            </a:extLst>
          </p:cNvPr>
          <p:cNvPicPr>
            <a:picLocks xmlns:a="http://schemas.openxmlformats.org/drawingml/2006/main" noChangeAspect="1"/>
          </p:cNvPicPr>
          <p:nvPr/>
        </p:nvPicPr>
        <p:blipFill>
          <a:blip xmlns:r="http://schemas.openxmlformats.org/officeDocument/2006/relationships" xmlns:a="http://schemas.openxmlformats.org/drawingml/2006/main" r:embed="R0d9bde70973b4225"/>
          <a:srcRect xmlns:a="http://schemas.openxmlformats.org/drawingml/2006/main" l="46500" t="0" r="0" b="0"/>
          <a:stretch xmlns:a="http://schemas.openxmlformats.org/drawingml/2006/main"/>
        </p:blipFill>
        <p:spPr>
          <a:xfrm xmlns:a="http://schemas.openxmlformats.org/drawingml/2006/main">
            <a:off x="6334125" y="0"/>
            <a:ext cx="5857875" cy="6191250"/>
          </a:xfrm>
          <a:prstGeom xmlns:a="http://schemas.openxmlformats.org/drawingml/2006/main" prst="rect">
            <a:avLst/>
          </a:prstGeom>
        </p:spPr>
      </p:pic>
      <p:sp>
        <p:nvSpPr>
          <p:cNvPr id="7" name="text-oyvxmu6wsu">
            <a:extLst xmlns:a="http://schemas.openxmlformats.org/drawingml/2006/main">
              <a:ext uri="{FF2B5EF4-FFF2-40B4-BE49-F238E27FC236}">
                <a16:creationId xmlns:a16="http://schemas.microsoft.com/office/drawing/2014/main" id="{5ABB8E8E-2FA5-4E52-9612-3A13250035B8}"/>
              </a:ext>
            </a:extLst>
          </p:cNvPr>
          <p:cNvSpPr>
            <a:spLocks xmlns:a="http://schemas.openxmlformats.org/drawingml/2006/main" noGrp="1"/>
          </p:cNvSpPr>
          <p:nvPr/>
        </p:nvSpPr>
        <p:spPr>
          <a:xfrm xmlns:a="http://schemas.openxmlformats.org/drawingml/2006/main">
            <a:off x="609600" y="1181100"/>
            <a:ext cx="5429250" cy="1809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675" b="1">
                <a:solidFill>
                  <a:srgbClr val="FFFDFA"/>
                </a:solidFill>
                <a:latin typeface="DejaVu Sans"/>
                <a:ea typeface="DejaVu Sans"/>
                <a:cs typeface="DejaVu Sans"/>
              </a:defRPr>
            </a:defPPr>
            <a:lvl1pPr algn="l">
              <a:defRPr sz="3675" b="1">
                <a:solidFill>
                  <a:srgbClr val="FFFDFA"/>
                </a:solidFill>
                <a:latin typeface="DejaVu Sans"/>
                <a:ea typeface="DejaVu Sans"/>
                <a:cs typeface="DejaVu Sans"/>
              </a:defRPr>
            </a:lvl1pPr>
            <a:lvl2pPr algn="l">
              <a:defRPr sz="3675" b="1">
                <a:solidFill>
                  <a:srgbClr val="FFFDFA"/>
                </a:solidFill>
                <a:latin typeface="DejaVu Sans"/>
                <a:ea typeface="DejaVu Sans"/>
                <a:cs typeface="DejaVu Sans"/>
              </a:defRPr>
            </a:lvl2pPr>
            <a:lvl3pPr algn="l">
              <a:defRPr sz="3675" b="1">
                <a:solidFill>
                  <a:srgbClr val="FFFDFA"/>
                </a:solidFill>
                <a:latin typeface="DejaVu Sans"/>
                <a:ea typeface="DejaVu Sans"/>
                <a:cs typeface="DejaVu Sans"/>
              </a:defRPr>
            </a:lvl3pPr>
            <a:lvl4pPr algn="l">
              <a:defRPr sz="3675" b="1">
                <a:solidFill>
                  <a:srgbClr val="FFFDFA"/>
                </a:solidFill>
                <a:latin typeface="DejaVu Sans"/>
                <a:ea typeface="DejaVu Sans"/>
                <a:cs typeface="DejaVu Sans"/>
              </a:defRPr>
            </a:lvl4pPr>
            <a:lvl5pPr algn="l">
              <a:defRPr sz="3675" b="1">
                <a:solidFill>
                  <a:srgbClr val="FFFDFA"/>
                </a:solidFill>
                <a:latin typeface="DejaVu Sans"/>
                <a:ea typeface="DejaVu Sans"/>
                <a:cs typeface="DejaVu Sans"/>
              </a:defRPr>
            </a:lvl5pPr>
            <a:lvl6pPr algn="l">
              <a:defRPr sz="3675" b="1">
                <a:solidFill>
                  <a:srgbClr val="FFFDFA"/>
                </a:solidFill>
                <a:latin typeface="DejaVu Sans"/>
                <a:ea typeface="DejaVu Sans"/>
                <a:cs typeface="DejaVu Sans"/>
              </a:defRPr>
            </a:lvl6pPr>
            <a:lvl7pPr algn="l">
              <a:defRPr sz="3675" b="1">
                <a:solidFill>
                  <a:srgbClr val="FFFDFA"/>
                </a:solidFill>
                <a:latin typeface="DejaVu Sans"/>
                <a:ea typeface="DejaVu Sans"/>
                <a:cs typeface="DejaVu Sans"/>
              </a:defRPr>
            </a:lvl7pPr>
            <a:lvl8pPr algn="l">
              <a:defRPr sz="3675" b="1">
                <a:solidFill>
                  <a:srgbClr val="FFFDFA"/>
                </a:solidFill>
                <a:latin typeface="DejaVu Sans"/>
                <a:ea typeface="DejaVu Sans"/>
                <a:cs typeface="DejaVu Sans"/>
              </a:defRPr>
            </a:lvl8pPr>
            <a:lvl9pPr algn="l">
              <a:defRPr sz="3675" b="1">
                <a:solidFill>
                  <a:srgbClr val="FFFDFA"/>
                </a:solidFill>
                <a:latin typeface="DejaVu Sans"/>
                <a:ea typeface="DejaVu Sans"/>
                <a:cs typeface="DejaVu Sans"/>
              </a:defRPr>
            </a:lvl9pPr>
          </a:lstStyle>
          <a:p xmlns:a="http://schemas.openxmlformats.org/drawingml/2006/main">
            <a:pPr algn="l">
              <a:lnSpc>
                <a:spcPct val="112000"/>
              </a:lnSpc>
              <a:buNone/>
              <a:defRPr sz="3675" b="1">
                <a:solidFill>
                  <a:srgbClr val="FFFDFA"/>
                </a:solidFill>
                <a:latin typeface="DejaVu Sans"/>
                <a:ea typeface="DejaVu Sans"/>
                <a:cs typeface="DejaVu Sans"/>
              </a:defRPr>
            </a:pPr>
            <a:r>
              <a:rPr sz="3675" b="1">
                <a:solidFill>
                  <a:srgbClr val="FFFDFA"/>
                </a:solidFill>
                <a:latin typeface="DejaVu Sans"/>
                <a:ea typeface="DejaVu Sans"/>
                <a:cs typeface="DejaVu Sans"/>
              </a:rPr>
              <a:t>What is an</a:t>
            </a:r>
          </a:p>
          <a:p xmlns:a="http://schemas.openxmlformats.org/drawingml/2006/main">
            <a:pPr algn="l">
              <a:lnSpc>
                <a:spcPct val="112000"/>
              </a:lnSpc>
              <a:buNone/>
              <a:defRPr sz="3675" b="1">
                <a:solidFill>
                  <a:srgbClr val="FFFDFA"/>
                </a:solidFill>
                <a:latin typeface="DejaVu Sans"/>
                <a:ea typeface="DejaVu Sans"/>
                <a:cs typeface="DejaVu Sans"/>
              </a:defRPr>
            </a:pPr>
            <a:r>
              <a:rPr sz="3675" b="1">
                <a:solidFill>
                  <a:srgbClr val="FFFDFA"/>
                </a:solidFill>
                <a:latin typeface="DejaVu Sans"/>
                <a:ea typeface="DejaVu Sans"/>
                <a:cs typeface="DejaVu Sans"/>
              </a:rPr>
              <a:t>intelligent agent?</a:t>
            </a:r>
          </a:p>
        </p:txBody>
      </p:sp>
      <p:sp>
        <p:nvSpPr>
          <p:cNvPr id="8" name="text-a4znaygbqui">
            <a:extLst xmlns:a="http://schemas.openxmlformats.org/drawingml/2006/main">
              <a:ext uri="{FF2B5EF4-FFF2-40B4-BE49-F238E27FC236}">
                <a16:creationId xmlns:a16="http://schemas.microsoft.com/office/drawing/2014/main" id="{420E6811-E4CC-4BAC-A477-0950B19CF292}"/>
              </a:ext>
            </a:extLst>
          </p:cNvPr>
          <p:cNvSpPr>
            <a:spLocks xmlns:a="http://schemas.openxmlformats.org/drawingml/2006/main" noGrp="1"/>
          </p:cNvSpPr>
          <p:nvPr/>
        </p:nvSpPr>
        <p:spPr>
          <a:xfrm xmlns:a="http://schemas.openxmlformats.org/drawingml/2006/main">
            <a:off x="609600" y="3219450"/>
            <a:ext cx="52197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0">
                <a:solidFill>
                  <a:srgbClr val="BED0D5"/>
                </a:solidFill>
                <a:latin typeface="DejaVu Sans"/>
                <a:ea typeface="DejaVu Sans"/>
                <a:cs typeface="DejaVu Sans"/>
              </a:defRPr>
            </a:defPPr>
            <a:lvl1pPr algn="l">
              <a:defRPr sz="1800" b="0">
                <a:solidFill>
                  <a:srgbClr val="BED0D5"/>
                </a:solidFill>
                <a:latin typeface="DejaVu Sans"/>
                <a:ea typeface="DejaVu Sans"/>
                <a:cs typeface="DejaVu Sans"/>
              </a:defRPr>
            </a:lvl1pPr>
            <a:lvl2pPr algn="l">
              <a:defRPr sz="1800" b="0">
                <a:solidFill>
                  <a:srgbClr val="BED0D5"/>
                </a:solidFill>
                <a:latin typeface="DejaVu Sans"/>
                <a:ea typeface="DejaVu Sans"/>
                <a:cs typeface="DejaVu Sans"/>
              </a:defRPr>
            </a:lvl2pPr>
            <a:lvl3pPr algn="l">
              <a:defRPr sz="1800" b="0">
                <a:solidFill>
                  <a:srgbClr val="BED0D5"/>
                </a:solidFill>
                <a:latin typeface="DejaVu Sans"/>
                <a:ea typeface="DejaVu Sans"/>
                <a:cs typeface="DejaVu Sans"/>
              </a:defRPr>
            </a:lvl3pPr>
            <a:lvl4pPr algn="l">
              <a:defRPr sz="1800" b="0">
                <a:solidFill>
                  <a:srgbClr val="BED0D5"/>
                </a:solidFill>
                <a:latin typeface="DejaVu Sans"/>
                <a:ea typeface="DejaVu Sans"/>
                <a:cs typeface="DejaVu Sans"/>
              </a:defRPr>
            </a:lvl4pPr>
            <a:lvl5pPr algn="l">
              <a:defRPr sz="1800" b="0">
                <a:solidFill>
                  <a:srgbClr val="BED0D5"/>
                </a:solidFill>
                <a:latin typeface="DejaVu Sans"/>
                <a:ea typeface="DejaVu Sans"/>
                <a:cs typeface="DejaVu Sans"/>
              </a:defRPr>
            </a:lvl5pPr>
            <a:lvl6pPr algn="l">
              <a:defRPr sz="1800" b="0">
                <a:solidFill>
                  <a:srgbClr val="BED0D5"/>
                </a:solidFill>
                <a:latin typeface="DejaVu Sans"/>
                <a:ea typeface="DejaVu Sans"/>
                <a:cs typeface="DejaVu Sans"/>
              </a:defRPr>
            </a:lvl6pPr>
            <a:lvl7pPr algn="l">
              <a:defRPr sz="1800" b="0">
                <a:solidFill>
                  <a:srgbClr val="BED0D5"/>
                </a:solidFill>
                <a:latin typeface="DejaVu Sans"/>
                <a:ea typeface="DejaVu Sans"/>
                <a:cs typeface="DejaVu Sans"/>
              </a:defRPr>
            </a:lvl7pPr>
            <a:lvl8pPr algn="l">
              <a:defRPr sz="1800" b="0">
                <a:solidFill>
                  <a:srgbClr val="BED0D5"/>
                </a:solidFill>
                <a:latin typeface="DejaVu Sans"/>
                <a:ea typeface="DejaVu Sans"/>
                <a:cs typeface="DejaVu Sans"/>
              </a:defRPr>
            </a:lvl8pPr>
            <a:lvl9pPr algn="l">
              <a:defRPr sz="1800" b="0">
                <a:solidFill>
                  <a:srgbClr val="BED0D5"/>
                </a:solidFill>
                <a:latin typeface="DejaVu Sans"/>
                <a:ea typeface="DejaVu Sans"/>
                <a:cs typeface="DejaVu Sans"/>
              </a:defRPr>
            </a:lvl9pPr>
          </a:lstStyle>
          <a:p xmlns:a="http://schemas.openxmlformats.org/drawingml/2006/main">
            <a:pPr algn="l">
              <a:lnSpc>
                <a:spcPct val="112000"/>
              </a:lnSpc>
              <a:buNone/>
              <a:defRPr sz="1800" b="0">
                <a:solidFill>
                  <a:srgbClr val="BED0D5"/>
                </a:solidFill>
                <a:latin typeface="DejaVu Sans"/>
                <a:ea typeface="DejaVu Sans"/>
                <a:cs typeface="DejaVu Sans"/>
              </a:defRPr>
            </a:pPr>
            <a:r>
              <a:rPr sz="1800" b="0">
                <a:solidFill>
                  <a:srgbClr val="BED0D5"/>
                </a:solidFill>
                <a:latin typeface="DejaVu Sans"/>
                <a:ea typeface="DejaVu Sans"/>
                <a:cs typeface="DejaVu Sans"/>
              </a:rPr>
              <a:t>From perception and decisions to tools and physical action.</a:t>
            </a:r>
          </a:p>
        </p:txBody>
      </p:sp>
      <p:sp>
        <p:nvSpPr>
          <p:cNvPr id="9" name="">
            <a:extLst xmlns:a="http://schemas.openxmlformats.org/drawingml/2006/main">
              <a:ext uri="{FF2B5EF4-FFF2-40B4-BE49-F238E27FC236}">
                <a16:creationId xmlns:a16="http://schemas.microsoft.com/office/drawing/2014/main" id="{6D41D7A1-FB5B-4D52-BE40-7C78E896FE52}"/>
              </a:ext>
            </a:extLst>
          </p:cNvPr>
          <p:cNvSpPr>
            <a:spLocks xmlns:a="http://schemas.openxmlformats.org/drawingml/2006/main" noGrp="1"/>
          </p:cNvSpPr>
          <p:nvPr/>
        </p:nvSpPr>
        <p:spPr>
          <a:xfrm xmlns:a="http://schemas.openxmlformats.org/drawingml/2006/main">
            <a:off x="609600" y="4572000"/>
            <a:ext cx="762000" cy="38100"/>
          </a:xfrm>
          <a:prstGeom xmlns:a="http://schemas.openxmlformats.org/drawingml/2006/main" prst="rect">
            <a:avLst/>
          </a:prstGeom>
          <a:solidFill xmlns:a="http://schemas.openxmlformats.org/drawingml/2006/main">
            <a:srgbClr val="62D6C9"/>
          </a:solidFill>
          <a:ln xmlns:a="http://schemas.openxmlformats.org/drawingml/2006/main" w="0">
            <a:noFill/>
            <a:prstDash val="solid"/>
          </a:ln>
        </p:spPr>
      </p:sp>
      <p:sp>
        <p:nvSpPr>
          <p:cNvPr id="10" name="text-rs0s7gi6wq">
            <a:extLst xmlns:a="http://schemas.openxmlformats.org/drawingml/2006/main">
              <a:ext uri="{FF2B5EF4-FFF2-40B4-BE49-F238E27FC236}">
                <a16:creationId xmlns:a16="http://schemas.microsoft.com/office/drawing/2014/main" id="{D002BE39-5EB1-4130-B7F6-F26007436FC4}"/>
              </a:ext>
            </a:extLst>
          </p:cNvPr>
          <p:cNvSpPr>
            <a:spLocks xmlns:a="http://schemas.openxmlformats.org/drawingml/2006/main" noGrp="1"/>
          </p:cNvSpPr>
          <p:nvPr/>
        </p:nvSpPr>
        <p:spPr>
          <a:xfrm xmlns:a="http://schemas.openxmlformats.org/drawingml/2006/main">
            <a:off x="609600" y="4867275"/>
            <a:ext cx="54292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00" b="0">
                <a:solidFill>
                  <a:srgbClr val="BED0D5"/>
                </a:solidFill>
                <a:latin typeface="DejaVu Sans"/>
                <a:ea typeface="DejaVu Sans"/>
                <a:cs typeface="DejaVu Sans"/>
              </a:defRPr>
            </a:defPPr>
            <a:lvl1pPr algn="l">
              <a:defRPr sz="1500" b="0">
                <a:solidFill>
                  <a:srgbClr val="BED0D5"/>
                </a:solidFill>
                <a:latin typeface="DejaVu Sans"/>
                <a:ea typeface="DejaVu Sans"/>
                <a:cs typeface="DejaVu Sans"/>
              </a:defRPr>
            </a:lvl1pPr>
            <a:lvl2pPr algn="l">
              <a:defRPr sz="1500" b="0">
                <a:solidFill>
                  <a:srgbClr val="BED0D5"/>
                </a:solidFill>
                <a:latin typeface="DejaVu Sans"/>
                <a:ea typeface="DejaVu Sans"/>
                <a:cs typeface="DejaVu Sans"/>
              </a:defRPr>
            </a:lvl2pPr>
            <a:lvl3pPr algn="l">
              <a:defRPr sz="1500" b="0">
                <a:solidFill>
                  <a:srgbClr val="BED0D5"/>
                </a:solidFill>
                <a:latin typeface="DejaVu Sans"/>
                <a:ea typeface="DejaVu Sans"/>
                <a:cs typeface="DejaVu Sans"/>
              </a:defRPr>
            </a:lvl3pPr>
            <a:lvl4pPr algn="l">
              <a:defRPr sz="1500" b="0">
                <a:solidFill>
                  <a:srgbClr val="BED0D5"/>
                </a:solidFill>
                <a:latin typeface="DejaVu Sans"/>
                <a:ea typeface="DejaVu Sans"/>
                <a:cs typeface="DejaVu Sans"/>
              </a:defRPr>
            </a:lvl4pPr>
            <a:lvl5pPr algn="l">
              <a:defRPr sz="1500" b="0">
                <a:solidFill>
                  <a:srgbClr val="BED0D5"/>
                </a:solidFill>
                <a:latin typeface="DejaVu Sans"/>
                <a:ea typeface="DejaVu Sans"/>
                <a:cs typeface="DejaVu Sans"/>
              </a:defRPr>
            </a:lvl5pPr>
            <a:lvl6pPr algn="l">
              <a:defRPr sz="1500" b="0">
                <a:solidFill>
                  <a:srgbClr val="BED0D5"/>
                </a:solidFill>
                <a:latin typeface="DejaVu Sans"/>
                <a:ea typeface="DejaVu Sans"/>
                <a:cs typeface="DejaVu Sans"/>
              </a:defRPr>
            </a:lvl6pPr>
            <a:lvl7pPr algn="l">
              <a:defRPr sz="1500" b="0">
                <a:solidFill>
                  <a:srgbClr val="BED0D5"/>
                </a:solidFill>
                <a:latin typeface="DejaVu Sans"/>
                <a:ea typeface="DejaVu Sans"/>
                <a:cs typeface="DejaVu Sans"/>
              </a:defRPr>
            </a:lvl7pPr>
            <a:lvl8pPr algn="l">
              <a:defRPr sz="1500" b="0">
                <a:solidFill>
                  <a:srgbClr val="BED0D5"/>
                </a:solidFill>
                <a:latin typeface="DejaVu Sans"/>
                <a:ea typeface="DejaVu Sans"/>
                <a:cs typeface="DejaVu Sans"/>
              </a:defRPr>
            </a:lvl8pPr>
            <a:lvl9pPr algn="l">
              <a:defRPr sz="1500" b="0">
                <a:solidFill>
                  <a:srgbClr val="BED0D5"/>
                </a:solidFill>
                <a:latin typeface="DejaVu Sans"/>
                <a:ea typeface="DejaVu Sans"/>
                <a:cs typeface="DejaVu Sans"/>
              </a:defRPr>
            </a:lvl9pPr>
          </a:lstStyle>
          <a:p xmlns:a="http://schemas.openxmlformats.org/drawingml/2006/main">
            <a:pPr algn="l">
              <a:lnSpc>
                <a:spcPct val="112000"/>
              </a:lnSpc>
              <a:buNone/>
              <a:defRPr sz="1500" b="0">
                <a:solidFill>
                  <a:srgbClr val="BED0D5"/>
                </a:solidFill>
                <a:latin typeface="DejaVu Sans"/>
                <a:ea typeface="DejaVu Sans"/>
                <a:cs typeface="DejaVu Sans"/>
              </a:defRPr>
            </a:pPr>
            <a:r>
              <a:rPr sz="1500" b="0">
                <a:solidFill>
                  <a:srgbClr val="BED0D5"/>
                </a:solidFill>
                <a:latin typeface="DejaVu Sans"/>
                <a:ea typeface="DejaVu Sans"/>
                <a:cs typeface="DejaVu Sans"/>
              </a:rPr>
              <a:t>Sergio Gevatschnaider</a:t>
            </a:r>
          </a:p>
          <a:p xmlns:a="http://schemas.openxmlformats.org/drawingml/2006/main">
            <a:pPr algn="l">
              <a:lnSpc>
                <a:spcPct val="112000"/>
              </a:lnSpc>
              <a:buNone/>
              <a:defRPr sz="1500" b="0">
                <a:solidFill>
                  <a:srgbClr val="BED0D5"/>
                </a:solidFill>
                <a:latin typeface="DejaVu Sans"/>
                <a:ea typeface="DejaVu Sans"/>
                <a:cs typeface="DejaVu Sans"/>
              </a:defRPr>
            </a:pPr>
            <a:r>
              <a:rPr sz="1500" b="0">
                <a:solidFill>
                  <a:srgbClr val="BED0D5"/>
                </a:solidFill>
                <a:latin typeface="DejaVu Sans"/>
                <a:ea typeface="DejaVu Sans"/>
                <a:cs typeface="DejaVu Sans"/>
              </a:rPr>
              <a:t>Instituto Confucio UBA · October 27, 2026</a:t>
            </a:r>
          </a:p>
        </p:txBody>
      </p:sp>
      <p:sp>
        <p:nvSpPr>
          <p:cNvPr id="11" name="text-6s45ktvlmdv">
            <a:extLst xmlns:a="http://schemas.openxmlformats.org/drawingml/2006/main">
              <a:ext uri="{FF2B5EF4-FFF2-40B4-BE49-F238E27FC236}">
                <a16:creationId xmlns:a16="http://schemas.microsoft.com/office/drawing/2014/main" id="{9B09780E-0B01-4C99-9659-6A4EC2A3F5E9}"/>
              </a:ext>
            </a:extLst>
          </p:cNvPr>
          <p:cNvSpPr>
            <a:spLocks xmlns:a="http://schemas.openxmlformats.org/drawingml/2006/main" noGrp="1"/>
          </p:cNvSpPr>
          <p:nvPr/>
        </p:nvSpPr>
        <p:spPr>
          <a:xfrm xmlns:a="http://schemas.openxmlformats.org/drawingml/2006/main">
            <a:off x="6524625" y="5857875"/>
            <a:ext cx="5334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900" b="0">
                <a:solidFill>
                  <a:srgbClr val="BED0D5"/>
                </a:solidFill>
                <a:latin typeface="DejaVu Sans"/>
                <a:ea typeface="DejaVu Sans"/>
                <a:cs typeface="DejaVu Sans"/>
              </a:defRPr>
            </a:defPPr>
            <a:lvl1pPr algn="l">
              <a:defRPr sz="900" b="0">
                <a:solidFill>
                  <a:srgbClr val="BED0D5"/>
                </a:solidFill>
                <a:latin typeface="DejaVu Sans"/>
                <a:ea typeface="DejaVu Sans"/>
                <a:cs typeface="DejaVu Sans"/>
              </a:defRPr>
            </a:lvl1pPr>
            <a:lvl2pPr algn="l">
              <a:defRPr sz="900" b="0">
                <a:solidFill>
                  <a:srgbClr val="BED0D5"/>
                </a:solidFill>
                <a:latin typeface="DejaVu Sans"/>
                <a:ea typeface="DejaVu Sans"/>
                <a:cs typeface="DejaVu Sans"/>
              </a:defRPr>
            </a:lvl2pPr>
            <a:lvl3pPr algn="l">
              <a:defRPr sz="900" b="0">
                <a:solidFill>
                  <a:srgbClr val="BED0D5"/>
                </a:solidFill>
                <a:latin typeface="DejaVu Sans"/>
                <a:ea typeface="DejaVu Sans"/>
                <a:cs typeface="DejaVu Sans"/>
              </a:defRPr>
            </a:lvl3pPr>
            <a:lvl4pPr algn="l">
              <a:defRPr sz="900" b="0">
                <a:solidFill>
                  <a:srgbClr val="BED0D5"/>
                </a:solidFill>
                <a:latin typeface="DejaVu Sans"/>
                <a:ea typeface="DejaVu Sans"/>
                <a:cs typeface="DejaVu Sans"/>
              </a:defRPr>
            </a:lvl4pPr>
            <a:lvl5pPr algn="l">
              <a:defRPr sz="900" b="0">
                <a:solidFill>
                  <a:srgbClr val="BED0D5"/>
                </a:solidFill>
                <a:latin typeface="DejaVu Sans"/>
                <a:ea typeface="DejaVu Sans"/>
                <a:cs typeface="DejaVu Sans"/>
              </a:defRPr>
            </a:lvl5pPr>
            <a:lvl6pPr algn="l">
              <a:defRPr sz="900" b="0">
                <a:solidFill>
                  <a:srgbClr val="BED0D5"/>
                </a:solidFill>
                <a:latin typeface="DejaVu Sans"/>
                <a:ea typeface="DejaVu Sans"/>
                <a:cs typeface="DejaVu Sans"/>
              </a:defRPr>
            </a:lvl6pPr>
            <a:lvl7pPr algn="l">
              <a:defRPr sz="900" b="0">
                <a:solidFill>
                  <a:srgbClr val="BED0D5"/>
                </a:solidFill>
                <a:latin typeface="DejaVu Sans"/>
                <a:ea typeface="DejaVu Sans"/>
                <a:cs typeface="DejaVu Sans"/>
              </a:defRPr>
            </a:lvl7pPr>
            <a:lvl8pPr algn="l">
              <a:defRPr sz="900" b="0">
                <a:solidFill>
                  <a:srgbClr val="BED0D5"/>
                </a:solidFill>
                <a:latin typeface="DejaVu Sans"/>
                <a:ea typeface="DejaVu Sans"/>
                <a:cs typeface="DejaVu Sans"/>
              </a:defRPr>
            </a:lvl8pPr>
            <a:lvl9pPr algn="l">
              <a:defRPr sz="900" b="0">
                <a:solidFill>
                  <a:srgbClr val="BED0D5"/>
                </a:solidFill>
                <a:latin typeface="DejaVu Sans"/>
                <a:ea typeface="DejaVu Sans"/>
                <a:cs typeface="DejaVu Sans"/>
              </a:defRPr>
            </a:lvl9pPr>
          </a:lstStyle>
          <a:p xmlns:a="http://schemas.openxmlformats.org/drawingml/2006/main">
            <a:pPr algn="l">
              <a:lnSpc>
                <a:spcPct val="112000"/>
              </a:lnSpc>
              <a:buNone/>
              <a:defRPr sz="900" b="0">
                <a:solidFill>
                  <a:srgbClr val="BED0D5"/>
                </a:solidFill>
                <a:latin typeface="DejaVu Sans"/>
                <a:ea typeface="DejaVu Sans"/>
                <a:cs typeface="DejaVu Sans"/>
              </a:defRPr>
            </a:pPr>
            <a:r>
              <a:rPr sz="900" b="0">
                <a:solidFill>
                  <a:srgbClr val="BED0D5"/>
                </a:solidFill>
                <a:latin typeface="DejaVu Sans"/>
                <a:ea typeface="DejaVu Sans"/>
                <a:cs typeface="DejaVu Sans"/>
              </a:rPr>
              <a:t>CONCEPTUAL ILLUSTRATION</a:t>
            </a:r>
          </a:p>
        </p:txBody>
      </p:sp>
    </p:spTree>
    <p:extLst>
      <p:ext uri="{BB962C8B-B14F-4D97-AF65-F5344CB8AC3E}">
        <p14:creationId xmlns:p14="http://schemas.microsoft.com/office/powerpoint/2010/main" val="917858239"/>
      </p:ext>
    </p:extLst>
  </p:cSld>
</p:sld>
</file>

<file path=ppt/slides/slide2.xml><?xml version="1.0" encoding="utf-8"?>
<p:sld xmlns:p="http://schemas.openxmlformats.org/presentationml/2006/main">
  <p:cSld>
    <p:bg>
      <p:bgPr>
        <a:solidFill xmlns:a="http://schemas.openxmlformats.org/drawingml/2006/main">
          <a:srgbClr val="F4F1E9"/>
        </a:solidFill>
      </p:bgPr>
    </p:bg>
    <p:spTree>
      <p:nvGrpSpPr>
        <p:cNvPr id="1" name=""/>
        <p:cNvGrpSpPr/>
        <p:nvPr/>
      </p:nvGrpSpPr>
      <p:grpSpPr>
        <a:xfrm xmlns:a="http://schemas.openxmlformats.org/drawingml/2006/main"/>
      </p:grpSpPr>
      <p:cxnSp>
        <p:nvCxnSpPr>
          <p:cNvPr id="21" name="">
            <a:extLst xmlns:a="http://schemas.openxmlformats.org/drawingml/2006/main">
              <a:ext uri="{FF2B5EF4-FFF2-40B4-BE49-F238E27FC236}">
                <a16:creationId xmlns:a16="http://schemas.microsoft.com/office/drawing/2014/main" id="{B92140D7-E388-4B94-B793-B74A37DF160D}"/>
              </a:ext>
            </a:extLst>
          </p:cNvPr>
          <p:cNvCxnSpPr>
            <a:stCxn xmlns:a="http://schemas.openxmlformats.org/drawingml/2006/main" id="12" idx="3"/>
            <a:endCxn xmlns:a="http://schemas.openxmlformats.org/drawingml/2006/main" id="16" idx="1"/>
          </p:cNvCxnSpPr>
          <p:nvPr/>
        </p:nvCxnSpPr>
        <p:spPr>
          <a:xfrm xmlns:a="http://schemas.openxmlformats.org/drawingml/2006/main">
            <a:off x="7797800" y="4181475"/>
            <a:ext cx="381000" cy="0"/>
          </a:xfrm>
          <a:prstGeom xmlns:a="http://schemas.openxmlformats.org/drawingml/2006/main" prst="straightConnector1">
            <a:avLst/>
          </a:prstGeom>
          <a:ln xmlns:a="http://schemas.openxmlformats.org/drawingml/2006/main" w="28575">
            <a:solidFill>
              <a:srgbClr val="087D78"/>
            </a:solidFill>
            <a:prstDash val="solid"/>
            <a:tailEnd type="triangle" w="sm" len="sm"/>
          </a:ln>
        </p:spPr>
      </p:cxnSp>
      <p:cxnSp>
        <p:nvCxnSpPr>
          <p:cNvPr id="20" name="">
            <a:extLst xmlns:a="http://schemas.openxmlformats.org/drawingml/2006/main">
              <a:ext uri="{FF2B5EF4-FFF2-40B4-BE49-F238E27FC236}">
                <a16:creationId xmlns:a16="http://schemas.microsoft.com/office/drawing/2014/main" id="{424BE90E-EF4A-4770-99F4-69EA02748A15}"/>
              </a:ext>
            </a:extLst>
          </p:cNvPr>
          <p:cNvCxnSpPr>
            <a:stCxn xmlns:a="http://schemas.openxmlformats.org/drawingml/2006/main" id="8" idx="3"/>
            <a:endCxn xmlns:a="http://schemas.openxmlformats.org/drawingml/2006/main" id="12" idx="1"/>
          </p:cNvCxnSpPr>
          <p:nvPr/>
        </p:nvCxnSpPr>
        <p:spPr>
          <a:xfrm xmlns:a="http://schemas.openxmlformats.org/drawingml/2006/main">
            <a:off x="4013200" y="4181475"/>
            <a:ext cx="381000" cy="0"/>
          </a:xfrm>
          <a:prstGeom xmlns:a="http://schemas.openxmlformats.org/drawingml/2006/main" prst="straightConnector1">
            <a:avLst/>
          </a:prstGeom>
          <a:ln xmlns:a="http://schemas.openxmlformats.org/drawingml/2006/main" w="28575">
            <a:solidFill>
              <a:srgbClr val="087D78"/>
            </a:solidFill>
            <a:prstDash val="solid"/>
            <a:tailEnd type="triangle" w="sm" len="sm"/>
          </a:ln>
        </p:spPr>
      </p:cxnSp>
      <p:sp>
        <p:nvSpPr>
          <p:cNvPr id="22" name="">
            <a:extLst xmlns:a="http://schemas.openxmlformats.org/drawingml/2006/main">
              <a:ext uri="{FF2B5EF4-FFF2-40B4-BE49-F238E27FC236}">
                <a16:creationId xmlns:a16="http://schemas.microsoft.com/office/drawing/2014/main" id="{6974DC19-3F6B-4A37-8B57-6E0751C6E589}"/>
              </a:ext>
            </a:extLst>
          </p:cNvPr>
          <p:cNvSpPr>
            <a:spLocks xmlns:a="http://schemas.openxmlformats.org/drawingml/2006/main" noGrp="1"/>
          </p:cNvSpPr>
          <p:nvPr/>
        </p:nvSpPr>
        <p:spPr>
          <a:xfrm xmlns:a="http://schemas.openxmlformats.org/drawingml/2006/main">
            <a:off x="609600" y="323850"/>
            <a:ext cx="495300" cy="47625"/>
          </a:xfrm>
          <a:prstGeom xmlns:a="http://schemas.openxmlformats.org/drawingml/2006/main" prst="rect">
            <a:avLst/>
          </a:prstGeom>
          <a:solidFill xmlns:a="http://schemas.openxmlformats.org/drawingml/2006/main">
            <a:srgbClr val="D64136"/>
          </a:solidFill>
          <a:ln xmlns:a="http://schemas.openxmlformats.org/drawingml/2006/main" w="0">
            <a:noFill/>
            <a:prstDash val="solid"/>
          </a:ln>
        </p:spPr>
      </p:sp>
      <p:sp>
        <p:nvSpPr>
          <p:cNvPr id="2" name="text-eiisd8erxk">
            <a:extLst xmlns:a="http://schemas.openxmlformats.org/drawingml/2006/main">
              <a:ext uri="{FF2B5EF4-FFF2-40B4-BE49-F238E27FC236}">
                <a16:creationId xmlns:a16="http://schemas.microsoft.com/office/drawing/2014/main" id="{922F93D8-BF12-4BB2-BF86-0C6E1BFFAA5E}"/>
              </a:ext>
            </a:extLst>
          </p:cNvPr>
          <p:cNvSpPr>
            <a:spLocks xmlns:a="http://schemas.openxmlformats.org/drawingml/2006/main" noGrp="1"/>
          </p:cNvSpPr>
          <p:nvPr/>
        </p:nvSpPr>
        <p:spPr>
          <a:xfrm xmlns:a="http://schemas.openxmlformats.org/drawingml/2006/main">
            <a:off x="1257300" y="247650"/>
            <a:ext cx="809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50" b="1">
                <a:solidFill>
                  <a:srgbClr val="087D78"/>
                </a:solidFill>
                <a:latin typeface="DejaVu Sans"/>
                <a:ea typeface="DejaVu Sans"/>
                <a:cs typeface="DejaVu Sans"/>
              </a:defRPr>
            </a:defPPr>
            <a:lvl1pPr algn="l">
              <a:defRPr sz="1050" b="1">
                <a:solidFill>
                  <a:srgbClr val="087D78"/>
                </a:solidFill>
                <a:latin typeface="DejaVu Sans"/>
                <a:ea typeface="DejaVu Sans"/>
                <a:cs typeface="DejaVu Sans"/>
              </a:defRPr>
            </a:lvl1pPr>
            <a:lvl2pPr algn="l">
              <a:defRPr sz="1050" b="1">
                <a:solidFill>
                  <a:srgbClr val="087D78"/>
                </a:solidFill>
                <a:latin typeface="DejaVu Sans"/>
                <a:ea typeface="DejaVu Sans"/>
                <a:cs typeface="DejaVu Sans"/>
              </a:defRPr>
            </a:lvl2pPr>
            <a:lvl3pPr algn="l">
              <a:defRPr sz="1050" b="1">
                <a:solidFill>
                  <a:srgbClr val="087D78"/>
                </a:solidFill>
                <a:latin typeface="DejaVu Sans"/>
                <a:ea typeface="DejaVu Sans"/>
                <a:cs typeface="DejaVu Sans"/>
              </a:defRPr>
            </a:lvl3pPr>
            <a:lvl4pPr algn="l">
              <a:defRPr sz="1050" b="1">
                <a:solidFill>
                  <a:srgbClr val="087D78"/>
                </a:solidFill>
                <a:latin typeface="DejaVu Sans"/>
                <a:ea typeface="DejaVu Sans"/>
                <a:cs typeface="DejaVu Sans"/>
              </a:defRPr>
            </a:lvl4pPr>
            <a:lvl5pPr algn="l">
              <a:defRPr sz="1050" b="1">
                <a:solidFill>
                  <a:srgbClr val="087D78"/>
                </a:solidFill>
                <a:latin typeface="DejaVu Sans"/>
                <a:ea typeface="DejaVu Sans"/>
                <a:cs typeface="DejaVu Sans"/>
              </a:defRPr>
            </a:lvl5pPr>
            <a:lvl6pPr algn="l">
              <a:defRPr sz="1050" b="1">
                <a:solidFill>
                  <a:srgbClr val="087D78"/>
                </a:solidFill>
                <a:latin typeface="DejaVu Sans"/>
                <a:ea typeface="DejaVu Sans"/>
                <a:cs typeface="DejaVu Sans"/>
              </a:defRPr>
            </a:lvl6pPr>
            <a:lvl7pPr algn="l">
              <a:defRPr sz="1050" b="1">
                <a:solidFill>
                  <a:srgbClr val="087D78"/>
                </a:solidFill>
                <a:latin typeface="DejaVu Sans"/>
                <a:ea typeface="DejaVu Sans"/>
                <a:cs typeface="DejaVu Sans"/>
              </a:defRPr>
            </a:lvl7pPr>
            <a:lvl8pPr algn="l">
              <a:defRPr sz="1050" b="1">
                <a:solidFill>
                  <a:srgbClr val="087D78"/>
                </a:solidFill>
                <a:latin typeface="DejaVu Sans"/>
                <a:ea typeface="DejaVu Sans"/>
                <a:cs typeface="DejaVu Sans"/>
              </a:defRPr>
            </a:lvl8pPr>
            <a:lvl9pPr algn="l">
              <a:defRPr sz="1050" b="1">
                <a:solidFill>
                  <a:srgbClr val="087D78"/>
                </a:solidFill>
                <a:latin typeface="DejaVu Sans"/>
                <a:ea typeface="DejaVu Sans"/>
                <a:cs typeface="DejaVu Sans"/>
              </a:defRPr>
            </a:lvl9pPr>
          </a:lstStyle>
          <a:p xmlns:a="http://schemas.openxmlformats.org/drawingml/2006/main">
            <a:pPr algn="l">
              <a:lnSpc>
                <a:spcPct val="112000"/>
              </a:lnSpc>
              <a:buNone/>
              <a:defRPr sz="1050" b="1">
                <a:solidFill>
                  <a:srgbClr val="087D78"/>
                </a:solidFill>
                <a:latin typeface="DejaVu Sans"/>
                <a:ea typeface="DejaVu Sans"/>
                <a:cs typeface="DejaVu Sans"/>
              </a:defRPr>
            </a:pPr>
            <a:r>
              <a:rPr sz="1050" b="1">
                <a:solidFill>
                  <a:srgbClr val="087D78"/>
                </a:solidFill>
                <a:latin typeface="DejaVu Sans"/>
                <a:ea typeface="DejaVu Sans"/>
                <a:cs typeface="DejaVu Sans"/>
              </a:rPr>
              <a:t>TECHNOLOGICAL CHINA</a:t>
            </a:r>
          </a:p>
        </p:txBody>
      </p:sp>
      <p:sp>
        <p:nvSpPr>
          <p:cNvPr id="3" name="text-oj1guxr3k5e">
            <a:extLst xmlns:a="http://schemas.openxmlformats.org/drawingml/2006/main">
              <a:ext uri="{FF2B5EF4-FFF2-40B4-BE49-F238E27FC236}">
                <a16:creationId xmlns:a16="http://schemas.microsoft.com/office/drawing/2014/main" id="{87F44967-4940-4115-A260-9C74BC27074A}"/>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700" b="1">
                <a:solidFill>
                  <a:srgbClr val="10242B"/>
                </a:solidFill>
                <a:latin typeface="DejaVu Sans"/>
                <a:ea typeface="DejaVu Sans"/>
                <a:cs typeface="DejaVu Sans"/>
              </a:defRPr>
            </a:defPPr>
            <a:lvl1pPr algn="l">
              <a:defRPr sz="2700" b="1">
                <a:solidFill>
                  <a:srgbClr val="10242B"/>
                </a:solidFill>
                <a:latin typeface="DejaVu Sans"/>
                <a:ea typeface="DejaVu Sans"/>
                <a:cs typeface="DejaVu Sans"/>
              </a:defRPr>
            </a:lvl1pPr>
            <a:lvl2pPr algn="l">
              <a:defRPr sz="2700" b="1">
                <a:solidFill>
                  <a:srgbClr val="10242B"/>
                </a:solidFill>
                <a:latin typeface="DejaVu Sans"/>
                <a:ea typeface="DejaVu Sans"/>
                <a:cs typeface="DejaVu Sans"/>
              </a:defRPr>
            </a:lvl2pPr>
            <a:lvl3pPr algn="l">
              <a:defRPr sz="2700" b="1">
                <a:solidFill>
                  <a:srgbClr val="10242B"/>
                </a:solidFill>
                <a:latin typeface="DejaVu Sans"/>
                <a:ea typeface="DejaVu Sans"/>
                <a:cs typeface="DejaVu Sans"/>
              </a:defRPr>
            </a:lvl3pPr>
            <a:lvl4pPr algn="l">
              <a:defRPr sz="2700" b="1">
                <a:solidFill>
                  <a:srgbClr val="10242B"/>
                </a:solidFill>
                <a:latin typeface="DejaVu Sans"/>
                <a:ea typeface="DejaVu Sans"/>
                <a:cs typeface="DejaVu Sans"/>
              </a:defRPr>
            </a:lvl4pPr>
            <a:lvl5pPr algn="l">
              <a:defRPr sz="2700" b="1">
                <a:solidFill>
                  <a:srgbClr val="10242B"/>
                </a:solidFill>
                <a:latin typeface="DejaVu Sans"/>
                <a:ea typeface="DejaVu Sans"/>
                <a:cs typeface="DejaVu Sans"/>
              </a:defRPr>
            </a:lvl5pPr>
            <a:lvl6pPr algn="l">
              <a:defRPr sz="2700" b="1">
                <a:solidFill>
                  <a:srgbClr val="10242B"/>
                </a:solidFill>
                <a:latin typeface="DejaVu Sans"/>
                <a:ea typeface="DejaVu Sans"/>
                <a:cs typeface="DejaVu Sans"/>
              </a:defRPr>
            </a:lvl6pPr>
            <a:lvl7pPr algn="l">
              <a:defRPr sz="2700" b="1">
                <a:solidFill>
                  <a:srgbClr val="10242B"/>
                </a:solidFill>
                <a:latin typeface="DejaVu Sans"/>
                <a:ea typeface="DejaVu Sans"/>
                <a:cs typeface="DejaVu Sans"/>
              </a:defRPr>
            </a:lvl7pPr>
            <a:lvl8pPr algn="l">
              <a:defRPr sz="2700" b="1">
                <a:solidFill>
                  <a:srgbClr val="10242B"/>
                </a:solidFill>
                <a:latin typeface="DejaVu Sans"/>
                <a:ea typeface="DejaVu Sans"/>
                <a:cs typeface="DejaVu Sans"/>
              </a:defRPr>
            </a:lvl8pPr>
            <a:lvl9pPr algn="l">
              <a:defRPr sz="2700" b="1">
                <a:solidFill>
                  <a:srgbClr val="10242B"/>
                </a:solidFill>
                <a:latin typeface="DejaVu Sans"/>
                <a:ea typeface="DejaVu Sans"/>
                <a:cs typeface="DejaVu Sans"/>
              </a:defRPr>
            </a:lvl9pPr>
          </a:lstStyle>
          <a:p xmlns:a="http://schemas.openxmlformats.org/drawingml/2006/main">
            <a:pPr algn="l">
              <a:lnSpc>
                <a:spcPct val="112000"/>
              </a:lnSpc>
              <a:buNone/>
              <a:defRPr sz="2700" b="1">
                <a:solidFill>
                  <a:srgbClr val="10242B"/>
                </a:solidFill>
                <a:latin typeface="DejaVu Sans"/>
                <a:ea typeface="DejaVu Sans"/>
                <a:cs typeface="DejaVu Sans"/>
              </a:defRPr>
            </a:pPr>
            <a:r>
              <a:rPr sz="2700" b="1">
                <a:solidFill>
                  <a:srgbClr val="10242B"/>
                </a:solidFill>
                <a:latin typeface="DejaVu Sans"/>
                <a:ea typeface="DejaVu Sans"/>
                <a:cs typeface="DejaVu Sans"/>
              </a:rPr>
              <a:t>Agency links decisions to changes in an environment</a:t>
            </a:r>
          </a:p>
        </p:txBody>
      </p:sp>
      <p:sp>
        <p:nvSpPr>
          <p:cNvPr id="4" name="text-445eir30t9d">
            <a:extLst xmlns:a="http://schemas.openxmlformats.org/drawingml/2006/main">
              <a:ext uri="{FF2B5EF4-FFF2-40B4-BE49-F238E27FC236}">
                <a16:creationId xmlns:a16="http://schemas.microsoft.com/office/drawing/2014/main" id="{F2874E77-2BBC-49B2-A2C8-D8EBFDB5E9B3}"/>
              </a:ext>
            </a:extLst>
          </p:cNvPr>
          <p:cNvSpPr>
            <a:spLocks xmlns:a="http://schemas.openxmlformats.org/drawingml/2006/main" noGrp="1"/>
          </p:cNvSpPr>
          <p:nvPr/>
        </p:nvSpPr>
        <p:spPr>
          <a:xfrm xmlns:a="http://schemas.openxmlformats.org/drawingml/2006/main">
            <a:off x="609600" y="1857375"/>
            <a:ext cx="109728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577078"/>
                </a:solidFill>
                <a:latin typeface="DejaVu Sans"/>
                <a:ea typeface="DejaVu Sans"/>
                <a:cs typeface="DejaVu Sans"/>
              </a:defRPr>
            </a:defPPr>
            <a:lvl1pPr algn="l">
              <a:defRPr sz="1575" b="0">
                <a:solidFill>
                  <a:srgbClr val="577078"/>
                </a:solidFill>
                <a:latin typeface="DejaVu Sans"/>
                <a:ea typeface="DejaVu Sans"/>
                <a:cs typeface="DejaVu Sans"/>
              </a:defRPr>
            </a:lvl1pPr>
            <a:lvl2pPr algn="l">
              <a:defRPr sz="1575" b="0">
                <a:solidFill>
                  <a:srgbClr val="577078"/>
                </a:solidFill>
                <a:latin typeface="DejaVu Sans"/>
                <a:ea typeface="DejaVu Sans"/>
                <a:cs typeface="DejaVu Sans"/>
              </a:defRPr>
            </a:lvl2pPr>
            <a:lvl3pPr algn="l">
              <a:defRPr sz="1575" b="0">
                <a:solidFill>
                  <a:srgbClr val="577078"/>
                </a:solidFill>
                <a:latin typeface="DejaVu Sans"/>
                <a:ea typeface="DejaVu Sans"/>
                <a:cs typeface="DejaVu Sans"/>
              </a:defRPr>
            </a:lvl3pPr>
            <a:lvl4pPr algn="l">
              <a:defRPr sz="1575" b="0">
                <a:solidFill>
                  <a:srgbClr val="577078"/>
                </a:solidFill>
                <a:latin typeface="DejaVu Sans"/>
                <a:ea typeface="DejaVu Sans"/>
                <a:cs typeface="DejaVu Sans"/>
              </a:defRPr>
            </a:lvl4pPr>
            <a:lvl5pPr algn="l">
              <a:defRPr sz="1575" b="0">
                <a:solidFill>
                  <a:srgbClr val="577078"/>
                </a:solidFill>
                <a:latin typeface="DejaVu Sans"/>
                <a:ea typeface="DejaVu Sans"/>
                <a:cs typeface="DejaVu Sans"/>
              </a:defRPr>
            </a:lvl5pPr>
            <a:lvl6pPr algn="l">
              <a:defRPr sz="1575" b="0">
                <a:solidFill>
                  <a:srgbClr val="577078"/>
                </a:solidFill>
                <a:latin typeface="DejaVu Sans"/>
                <a:ea typeface="DejaVu Sans"/>
                <a:cs typeface="DejaVu Sans"/>
              </a:defRPr>
            </a:lvl6pPr>
            <a:lvl7pPr algn="l">
              <a:defRPr sz="1575" b="0">
                <a:solidFill>
                  <a:srgbClr val="577078"/>
                </a:solidFill>
                <a:latin typeface="DejaVu Sans"/>
                <a:ea typeface="DejaVu Sans"/>
                <a:cs typeface="DejaVu Sans"/>
              </a:defRPr>
            </a:lvl7pPr>
            <a:lvl8pPr algn="l">
              <a:defRPr sz="1575" b="0">
                <a:solidFill>
                  <a:srgbClr val="577078"/>
                </a:solidFill>
                <a:latin typeface="DejaVu Sans"/>
                <a:ea typeface="DejaVu Sans"/>
                <a:cs typeface="DejaVu Sans"/>
              </a:defRPr>
            </a:lvl8pPr>
            <a:lvl9pPr algn="l">
              <a:defRPr sz="1575" b="0">
                <a:solidFill>
                  <a:srgbClr val="577078"/>
                </a:solidFill>
                <a:latin typeface="DejaVu Sans"/>
                <a:ea typeface="DejaVu Sans"/>
                <a:cs typeface="DejaVu Sans"/>
              </a:defRPr>
            </a:lvl9pPr>
          </a:lstStyle>
          <a:p xmlns:a="http://schemas.openxmlformats.org/drawingml/2006/main">
            <a:pPr algn="l">
              <a:lnSpc>
                <a:spcPct val="112000"/>
              </a:lnSpc>
              <a:buNone/>
              <a:defRPr sz="1575" b="0">
                <a:solidFill>
                  <a:srgbClr val="577078"/>
                </a:solidFill>
                <a:latin typeface="DejaVu Sans"/>
                <a:ea typeface="DejaVu Sans"/>
                <a:cs typeface="DejaVu Sans"/>
              </a:defRPr>
            </a:pPr>
            <a:r>
              <a:rPr sz="1575" b="0">
                <a:solidFill>
                  <a:srgbClr val="577078"/>
                </a:solidFill>
                <a:latin typeface="DejaVu Sans"/>
                <a:ea typeface="DejaVu Sans"/>
                <a:cs typeface="DejaVu Sans"/>
              </a:rPr>
              <a:t>An agent selects actions using observations and a performance criterion.</a:t>
            </a:r>
          </a:p>
        </p:txBody>
      </p:sp>
      <p:sp>
        <p:nvSpPr>
          <p:cNvPr id="5" name="">
            <a:extLst xmlns:a="http://schemas.openxmlformats.org/drawingml/2006/main">
              <a:ext uri="{FF2B5EF4-FFF2-40B4-BE49-F238E27FC236}">
                <a16:creationId xmlns:a16="http://schemas.microsoft.com/office/drawing/2014/main" id="{DF106C9E-874F-4DA5-A865-C7B2B39C81BE}"/>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CCD8D6"/>
          </a:solidFill>
          <a:ln xmlns:a="http://schemas.openxmlformats.org/drawingml/2006/main" w="0">
            <a:noFill/>
            <a:prstDash val="solid"/>
          </a:ln>
        </p:spPr>
      </p:sp>
      <p:sp>
        <p:nvSpPr>
          <p:cNvPr id="6" name="text-mst1eqyqrx">
            <a:extLst xmlns:a="http://schemas.openxmlformats.org/drawingml/2006/main">
              <a:ext uri="{FF2B5EF4-FFF2-40B4-BE49-F238E27FC236}">
                <a16:creationId xmlns:a16="http://schemas.microsoft.com/office/drawing/2014/main" id="{4375BF41-6DD5-40BD-A9E8-C68A673DC597}"/>
              </a:ext>
            </a:extLst>
          </p:cNvPr>
          <p:cNvSpPr>
            <a:spLocks xmlns:a="http://schemas.openxmlformats.org/drawingml/2006/main" noGrp="1"/>
          </p:cNvSpPr>
          <p:nvPr/>
        </p:nvSpPr>
        <p:spPr>
          <a:xfrm xmlns:a="http://schemas.openxmlformats.org/drawingml/2006/main">
            <a:off x="609600" y="6362700"/>
            <a:ext cx="971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975" b="0">
                <a:solidFill>
                  <a:srgbClr val="577078"/>
                </a:solidFill>
                <a:latin typeface="DejaVu Sans"/>
                <a:ea typeface="DejaVu Sans"/>
                <a:cs typeface="DejaVu Sans"/>
              </a:defRPr>
            </a:defPPr>
            <a:lvl1pPr algn="l">
              <a:defRPr sz="975" b="0">
                <a:solidFill>
                  <a:srgbClr val="577078"/>
                </a:solidFill>
                <a:latin typeface="DejaVu Sans"/>
                <a:ea typeface="DejaVu Sans"/>
                <a:cs typeface="DejaVu Sans"/>
              </a:defRPr>
            </a:lvl1pPr>
            <a:lvl2pPr algn="l">
              <a:defRPr sz="975" b="0">
                <a:solidFill>
                  <a:srgbClr val="577078"/>
                </a:solidFill>
                <a:latin typeface="DejaVu Sans"/>
                <a:ea typeface="DejaVu Sans"/>
                <a:cs typeface="DejaVu Sans"/>
              </a:defRPr>
            </a:lvl2pPr>
            <a:lvl3pPr algn="l">
              <a:defRPr sz="975" b="0">
                <a:solidFill>
                  <a:srgbClr val="577078"/>
                </a:solidFill>
                <a:latin typeface="DejaVu Sans"/>
                <a:ea typeface="DejaVu Sans"/>
                <a:cs typeface="DejaVu Sans"/>
              </a:defRPr>
            </a:lvl3pPr>
            <a:lvl4pPr algn="l">
              <a:defRPr sz="975" b="0">
                <a:solidFill>
                  <a:srgbClr val="577078"/>
                </a:solidFill>
                <a:latin typeface="DejaVu Sans"/>
                <a:ea typeface="DejaVu Sans"/>
                <a:cs typeface="DejaVu Sans"/>
              </a:defRPr>
            </a:lvl4pPr>
            <a:lvl5pPr algn="l">
              <a:defRPr sz="975" b="0">
                <a:solidFill>
                  <a:srgbClr val="577078"/>
                </a:solidFill>
                <a:latin typeface="DejaVu Sans"/>
                <a:ea typeface="DejaVu Sans"/>
                <a:cs typeface="DejaVu Sans"/>
              </a:defRPr>
            </a:lvl5pPr>
            <a:lvl6pPr algn="l">
              <a:defRPr sz="975" b="0">
                <a:solidFill>
                  <a:srgbClr val="577078"/>
                </a:solidFill>
                <a:latin typeface="DejaVu Sans"/>
                <a:ea typeface="DejaVu Sans"/>
                <a:cs typeface="DejaVu Sans"/>
              </a:defRPr>
            </a:lvl6pPr>
            <a:lvl7pPr algn="l">
              <a:defRPr sz="975" b="0">
                <a:solidFill>
                  <a:srgbClr val="577078"/>
                </a:solidFill>
                <a:latin typeface="DejaVu Sans"/>
                <a:ea typeface="DejaVu Sans"/>
                <a:cs typeface="DejaVu Sans"/>
              </a:defRPr>
            </a:lvl7pPr>
            <a:lvl8pPr algn="l">
              <a:defRPr sz="975" b="0">
                <a:solidFill>
                  <a:srgbClr val="577078"/>
                </a:solidFill>
                <a:latin typeface="DejaVu Sans"/>
                <a:ea typeface="DejaVu Sans"/>
                <a:cs typeface="DejaVu Sans"/>
              </a:defRPr>
            </a:lvl8pPr>
            <a:lvl9pPr algn="l">
              <a:defRPr sz="975" b="0">
                <a:solidFill>
                  <a:srgbClr val="577078"/>
                </a:solidFill>
                <a:latin typeface="DejaVu Sans"/>
                <a:ea typeface="DejaVu Sans"/>
                <a:cs typeface="DejaVu Sans"/>
              </a:defRPr>
            </a:lvl9pPr>
          </a:lstStyle>
          <a:p xmlns:a="http://schemas.openxmlformats.org/drawingml/2006/main">
            <a:pPr algn="l">
              <a:lnSpc>
                <a:spcPct val="112000"/>
              </a:lnSpc>
              <a:buNone/>
              <a:defRPr sz="975" b="0">
                <a:solidFill>
                  <a:srgbClr val="577078"/>
                </a:solidFill>
                <a:latin typeface="DejaVu Sans"/>
                <a:ea typeface="DejaVu Sans"/>
                <a:cs typeface="DejaVu Sans"/>
              </a:defRPr>
            </a:pPr>
            <a:r>
              <a:rPr sz="975" b="0">
                <a:solidFill>
                  <a:srgbClr val="577078"/>
                </a:solidFill>
                <a:latin typeface="DejaVu Sans"/>
                <a:ea typeface="DejaVu Sans"/>
                <a:cs typeface="DejaVu Sans"/>
              </a:rPr>
              <a:t>Sergio Gevatschnaider  ·  Russell &amp; Norvig</a:t>
            </a:r>
          </a:p>
        </p:txBody>
      </p:sp>
      <p:sp>
        <p:nvSpPr>
          <p:cNvPr id="7" name="text-1mxevm3lfbyh">
            <a:extLst xmlns:a="http://schemas.openxmlformats.org/drawingml/2006/main">
              <a:ext uri="{FF2B5EF4-FFF2-40B4-BE49-F238E27FC236}">
                <a16:creationId xmlns:a16="http://schemas.microsoft.com/office/drawing/2014/main" id="{C77A4952-A2D6-437D-99C8-EBD018895D50}"/>
              </a:ext>
            </a:extLst>
          </p:cNvPr>
          <p:cNvSpPr>
            <a:spLocks xmlns:a="http://schemas.openxmlformats.org/drawingml/2006/main" noGrp="1"/>
          </p:cNvSpPr>
          <p:nvPr/>
        </p:nvSpPr>
        <p:spPr>
          <a:xfrm xmlns:a="http://schemas.openxmlformats.org/drawingml/2006/main">
            <a:off x="10934700" y="6296025"/>
            <a:ext cx="6477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725" b="1">
                <a:solidFill>
                  <a:srgbClr val="087D78"/>
                </a:solidFill>
                <a:latin typeface="DejaVu Sans"/>
                <a:ea typeface="DejaVu Sans"/>
                <a:cs typeface="DejaVu Sans"/>
              </a:defRPr>
            </a:defPPr>
            <a:lvl1pPr algn="r">
              <a:defRPr sz="1725" b="1">
                <a:solidFill>
                  <a:srgbClr val="087D78"/>
                </a:solidFill>
                <a:latin typeface="DejaVu Sans"/>
                <a:ea typeface="DejaVu Sans"/>
                <a:cs typeface="DejaVu Sans"/>
              </a:defRPr>
            </a:lvl1pPr>
            <a:lvl2pPr algn="r">
              <a:defRPr sz="1725" b="1">
                <a:solidFill>
                  <a:srgbClr val="087D78"/>
                </a:solidFill>
                <a:latin typeface="DejaVu Sans"/>
                <a:ea typeface="DejaVu Sans"/>
                <a:cs typeface="DejaVu Sans"/>
              </a:defRPr>
            </a:lvl2pPr>
            <a:lvl3pPr algn="r">
              <a:defRPr sz="1725" b="1">
                <a:solidFill>
                  <a:srgbClr val="087D78"/>
                </a:solidFill>
                <a:latin typeface="DejaVu Sans"/>
                <a:ea typeface="DejaVu Sans"/>
                <a:cs typeface="DejaVu Sans"/>
              </a:defRPr>
            </a:lvl3pPr>
            <a:lvl4pPr algn="r">
              <a:defRPr sz="1725" b="1">
                <a:solidFill>
                  <a:srgbClr val="087D78"/>
                </a:solidFill>
                <a:latin typeface="DejaVu Sans"/>
                <a:ea typeface="DejaVu Sans"/>
                <a:cs typeface="DejaVu Sans"/>
              </a:defRPr>
            </a:lvl4pPr>
            <a:lvl5pPr algn="r">
              <a:defRPr sz="1725" b="1">
                <a:solidFill>
                  <a:srgbClr val="087D78"/>
                </a:solidFill>
                <a:latin typeface="DejaVu Sans"/>
                <a:ea typeface="DejaVu Sans"/>
                <a:cs typeface="DejaVu Sans"/>
              </a:defRPr>
            </a:lvl5pPr>
            <a:lvl6pPr algn="r">
              <a:defRPr sz="1725" b="1">
                <a:solidFill>
                  <a:srgbClr val="087D78"/>
                </a:solidFill>
                <a:latin typeface="DejaVu Sans"/>
                <a:ea typeface="DejaVu Sans"/>
                <a:cs typeface="DejaVu Sans"/>
              </a:defRPr>
            </a:lvl6pPr>
            <a:lvl7pPr algn="r">
              <a:defRPr sz="1725" b="1">
                <a:solidFill>
                  <a:srgbClr val="087D78"/>
                </a:solidFill>
                <a:latin typeface="DejaVu Sans"/>
                <a:ea typeface="DejaVu Sans"/>
                <a:cs typeface="DejaVu Sans"/>
              </a:defRPr>
            </a:lvl7pPr>
            <a:lvl8pPr algn="r">
              <a:defRPr sz="1725" b="1">
                <a:solidFill>
                  <a:srgbClr val="087D78"/>
                </a:solidFill>
                <a:latin typeface="DejaVu Sans"/>
                <a:ea typeface="DejaVu Sans"/>
                <a:cs typeface="DejaVu Sans"/>
              </a:defRPr>
            </a:lvl8pPr>
            <a:lvl9pPr algn="r">
              <a:defRPr sz="1725" b="1">
                <a:solidFill>
                  <a:srgbClr val="087D78"/>
                </a:solidFill>
                <a:latin typeface="DejaVu Sans"/>
                <a:ea typeface="DejaVu Sans"/>
                <a:cs typeface="DejaVu Sans"/>
              </a:defRPr>
            </a:lvl9pPr>
          </a:lstStyle>
          <a:p xmlns:a="http://schemas.openxmlformats.org/drawingml/2006/main">
            <a:pPr algn="r">
              <a:lnSpc>
                <a:spcPct val="112000"/>
              </a:lnSpc>
              <a:buNone/>
              <a:defRPr sz="1725" b="1">
                <a:solidFill>
                  <a:srgbClr val="087D78"/>
                </a:solidFill>
                <a:latin typeface="DejaVu Sans"/>
                <a:ea typeface="DejaVu Sans"/>
                <a:cs typeface="DejaVu Sans"/>
              </a:defRPr>
            </a:pPr>
            <a:r>
              <a:rPr sz="1725" b="1">
                <a:solidFill>
                  <a:srgbClr val="087D78"/>
                </a:solidFill>
                <a:latin typeface="DejaVu Sans"/>
                <a:ea typeface="DejaVu Sans"/>
                <a:cs typeface="DejaVu Sans"/>
              </a:rPr>
              <a:t>02</a:t>
            </a:r>
          </a:p>
        </p:txBody>
      </p:sp>
      <p:sp>
        <p:nvSpPr>
          <p:cNvPr id="8" name="">
            <a:extLst xmlns:a="http://schemas.openxmlformats.org/drawingml/2006/main">
              <a:ext uri="{FF2B5EF4-FFF2-40B4-BE49-F238E27FC236}">
                <a16:creationId xmlns:a16="http://schemas.microsoft.com/office/drawing/2014/main" id="{85BBCA40-E189-48AA-BCFF-D2200A0F8DC6}"/>
              </a:ext>
            </a:extLst>
          </p:cNvPr>
          <p:cNvSpPr>
            <a:spLocks xmlns:a="http://schemas.openxmlformats.org/drawingml/2006/main" noGrp="1"/>
          </p:cNvSpPr>
          <p:nvPr/>
        </p:nvSpPr>
        <p:spPr>
          <a:xfrm xmlns:a="http://schemas.openxmlformats.org/drawingml/2006/main">
            <a:off x="609600" y="2800350"/>
            <a:ext cx="3403600" cy="2762250"/>
          </a:xfrm>
          <a:prstGeom xmlns:a="http://schemas.openxmlformats.org/drawingml/2006/main" prst="rect">
            <a:avLst/>
          </a:prstGeom>
          <a:solidFill xmlns:a="http://schemas.openxmlformats.org/drawingml/2006/main">
            <a:srgbClr val="FFFDFA"/>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69D83EF6-1323-4BCD-A378-3C21BDAE97CE}"/>
              </a:ext>
            </a:extLst>
          </p:cNvPr>
          <p:cNvSpPr>
            <a:spLocks xmlns:a="http://schemas.openxmlformats.org/drawingml/2006/main" noGrp="1"/>
          </p:cNvSpPr>
          <p:nvPr/>
        </p:nvSpPr>
        <p:spPr>
          <a:xfrm xmlns:a="http://schemas.openxmlformats.org/drawingml/2006/main">
            <a:off x="609600" y="2800350"/>
            <a:ext cx="38100" cy="2762250"/>
          </a:xfrm>
          <a:prstGeom xmlns:a="http://schemas.openxmlformats.org/drawingml/2006/main" prst="rect">
            <a:avLst/>
          </a:prstGeom>
          <a:solidFill xmlns:a="http://schemas.openxmlformats.org/drawingml/2006/main">
            <a:srgbClr val="087D78"/>
          </a:solidFill>
          <a:ln xmlns:a="http://schemas.openxmlformats.org/drawingml/2006/main" w="0">
            <a:noFill/>
            <a:prstDash val="solid"/>
          </a:ln>
        </p:spPr>
      </p:sp>
      <p:sp>
        <p:nvSpPr>
          <p:cNvPr id="10" name="text-fe4cbsq8ez">
            <a:extLst xmlns:a="http://schemas.openxmlformats.org/drawingml/2006/main">
              <a:ext uri="{FF2B5EF4-FFF2-40B4-BE49-F238E27FC236}">
                <a16:creationId xmlns:a16="http://schemas.microsoft.com/office/drawing/2014/main" id="{05E012CC-862C-415E-8883-8E7510360565}"/>
              </a:ext>
            </a:extLst>
          </p:cNvPr>
          <p:cNvSpPr>
            <a:spLocks xmlns:a="http://schemas.openxmlformats.org/drawingml/2006/main" noGrp="1"/>
          </p:cNvSpPr>
          <p:nvPr/>
        </p:nvSpPr>
        <p:spPr>
          <a:xfrm xmlns:a="http://schemas.openxmlformats.org/drawingml/2006/main">
            <a:off x="819150" y="2971800"/>
            <a:ext cx="2984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1">
                <a:solidFill>
                  <a:srgbClr val="10242B"/>
                </a:solidFill>
                <a:latin typeface="DejaVu Sans"/>
                <a:ea typeface="DejaVu Sans"/>
                <a:cs typeface="DejaVu Sans"/>
              </a:defRPr>
            </a:defPPr>
            <a:lvl1pPr algn="l">
              <a:defRPr sz="1800" b="1">
                <a:solidFill>
                  <a:srgbClr val="10242B"/>
                </a:solidFill>
                <a:latin typeface="DejaVu Sans"/>
                <a:ea typeface="DejaVu Sans"/>
                <a:cs typeface="DejaVu Sans"/>
              </a:defRPr>
            </a:lvl1pPr>
            <a:lvl2pPr algn="l">
              <a:defRPr sz="1800" b="1">
                <a:solidFill>
                  <a:srgbClr val="10242B"/>
                </a:solidFill>
                <a:latin typeface="DejaVu Sans"/>
                <a:ea typeface="DejaVu Sans"/>
                <a:cs typeface="DejaVu Sans"/>
              </a:defRPr>
            </a:lvl2pPr>
            <a:lvl3pPr algn="l">
              <a:defRPr sz="1800" b="1">
                <a:solidFill>
                  <a:srgbClr val="10242B"/>
                </a:solidFill>
                <a:latin typeface="DejaVu Sans"/>
                <a:ea typeface="DejaVu Sans"/>
                <a:cs typeface="DejaVu Sans"/>
              </a:defRPr>
            </a:lvl3pPr>
            <a:lvl4pPr algn="l">
              <a:defRPr sz="1800" b="1">
                <a:solidFill>
                  <a:srgbClr val="10242B"/>
                </a:solidFill>
                <a:latin typeface="DejaVu Sans"/>
                <a:ea typeface="DejaVu Sans"/>
                <a:cs typeface="DejaVu Sans"/>
              </a:defRPr>
            </a:lvl4pPr>
            <a:lvl5pPr algn="l">
              <a:defRPr sz="1800" b="1">
                <a:solidFill>
                  <a:srgbClr val="10242B"/>
                </a:solidFill>
                <a:latin typeface="DejaVu Sans"/>
                <a:ea typeface="DejaVu Sans"/>
                <a:cs typeface="DejaVu Sans"/>
              </a:defRPr>
            </a:lvl5pPr>
            <a:lvl6pPr algn="l">
              <a:defRPr sz="1800" b="1">
                <a:solidFill>
                  <a:srgbClr val="10242B"/>
                </a:solidFill>
                <a:latin typeface="DejaVu Sans"/>
                <a:ea typeface="DejaVu Sans"/>
                <a:cs typeface="DejaVu Sans"/>
              </a:defRPr>
            </a:lvl6pPr>
            <a:lvl7pPr algn="l">
              <a:defRPr sz="1800" b="1">
                <a:solidFill>
                  <a:srgbClr val="10242B"/>
                </a:solidFill>
                <a:latin typeface="DejaVu Sans"/>
                <a:ea typeface="DejaVu Sans"/>
                <a:cs typeface="DejaVu Sans"/>
              </a:defRPr>
            </a:lvl7pPr>
            <a:lvl8pPr algn="l">
              <a:defRPr sz="1800" b="1">
                <a:solidFill>
                  <a:srgbClr val="10242B"/>
                </a:solidFill>
                <a:latin typeface="DejaVu Sans"/>
                <a:ea typeface="DejaVu Sans"/>
                <a:cs typeface="DejaVu Sans"/>
              </a:defRPr>
            </a:lvl8pPr>
            <a:lvl9pPr algn="l">
              <a:defRPr sz="1800" b="1">
                <a:solidFill>
                  <a:srgbClr val="10242B"/>
                </a:solidFill>
                <a:latin typeface="DejaVu Sans"/>
                <a:ea typeface="DejaVu Sans"/>
                <a:cs typeface="DejaVu Sans"/>
              </a:defRPr>
            </a:lvl9pPr>
          </a:lstStyle>
          <a:p xmlns:a="http://schemas.openxmlformats.org/drawingml/2006/main">
            <a:pPr algn="l">
              <a:lnSpc>
                <a:spcPct val="112000"/>
              </a:lnSpc>
              <a:buNone/>
              <a:defRPr sz="1800" b="1">
                <a:solidFill>
                  <a:srgbClr val="10242B"/>
                </a:solidFill>
                <a:latin typeface="DejaVu Sans"/>
                <a:ea typeface="DejaVu Sans"/>
                <a:cs typeface="DejaVu Sans"/>
              </a:defRPr>
            </a:pPr>
            <a:r>
              <a:rPr sz="1800" b="1">
                <a:solidFill>
                  <a:srgbClr val="10242B"/>
                </a:solidFill>
                <a:latin typeface="DejaVu Sans"/>
                <a:ea typeface="DejaVu Sans"/>
                <a:cs typeface="DejaVu Sans"/>
              </a:rPr>
              <a:t>Perceive</a:t>
            </a:r>
          </a:p>
        </p:txBody>
      </p:sp>
      <p:sp>
        <p:nvSpPr>
          <p:cNvPr id="11" name="text-gw3bw1mfyw">
            <a:extLst xmlns:a="http://schemas.openxmlformats.org/drawingml/2006/main">
              <a:ext uri="{FF2B5EF4-FFF2-40B4-BE49-F238E27FC236}">
                <a16:creationId xmlns:a16="http://schemas.microsoft.com/office/drawing/2014/main" id="{F1464BBA-800E-4717-9072-8331A50C1898}"/>
              </a:ext>
            </a:extLst>
          </p:cNvPr>
          <p:cNvSpPr>
            <a:spLocks xmlns:a="http://schemas.openxmlformats.org/drawingml/2006/main" noGrp="1"/>
          </p:cNvSpPr>
          <p:nvPr/>
        </p:nvSpPr>
        <p:spPr>
          <a:xfrm xmlns:a="http://schemas.openxmlformats.org/drawingml/2006/main">
            <a:off x="819150" y="3590925"/>
            <a:ext cx="2984500" cy="1885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577078"/>
                </a:solidFill>
                <a:latin typeface="DejaVu Sans"/>
                <a:ea typeface="DejaVu Sans"/>
                <a:cs typeface="DejaVu Sans"/>
              </a:defRPr>
            </a:defPPr>
            <a:lvl1pPr algn="l">
              <a:defRPr sz="1650" b="0">
                <a:solidFill>
                  <a:srgbClr val="577078"/>
                </a:solidFill>
                <a:latin typeface="DejaVu Sans"/>
                <a:ea typeface="DejaVu Sans"/>
                <a:cs typeface="DejaVu Sans"/>
              </a:defRPr>
            </a:lvl1pPr>
            <a:lvl2pPr algn="l">
              <a:defRPr sz="1650" b="0">
                <a:solidFill>
                  <a:srgbClr val="577078"/>
                </a:solidFill>
                <a:latin typeface="DejaVu Sans"/>
                <a:ea typeface="DejaVu Sans"/>
                <a:cs typeface="DejaVu Sans"/>
              </a:defRPr>
            </a:lvl2pPr>
            <a:lvl3pPr algn="l">
              <a:defRPr sz="1650" b="0">
                <a:solidFill>
                  <a:srgbClr val="577078"/>
                </a:solidFill>
                <a:latin typeface="DejaVu Sans"/>
                <a:ea typeface="DejaVu Sans"/>
                <a:cs typeface="DejaVu Sans"/>
              </a:defRPr>
            </a:lvl3pPr>
            <a:lvl4pPr algn="l">
              <a:defRPr sz="1650" b="0">
                <a:solidFill>
                  <a:srgbClr val="577078"/>
                </a:solidFill>
                <a:latin typeface="DejaVu Sans"/>
                <a:ea typeface="DejaVu Sans"/>
                <a:cs typeface="DejaVu Sans"/>
              </a:defRPr>
            </a:lvl4pPr>
            <a:lvl5pPr algn="l">
              <a:defRPr sz="1650" b="0">
                <a:solidFill>
                  <a:srgbClr val="577078"/>
                </a:solidFill>
                <a:latin typeface="DejaVu Sans"/>
                <a:ea typeface="DejaVu Sans"/>
                <a:cs typeface="DejaVu Sans"/>
              </a:defRPr>
            </a:lvl5pPr>
            <a:lvl6pPr algn="l">
              <a:defRPr sz="1650" b="0">
                <a:solidFill>
                  <a:srgbClr val="577078"/>
                </a:solidFill>
                <a:latin typeface="DejaVu Sans"/>
                <a:ea typeface="DejaVu Sans"/>
                <a:cs typeface="DejaVu Sans"/>
              </a:defRPr>
            </a:lvl6pPr>
            <a:lvl7pPr algn="l">
              <a:defRPr sz="1650" b="0">
                <a:solidFill>
                  <a:srgbClr val="577078"/>
                </a:solidFill>
                <a:latin typeface="DejaVu Sans"/>
                <a:ea typeface="DejaVu Sans"/>
                <a:cs typeface="DejaVu Sans"/>
              </a:defRPr>
            </a:lvl7pPr>
            <a:lvl8pPr algn="l">
              <a:defRPr sz="1650" b="0">
                <a:solidFill>
                  <a:srgbClr val="577078"/>
                </a:solidFill>
                <a:latin typeface="DejaVu Sans"/>
                <a:ea typeface="DejaVu Sans"/>
                <a:cs typeface="DejaVu Sans"/>
              </a:defRPr>
            </a:lvl8pPr>
            <a:lvl9pPr algn="l">
              <a:defRPr sz="1650" b="0">
                <a:solidFill>
                  <a:srgbClr val="577078"/>
                </a:solidFill>
                <a:latin typeface="DejaVu Sans"/>
                <a:ea typeface="DejaVu Sans"/>
                <a:cs typeface="DejaVu Sans"/>
              </a:defRPr>
            </a:lvl9pPr>
          </a:lstStyle>
          <a:p xmlns:a="http://schemas.openxmlformats.org/drawingml/2006/main">
            <a:pPr algn="l">
              <a:lnSpc>
                <a:spcPct val="112000"/>
              </a:lnSpc>
              <a:buNone/>
              <a:defRPr sz="1650" b="0">
                <a:solidFill>
                  <a:srgbClr val="577078"/>
                </a:solidFill>
                <a:latin typeface="DejaVu Sans"/>
                <a:ea typeface="DejaVu Sans"/>
                <a:cs typeface="DejaVu Sans"/>
              </a:defRPr>
            </a:pPr>
            <a:r>
              <a:rPr sz="1650" b="0">
                <a:solidFill>
                  <a:srgbClr val="577078"/>
                </a:solidFill>
                <a:latin typeface="DejaVu Sans"/>
                <a:ea typeface="DejaVu Sans"/>
                <a:cs typeface="DejaVu Sans"/>
              </a:rPr>
              <a:t>Receive temperature, text, images or events.</a:t>
            </a:r>
          </a:p>
        </p:txBody>
      </p:sp>
      <p:sp>
        <p:nvSpPr>
          <p:cNvPr id="12" name="">
            <a:extLst xmlns:a="http://schemas.openxmlformats.org/drawingml/2006/main">
              <a:ext uri="{FF2B5EF4-FFF2-40B4-BE49-F238E27FC236}">
                <a16:creationId xmlns:a16="http://schemas.microsoft.com/office/drawing/2014/main" id="{325135BD-BD23-4F96-944D-11725BED78C3}"/>
              </a:ext>
            </a:extLst>
          </p:cNvPr>
          <p:cNvSpPr>
            <a:spLocks xmlns:a="http://schemas.openxmlformats.org/drawingml/2006/main" noGrp="1"/>
          </p:cNvSpPr>
          <p:nvPr/>
        </p:nvSpPr>
        <p:spPr>
          <a:xfrm xmlns:a="http://schemas.openxmlformats.org/drawingml/2006/main">
            <a:off x="4394200" y="2800350"/>
            <a:ext cx="3403600" cy="2762250"/>
          </a:xfrm>
          <a:prstGeom xmlns:a="http://schemas.openxmlformats.org/drawingml/2006/main" prst="rect">
            <a:avLst/>
          </a:prstGeom>
          <a:solidFill xmlns:a="http://schemas.openxmlformats.org/drawingml/2006/main">
            <a:srgbClr val="FFFDFA"/>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D2C88562-CE2A-4825-A8DA-8B4459D457AD}"/>
              </a:ext>
            </a:extLst>
          </p:cNvPr>
          <p:cNvSpPr>
            <a:spLocks xmlns:a="http://schemas.openxmlformats.org/drawingml/2006/main" noGrp="1"/>
          </p:cNvSpPr>
          <p:nvPr/>
        </p:nvSpPr>
        <p:spPr>
          <a:xfrm xmlns:a="http://schemas.openxmlformats.org/drawingml/2006/main">
            <a:off x="4394200" y="2800350"/>
            <a:ext cx="38100" cy="2762250"/>
          </a:xfrm>
          <a:prstGeom xmlns:a="http://schemas.openxmlformats.org/drawingml/2006/main" prst="rect">
            <a:avLst/>
          </a:prstGeom>
          <a:solidFill xmlns:a="http://schemas.openxmlformats.org/drawingml/2006/main">
            <a:srgbClr val="D64136"/>
          </a:solidFill>
          <a:ln xmlns:a="http://schemas.openxmlformats.org/drawingml/2006/main" w="0">
            <a:noFill/>
            <a:prstDash val="solid"/>
          </a:ln>
        </p:spPr>
      </p:sp>
      <p:sp>
        <p:nvSpPr>
          <p:cNvPr id="14" name="text-yfauaq6dc9">
            <a:extLst xmlns:a="http://schemas.openxmlformats.org/drawingml/2006/main">
              <a:ext uri="{FF2B5EF4-FFF2-40B4-BE49-F238E27FC236}">
                <a16:creationId xmlns:a16="http://schemas.microsoft.com/office/drawing/2014/main" id="{6FFF3872-F579-4FC2-B5C7-5D5161F490FE}"/>
              </a:ext>
            </a:extLst>
          </p:cNvPr>
          <p:cNvSpPr>
            <a:spLocks xmlns:a="http://schemas.openxmlformats.org/drawingml/2006/main" noGrp="1"/>
          </p:cNvSpPr>
          <p:nvPr/>
        </p:nvSpPr>
        <p:spPr>
          <a:xfrm xmlns:a="http://schemas.openxmlformats.org/drawingml/2006/main">
            <a:off x="4603750" y="2971800"/>
            <a:ext cx="2984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1">
                <a:solidFill>
                  <a:srgbClr val="10242B"/>
                </a:solidFill>
                <a:latin typeface="DejaVu Sans"/>
                <a:ea typeface="DejaVu Sans"/>
                <a:cs typeface="DejaVu Sans"/>
              </a:defRPr>
            </a:defPPr>
            <a:lvl1pPr algn="l">
              <a:defRPr sz="1800" b="1">
                <a:solidFill>
                  <a:srgbClr val="10242B"/>
                </a:solidFill>
                <a:latin typeface="DejaVu Sans"/>
                <a:ea typeface="DejaVu Sans"/>
                <a:cs typeface="DejaVu Sans"/>
              </a:defRPr>
            </a:lvl1pPr>
            <a:lvl2pPr algn="l">
              <a:defRPr sz="1800" b="1">
                <a:solidFill>
                  <a:srgbClr val="10242B"/>
                </a:solidFill>
                <a:latin typeface="DejaVu Sans"/>
                <a:ea typeface="DejaVu Sans"/>
                <a:cs typeface="DejaVu Sans"/>
              </a:defRPr>
            </a:lvl2pPr>
            <a:lvl3pPr algn="l">
              <a:defRPr sz="1800" b="1">
                <a:solidFill>
                  <a:srgbClr val="10242B"/>
                </a:solidFill>
                <a:latin typeface="DejaVu Sans"/>
                <a:ea typeface="DejaVu Sans"/>
                <a:cs typeface="DejaVu Sans"/>
              </a:defRPr>
            </a:lvl3pPr>
            <a:lvl4pPr algn="l">
              <a:defRPr sz="1800" b="1">
                <a:solidFill>
                  <a:srgbClr val="10242B"/>
                </a:solidFill>
                <a:latin typeface="DejaVu Sans"/>
                <a:ea typeface="DejaVu Sans"/>
                <a:cs typeface="DejaVu Sans"/>
              </a:defRPr>
            </a:lvl4pPr>
            <a:lvl5pPr algn="l">
              <a:defRPr sz="1800" b="1">
                <a:solidFill>
                  <a:srgbClr val="10242B"/>
                </a:solidFill>
                <a:latin typeface="DejaVu Sans"/>
                <a:ea typeface="DejaVu Sans"/>
                <a:cs typeface="DejaVu Sans"/>
              </a:defRPr>
            </a:lvl5pPr>
            <a:lvl6pPr algn="l">
              <a:defRPr sz="1800" b="1">
                <a:solidFill>
                  <a:srgbClr val="10242B"/>
                </a:solidFill>
                <a:latin typeface="DejaVu Sans"/>
                <a:ea typeface="DejaVu Sans"/>
                <a:cs typeface="DejaVu Sans"/>
              </a:defRPr>
            </a:lvl6pPr>
            <a:lvl7pPr algn="l">
              <a:defRPr sz="1800" b="1">
                <a:solidFill>
                  <a:srgbClr val="10242B"/>
                </a:solidFill>
                <a:latin typeface="DejaVu Sans"/>
                <a:ea typeface="DejaVu Sans"/>
                <a:cs typeface="DejaVu Sans"/>
              </a:defRPr>
            </a:lvl7pPr>
            <a:lvl8pPr algn="l">
              <a:defRPr sz="1800" b="1">
                <a:solidFill>
                  <a:srgbClr val="10242B"/>
                </a:solidFill>
                <a:latin typeface="DejaVu Sans"/>
                <a:ea typeface="DejaVu Sans"/>
                <a:cs typeface="DejaVu Sans"/>
              </a:defRPr>
            </a:lvl8pPr>
            <a:lvl9pPr algn="l">
              <a:defRPr sz="1800" b="1">
                <a:solidFill>
                  <a:srgbClr val="10242B"/>
                </a:solidFill>
                <a:latin typeface="DejaVu Sans"/>
                <a:ea typeface="DejaVu Sans"/>
                <a:cs typeface="DejaVu Sans"/>
              </a:defRPr>
            </a:lvl9pPr>
          </a:lstStyle>
          <a:p xmlns:a="http://schemas.openxmlformats.org/drawingml/2006/main">
            <a:pPr algn="l">
              <a:lnSpc>
                <a:spcPct val="112000"/>
              </a:lnSpc>
              <a:buNone/>
              <a:defRPr sz="1800" b="1">
                <a:solidFill>
                  <a:srgbClr val="10242B"/>
                </a:solidFill>
                <a:latin typeface="DejaVu Sans"/>
                <a:ea typeface="DejaVu Sans"/>
                <a:cs typeface="DejaVu Sans"/>
              </a:defRPr>
            </a:pPr>
            <a:r>
              <a:rPr sz="1800" b="1">
                <a:solidFill>
                  <a:srgbClr val="10242B"/>
                </a:solidFill>
                <a:latin typeface="DejaVu Sans"/>
                <a:ea typeface="DejaVu Sans"/>
                <a:cs typeface="DejaVu Sans"/>
              </a:rPr>
              <a:t>Decide</a:t>
            </a:r>
          </a:p>
        </p:txBody>
      </p:sp>
      <p:sp>
        <p:nvSpPr>
          <p:cNvPr id="15" name="text-7ls0xoozv6k">
            <a:extLst xmlns:a="http://schemas.openxmlformats.org/drawingml/2006/main">
              <a:ext uri="{FF2B5EF4-FFF2-40B4-BE49-F238E27FC236}">
                <a16:creationId xmlns:a16="http://schemas.microsoft.com/office/drawing/2014/main" id="{BAF942FA-54D9-40F6-8573-55385C55EFD9}"/>
              </a:ext>
            </a:extLst>
          </p:cNvPr>
          <p:cNvSpPr>
            <a:spLocks xmlns:a="http://schemas.openxmlformats.org/drawingml/2006/main" noGrp="1"/>
          </p:cNvSpPr>
          <p:nvPr/>
        </p:nvSpPr>
        <p:spPr>
          <a:xfrm xmlns:a="http://schemas.openxmlformats.org/drawingml/2006/main">
            <a:off x="4603750" y="3590925"/>
            <a:ext cx="2984500" cy="1885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577078"/>
                </a:solidFill>
                <a:latin typeface="DejaVu Sans"/>
                <a:ea typeface="DejaVu Sans"/>
                <a:cs typeface="DejaVu Sans"/>
              </a:defRPr>
            </a:defPPr>
            <a:lvl1pPr algn="l">
              <a:defRPr sz="1650" b="0">
                <a:solidFill>
                  <a:srgbClr val="577078"/>
                </a:solidFill>
                <a:latin typeface="DejaVu Sans"/>
                <a:ea typeface="DejaVu Sans"/>
                <a:cs typeface="DejaVu Sans"/>
              </a:defRPr>
            </a:lvl1pPr>
            <a:lvl2pPr algn="l">
              <a:defRPr sz="1650" b="0">
                <a:solidFill>
                  <a:srgbClr val="577078"/>
                </a:solidFill>
                <a:latin typeface="DejaVu Sans"/>
                <a:ea typeface="DejaVu Sans"/>
                <a:cs typeface="DejaVu Sans"/>
              </a:defRPr>
            </a:lvl2pPr>
            <a:lvl3pPr algn="l">
              <a:defRPr sz="1650" b="0">
                <a:solidFill>
                  <a:srgbClr val="577078"/>
                </a:solidFill>
                <a:latin typeface="DejaVu Sans"/>
                <a:ea typeface="DejaVu Sans"/>
                <a:cs typeface="DejaVu Sans"/>
              </a:defRPr>
            </a:lvl3pPr>
            <a:lvl4pPr algn="l">
              <a:defRPr sz="1650" b="0">
                <a:solidFill>
                  <a:srgbClr val="577078"/>
                </a:solidFill>
                <a:latin typeface="DejaVu Sans"/>
                <a:ea typeface="DejaVu Sans"/>
                <a:cs typeface="DejaVu Sans"/>
              </a:defRPr>
            </a:lvl4pPr>
            <a:lvl5pPr algn="l">
              <a:defRPr sz="1650" b="0">
                <a:solidFill>
                  <a:srgbClr val="577078"/>
                </a:solidFill>
                <a:latin typeface="DejaVu Sans"/>
                <a:ea typeface="DejaVu Sans"/>
                <a:cs typeface="DejaVu Sans"/>
              </a:defRPr>
            </a:lvl5pPr>
            <a:lvl6pPr algn="l">
              <a:defRPr sz="1650" b="0">
                <a:solidFill>
                  <a:srgbClr val="577078"/>
                </a:solidFill>
                <a:latin typeface="DejaVu Sans"/>
                <a:ea typeface="DejaVu Sans"/>
                <a:cs typeface="DejaVu Sans"/>
              </a:defRPr>
            </a:lvl6pPr>
            <a:lvl7pPr algn="l">
              <a:defRPr sz="1650" b="0">
                <a:solidFill>
                  <a:srgbClr val="577078"/>
                </a:solidFill>
                <a:latin typeface="DejaVu Sans"/>
                <a:ea typeface="DejaVu Sans"/>
                <a:cs typeface="DejaVu Sans"/>
              </a:defRPr>
            </a:lvl7pPr>
            <a:lvl8pPr algn="l">
              <a:defRPr sz="1650" b="0">
                <a:solidFill>
                  <a:srgbClr val="577078"/>
                </a:solidFill>
                <a:latin typeface="DejaVu Sans"/>
                <a:ea typeface="DejaVu Sans"/>
                <a:cs typeface="DejaVu Sans"/>
              </a:defRPr>
            </a:lvl8pPr>
            <a:lvl9pPr algn="l">
              <a:defRPr sz="1650" b="0">
                <a:solidFill>
                  <a:srgbClr val="577078"/>
                </a:solidFill>
                <a:latin typeface="DejaVu Sans"/>
                <a:ea typeface="DejaVu Sans"/>
                <a:cs typeface="DejaVu Sans"/>
              </a:defRPr>
            </a:lvl9pPr>
          </a:lstStyle>
          <a:p xmlns:a="http://schemas.openxmlformats.org/drawingml/2006/main">
            <a:pPr algn="l">
              <a:lnSpc>
                <a:spcPct val="112000"/>
              </a:lnSpc>
              <a:buNone/>
              <a:defRPr sz="1650" b="0">
                <a:solidFill>
                  <a:srgbClr val="577078"/>
                </a:solidFill>
                <a:latin typeface="DejaVu Sans"/>
                <a:ea typeface="DejaVu Sans"/>
                <a:cs typeface="DejaVu Sans"/>
              </a:defRPr>
            </a:pPr>
            <a:r>
              <a:rPr sz="1650" b="0">
                <a:solidFill>
                  <a:srgbClr val="577078"/>
                </a:solidFill>
                <a:latin typeface="DejaVu Sans"/>
                <a:ea typeface="DejaVu Sans"/>
                <a:cs typeface="DejaVu Sans"/>
              </a:rPr>
              <a:t>Apply a rule, a model or a learned policy.</a:t>
            </a:r>
          </a:p>
        </p:txBody>
      </p:sp>
      <p:sp>
        <p:nvSpPr>
          <p:cNvPr id="16" name="">
            <a:extLst xmlns:a="http://schemas.openxmlformats.org/drawingml/2006/main">
              <a:ext uri="{FF2B5EF4-FFF2-40B4-BE49-F238E27FC236}">
                <a16:creationId xmlns:a16="http://schemas.microsoft.com/office/drawing/2014/main" id="{AD3A157E-B3FB-49BD-8374-FC1F7B8FB433}"/>
              </a:ext>
            </a:extLst>
          </p:cNvPr>
          <p:cNvSpPr>
            <a:spLocks xmlns:a="http://schemas.openxmlformats.org/drawingml/2006/main" noGrp="1"/>
          </p:cNvSpPr>
          <p:nvPr/>
        </p:nvSpPr>
        <p:spPr>
          <a:xfrm xmlns:a="http://schemas.openxmlformats.org/drawingml/2006/main">
            <a:off x="8178800" y="2800350"/>
            <a:ext cx="3403600" cy="2762250"/>
          </a:xfrm>
          <a:prstGeom xmlns:a="http://schemas.openxmlformats.org/drawingml/2006/main" prst="rect">
            <a:avLst/>
          </a:prstGeom>
          <a:solidFill xmlns:a="http://schemas.openxmlformats.org/drawingml/2006/main">
            <a:srgbClr val="FFFDFA"/>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5D65E19D-2A24-4A80-8F86-09A4C9FF5DFE}"/>
              </a:ext>
            </a:extLst>
          </p:cNvPr>
          <p:cNvSpPr>
            <a:spLocks xmlns:a="http://schemas.openxmlformats.org/drawingml/2006/main" noGrp="1"/>
          </p:cNvSpPr>
          <p:nvPr/>
        </p:nvSpPr>
        <p:spPr>
          <a:xfrm xmlns:a="http://schemas.openxmlformats.org/drawingml/2006/main">
            <a:off x="8178800" y="2800350"/>
            <a:ext cx="38100" cy="2762250"/>
          </a:xfrm>
          <a:prstGeom xmlns:a="http://schemas.openxmlformats.org/drawingml/2006/main" prst="rect">
            <a:avLst/>
          </a:prstGeom>
          <a:solidFill xmlns:a="http://schemas.openxmlformats.org/drawingml/2006/main">
            <a:srgbClr val="E5B64B"/>
          </a:solidFill>
          <a:ln xmlns:a="http://schemas.openxmlformats.org/drawingml/2006/main" w="0">
            <a:noFill/>
            <a:prstDash val="solid"/>
          </a:ln>
        </p:spPr>
      </p:sp>
      <p:sp>
        <p:nvSpPr>
          <p:cNvPr id="18" name="text-qac3doivptf">
            <a:extLst xmlns:a="http://schemas.openxmlformats.org/drawingml/2006/main">
              <a:ext uri="{FF2B5EF4-FFF2-40B4-BE49-F238E27FC236}">
                <a16:creationId xmlns:a16="http://schemas.microsoft.com/office/drawing/2014/main" id="{37AA7F66-E0A5-4D30-B949-28CA72B852B4}"/>
              </a:ext>
            </a:extLst>
          </p:cNvPr>
          <p:cNvSpPr>
            <a:spLocks xmlns:a="http://schemas.openxmlformats.org/drawingml/2006/main" noGrp="1"/>
          </p:cNvSpPr>
          <p:nvPr/>
        </p:nvSpPr>
        <p:spPr>
          <a:xfrm xmlns:a="http://schemas.openxmlformats.org/drawingml/2006/main">
            <a:off x="8388350" y="2971800"/>
            <a:ext cx="2984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1">
                <a:solidFill>
                  <a:srgbClr val="10242B"/>
                </a:solidFill>
                <a:latin typeface="DejaVu Sans"/>
                <a:ea typeface="DejaVu Sans"/>
                <a:cs typeface="DejaVu Sans"/>
              </a:defRPr>
            </a:defPPr>
            <a:lvl1pPr algn="l">
              <a:defRPr sz="1800" b="1">
                <a:solidFill>
                  <a:srgbClr val="10242B"/>
                </a:solidFill>
                <a:latin typeface="DejaVu Sans"/>
                <a:ea typeface="DejaVu Sans"/>
                <a:cs typeface="DejaVu Sans"/>
              </a:defRPr>
            </a:lvl1pPr>
            <a:lvl2pPr algn="l">
              <a:defRPr sz="1800" b="1">
                <a:solidFill>
                  <a:srgbClr val="10242B"/>
                </a:solidFill>
                <a:latin typeface="DejaVu Sans"/>
                <a:ea typeface="DejaVu Sans"/>
                <a:cs typeface="DejaVu Sans"/>
              </a:defRPr>
            </a:lvl2pPr>
            <a:lvl3pPr algn="l">
              <a:defRPr sz="1800" b="1">
                <a:solidFill>
                  <a:srgbClr val="10242B"/>
                </a:solidFill>
                <a:latin typeface="DejaVu Sans"/>
                <a:ea typeface="DejaVu Sans"/>
                <a:cs typeface="DejaVu Sans"/>
              </a:defRPr>
            </a:lvl3pPr>
            <a:lvl4pPr algn="l">
              <a:defRPr sz="1800" b="1">
                <a:solidFill>
                  <a:srgbClr val="10242B"/>
                </a:solidFill>
                <a:latin typeface="DejaVu Sans"/>
                <a:ea typeface="DejaVu Sans"/>
                <a:cs typeface="DejaVu Sans"/>
              </a:defRPr>
            </a:lvl4pPr>
            <a:lvl5pPr algn="l">
              <a:defRPr sz="1800" b="1">
                <a:solidFill>
                  <a:srgbClr val="10242B"/>
                </a:solidFill>
                <a:latin typeface="DejaVu Sans"/>
                <a:ea typeface="DejaVu Sans"/>
                <a:cs typeface="DejaVu Sans"/>
              </a:defRPr>
            </a:lvl5pPr>
            <a:lvl6pPr algn="l">
              <a:defRPr sz="1800" b="1">
                <a:solidFill>
                  <a:srgbClr val="10242B"/>
                </a:solidFill>
                <a:latin typeface="DejaVu Sans"/>
                <a:ea typeface="DejaVu Sans"/>
                <a:cs typeface="DejaVu Sans"/>
              </a:defRPr>
            </a:lvl6pPr>
            <a:lvl7pPr algn="l">
              <a:defRPr sz="1800" b="1">
                <a:solidFill>
                  <a:srgbClr val="10242B"/>
                </a:solidFill>
                <a:latin typeface="DejaVu Sans"/>
                <a:ea typeface="DejaVu Sans"/>
                <a:cs typeface="DejaVu Sans"/>
              </a:defRPr>
            </a:lvl7pPr>
            <a:lvl8pPr algn="l">
              <a:defRPr sz="1800" b="1">
                <a:solidFill>
                  <a:srgbClr val="10242B"/>
                </a:solidFill>
                <a:latin typeface="DejaVu Sans"/>
                <a:ea typeface="DejaVu Sans"/>
                <a:cs typeface="DejaVu Sans"/>
              </a:defRPr>
            </a:lvl8pPr>
            <a:lvl9pPr algn="l">
              <a:defRPr sz="1800" b="1">
                <a:solidFill>
                  <a:srgbClr val="10242B"/>
                </a:solidFill>
                <a:latin typeface="DejaVu Sans"/>
                <a:ea typeface="DejaVu Sans"/>
                <a:cs typeface="DejaVu Sans"/>
              </a:defRPr>
            </a:lvl9pPr>
          </a:lstStyle>
          <a:p xmlns:a="http://schemas.openxmlformats.org/drawingml/2006/main">
            <a:pPr algn="l">
              <a:lnSpc>
                <a:spcPct val="112000"/>
              </a:lnSpc>
              <a:buNone/>
              <a:defRPr sz="1800" b="1">
                <a:solidFill>
                  <a:srgbClr val="10242B"/>
                </a:solidFill>
                <a:latin typeface="DejaVu Sans"/>
                <a:ea typeface="DejaVu Sans"/>
                <a:cs typeface="DejaVu Sans"/>
              </a:defRPr>
            </a:pPr>
            <a:r>
              <a:rPr sz="1800" b="1">
                <a:solidFill>
                  <a:srgbClr val="10242B"/>
                </a:solidFill>
                <a:latin typeface="DejaVu Sans"/>
                <a:ea typeface="DejaVu Sans"/>
                <a:cs typeface="DejaVu Sans"/>
              </a:rPr>
              <a:t>Act</a:t>
            </a:r>
          </a:p>
        </p:txBody>
      </p:sp>
      <p:sp>
        <p:nvSpPr>
          <p:cNvPr id="19" name="text-v81k3zlpuz">
            <a:extLst xmlns:a="http://schemas.openxmlformats.org/drawingml/2006/main">
              <a:ext uri="{FF2B5EF4-FFF2-40B4-BE49-F238E27FC236}">
                <a16:creationId xmlns:a16="http://schemas.microsoft.com/office/drawing/2014/main" id="{189A1729-8F1B-44C9-8921-119BF8528426}"/>
              </a:ext>
            </a:extLst>
          </p:cNvPr>
          <p:cNvSpPr>
            <a:spLocks xmlns:a="http://schemas.openxmlformats.org/drawingml/2006/main" noGrp="1"/>
          </p:cNvSpPr>
          <p:nvPr/>
        </p:nvSpPr>
        <p:spPr>
          <a:xfrm xmlns:a="http://schemas.openxmlformats.org/drawingml/2006/main">
            <a:off x="8388350" y="3590925"/>
            <a:ext cx="2984500" cy="1885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577078"/>
                </a:solidFill>
                <a:latin typeface="DejaVu Sans"/>
                <a:ea typeface="DejaVu Sans"/>
                <a:cs typeface="DejaVu Sans"/>
              </a:defRPr>
            </a:defPPr>
            <a:lvl1pPr algn="l">
              <a:defRPr sz="1650" b="0">
                <a:solidFill>
                  <a:srgbClr val="577078"/>
                </a:solidFill>
                <a:latin typeface="DejaVu Sans"/>
                <a:ea typeface="DejaVu Sans"/>
                <a:cs typeface="DejaVu Sans"/>
              </a:defRPr>
            </a:lvl1pPr>
            <a:lvl2pPr algn="l">
              <a:defRPr sz="1650" b="0">
                <a:solidFill>
                  <a:srgbClr val="577078"/>
                </a:solidFill>
                <a:latin typeface="DejaVu Sans"/>
                <a:ea typeface="DejaVu Sans"/>
                <a:cs typeface="DejaVu Sans"/>
              </a:defRPr>
            </a:lvl2pPr>
            <a:lvl3pPr algn="l">
              <a:defRPr sz="1650" b="0">
                <a:solidFill>
                  <a:srgbClr val="577078"/>
                </a:solidFill>
                <a:latin typeface="DejaVu Sans"/>
                <a:ea typeface="DejaVu Sans"/>
                <a:cs typeface="DejaVu Sans"/>
              </a:defRPr>
            </a:lvl3pPr>
            <a:lvl4pPr algn="l">
              <a:defRPr sz="1650" b="0">
                <a:solidFill>
                  <a:srgbClr val="577078"/>
                </a:solidFill>
                <a:latin typeface="DejaVu Sans"/>
                <a:ea typeface="DejaVu Sans"/>
                <a:cs typeface="DejaVu Sans"/>
              </a:defRPr>
            </a:lvl4pPr>
            <a:lvl5pPr algn="l">
              <a:defRPr sz="1650" b="0">
                <a:solidFill>
                  <a:srgbClr val="577078"/>
                </a:solidFill>
                <a:latin typeface="DejaVu Sans"/>
                <a:ea typeface="DejaVu Sans"/>
                <a:cs typeface="DejaVu Sans"/>
              </a:defRPr>
            </a:lvl5pPr>
            <a:lvl6pPr algn="l">
              <a:defRPr sz="1650" b="0">
                <a:solidFill>
                  <a:srgbClr val="577078"/>
                </a:solidFill>
                <a:latin typeface="DejaVu Sans"/>
                <a:ea typeface="DejaVu Sans"/>
                <a:cs typeface="DejaVu Sans"/>
              </a:defRPr>
            </a:lvl6pPr>
            <a:lvl7pPr algn="l">
              <a:defRPr sz="1650" b="0">
                <a:solidFill>
                  <a:srgbClr val="577078"/>
                </a:solidFill>
                <a:latin typeface="DejaVu Sans"/>
                <a:ea typeface="DejaVu Sans"/>
                <a:cs typeface="DejaVu Sans"/>
              </a:defRPr>
            </a:lvl7pPr>
            <a:lvl8pPr algn="l">
              <a:defRPr sz="1650" b="0">
                <a:solidFill>
                  <a:srgbClr val="577078"/>
                </a:solidFill>
                <a:latin typeface="DejaVu Sans"/>
                <a:ea typeface="DejaVu Sans"/>
                <a:cs typeface="DejaVu Sans"/>
              </a:defRPr>
            </a:lvl8pPr>
            <a:lvl9pPr algn="l">
              <a:defRPr sz="1650" b="0">
                <a:solidFill>
                  <a:srgbClr val="577078"/>
                </a:solidFill>
                <a:latin typeface="DejaVu Sans"/>
                <a:ea typeface="DejaVu Sans"/>
                <a:cs typeface="DejaVu Sans"/>
              </a:defRPr>
            </a:lvl9pPr>
          </a:lstStyle>
          <a:p xmlns:a="http://schemas.openxmlformats.org/drawingml/2006/main">
            <a:pPr algn="l">
              <a:lnSpc>
                <a:spcPct val="112000"/>
              </a:lnSpc>
              <a:buNone/>
              <a:defRPr sz="1650" b="0">
                <a:solidFill>
                  <a:srgbClr val="577078"/>
                </a:solidFill>
                <a:latin typeface="DejaVu Sans"/>
                <a:ea typeface="DejaVu Sans"/>
                <a:cs typeface="DejaVu Sans"/>
              </a:defRPr>
            </a:pPr>
            <a:r>
              <a:rPr sz="1650" b="0">
                <a:solidFill>
                  <a:srgbClr val="577078"/>
                </a:solidFill>
                <a:latin typeface="DejaVu Sans"/>
                <a:ea typeface="DejaVu Sans"/>
                <a:cs typeface="DejaVu Sans"/>
              </a:rPr>
              <a:t>Change a physical or digital system and observe the outcome.</a:t>
            </a:r>
          </a:p>
        </p:txBody>
      </p:sp>
    </p:spTree>
    <p:extLst>
      <p:ext uri="{BB962C8B-B14F-4D97-AF65-F5344CB8AC3E}">
        <p14:creationId xmlns:p14="http://schemas.microsoft.com/office/powerpoint/2010/main" val="1598592586"/>
      </p:ext>
    </p:extLst>
  </p:cSld>
</p:sld>
</file>

<file path=ppt/slides/slide3.xml><?xml version="1.0" encoding="utf-8"?>
<p:sld xmlns:p="http://schemas.openxmlformats.org/presentationml/2006/main">
  <p:cSld>
    <p:bg>
      <p:bgPr>
        <a:solidFill xmlns:a="http://schemas.openxmlformats.org/drawingml/2006/main">
          <a:srgbClr val="F4F1E9"/>
        </a:solidFill>
      </p:bgPr>
    </p:bg>
    <p:spTree>
      <p:nvGrpSpPr>
        <p:cNvPr id="1" name=""/>
        <p:cNvGrpSpPr/>
        <p:nvPr/>
      </p:nvGrpSpPr>
      <p:grpSpPr>
        <a:xfrm xmlns:a="http://schemas.openxmlformats.org/drawingml/2006/main"/>
      </p:grpSpPr>
      <p:cxnSp>
        <p:nvCxnSpPr>
          <p:cNvPr id="21" name="">
            <a:extLst xmlns:a="http://schemas.openxmlformats.org/drawingml/2006/main">
              <a:ext uri="{FF2B5EF4-FFF2-40B4-BE49-F238E27FC236}">
                <a16:creationId xmlns:a16="http://schemas.microsoft.com/office/drawing/2014/main" id="{D9914824-A271-419A-A87A-C007EC087AD4}"/>
              </a:ext>
            </a:extLst>
          </p:cNvPr>
          <p:cNvCxnSpPr>
            <a:stCxn xmlns:a="http://schemas.openxmlformats.org/drawingml/2006/main" id="18" idx="1"/>
            <a:endCxn xmlns:a="http://schemas.openxmlformats.org/drawingml/2006/main" id="19" idx="3"/>
          </p:cNvCxnSpPr>
          <p:nvPr/>
        </p:nvCxnSpPr>
        <p:spPr>
          <a:xfrm xmlns:a="http://schemas.openxmlformats.org/drawingml/2006/main" flipH="1">
            <a:off x="4962525" y="4957763"/>
            <a:ext cx="2276475" cy="0"/>
          </a:xfrm>
          <a:prstGeom xmlns:a="http://schemas.openxmlformats.org/drawingml/2006/main" prst="straightConnector1">
            <a:avLst/>
          </a:prstGeom>
          <a:ln xmlns:a="http://schemas.openxmlformats.org/drawingml/2006/main" w="28575">
            <a:solidFill>
              <a:srgbClr val="D64136"/>
            </a:solidFill>
            <a:prstDash val="solid"/>
            <a:tailEnd type="triangle" w="sm" len="sm"/>
          </a:ln>
        </p:spPr>
      </p:cxnSp>
      <p:cxnSp>
        <p:nvCxnSpPr>
          <p:cNvPr id="20" name="">
            <a:extLst xmlns:a="http://schemas.openxmlformats.org/drawingml/2006/main">
              <a:ext uri="{FF2B5EF4-FFF2-40B4-BE49-F238E27FC236}">
                <a16:creationId xmlns:a16="http://schemas.microsoft.com/office/drawing/2014/main" id="{FA48DB27-6511-4A38-94FC-48575F985EDD}"/>
              </a:ext>
            </a:extLst>
          </p:cNvPr>
          <p:cNvCxnSpPr>
            <a:stCxn xmlns:a="http://schemas.openxmlformats.org/drawingml/2006/main" id="16" idx="3"/>
            <a:endCxn xmlns:a="http://schemas.openxmlformats.org/drawingml/2006/main" id="17" idx="1"/>
          </p:cNvCxnSpPr>
          <p:nvPr/>
        </p:nvCxnSpPr>
        <p:spPr>
          <a:xfrm xmlns:a="http://schemas.openxmlformats.org/drawingml/2006/main">
            <a:off x="4962525" y="3529013"/>
            <a:ext cx="2276475" cy="0"/>
          </a:xfrm>
          <a:prstGeom xmlns:a="http://schemas.openxmlformats.org/drawingml/2006/main" prst="straightConnector1">
            <a:avLst/>
          </a:prstGeom>
          <a:ln xmlns:a="http://schemas.openxmlformats.org/drawingml/2006/main" w="28575">
            <a:solidFill>
              <a:srgbClr val="087D78"/>
            </a:solidFill>
            <a:prstDash val="solid"/>
            <a:tailEnd type="triangle" w="sm" len="sm"/>
          </a:ln>
        </p:spPr>
      </p:cxnSp>
      <p:sp>
        <p:nvSpPr>
          <p:cNvPr id="24" name="">
            <a:extLst xmlns:a="http://schemas.openxmlformats.org/drawingml/2006/main">
              <a:ext uri="{FF2B5EF4-FFF2-40B4-BE49-F238E27FC236}">
                <a16:creationId xmlns:a16="http://schemas.microsoft.com/office/drawing/2014/main" id="{AC8D935D-F777-4270-A3F1-693D779745E3}"/>
              </a:ext>
            </a:extLst>
          </p:cNvPr>
          <p:cNvSpPr>
            <a:spLocks xmlns:a="http://schemas.openxmlformats.org/drawingml/2006/main" noGrp="1"/>
          </p:cNvSpPr>
          <p:nvPr/>
        </p:nvSpPr>
        <p:spPr>
          <a:xfrm xmlns:a="http://schemas.openxmlformats.org/drawingml/2006/main">
            <a:off x="609600" y="323850"/>
            <a:ext cx="495300" cy="47625"/>
          </a:xfrm>
          <a:prstGeom xmlns:a="http://schemas.openxmlformats.org/drawingml/2006/main" prst="rect">
            <a:avLst/>
          </a:prstGeom>
          <a:solidFill xmlns:a="http://schemas.openxmlformats.org/drawingml/2006/main">
            <a:srgbClr val="D64136"/>
          </a:solidFill>
          <a:ln xmlns:a="http://schemas.openxmlformats.org/drawingml/2006/main" w="0">
            <a:noFill/>
            <a:prstDash val="solid"/>
          </a:ln>
        </p:spPr>
      </p:sp>
      <p:sp>
        <p:nvSpPr>
          <p:cNvPr id="2" name="text-7eg1t3gx8xn">
            <a:extLst xmlns:a="http://schemas.openxmlformats.org/drawingml/2006/main">
              <a:ext uri="{FF2B5EF4-FFF2-40B4-BE49-F238E27FC236}">
                <a16:creationId xmlns:a16="http://schemas.microsoft.com/office/drawing/2014/main" id="{DEF336C6-C7D2-4C09-9F2E-34BF791A926C}"/>
              </a:ext>
            </a:extLst>
          </p:cNvPr>
          <p:cNvSpPr>
            <a:spLocks xmlns:a="http://schemas.openxmlformats.org/drawingml/2006/main" noGrp="1"/>
          </p:cNvSpPr>
          <p:nvPr/>
        </p:nvSpPr>
        <p:spPr>
          <a:xfrm xmlns:a="http://schemas.openxmlformats.org/drawingml/2006/main">
            <a:off x="1257300" y="247650"/>
            <a:ext cx="809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50" b="1">
                <a:solidFill>
                  <a:srgbClr val="087D78"/>
                </a:solidFill>
                <a:latin typeface="DejaVu Sans"/>
                <a:ea typeface="DejaVu Sans"/>
                <a:cs typeface="DejaVu Sans"/>
              </a:defRPr>
            </a:defPPr>
            <a:lvl1pPr algn="l">
              <a:defRPr sz="1050" b="1">
                <a:solidFill>
                  <a:srgbClr val="087D78"/>
                </a:solidFill>
                <a:latin typeface="DejaVu Sans"/>
                <a:ea typeface="DejaVu Sans"/>
                <a:cs typeface="DejaVu Sans"/>
              </a:defRPr>
            </a:lvl1pPr>
            <a:lvl2pPr algn="l">
              <a:defRPr sz="1050" b="1">
                <a:solidFill>
                  <a:srgbClr val="087D78"/>
                </a:solidFill>
                <a:latin typeface="DejaVu Sans"/>
                <a:ea typeface="DejaVu Sans"/>
                <a:cs typeface="DejaVu Sans"/>
              </a:defRPr>
            </a:lvl2pPr>
            <a:lvl3pPr algn="l">
              <a:defRPr sz="1050" b="1">
                <a:solidFill>
                  <a:srgbClr val="087D78"/>
                </a:solidFill>
                <a:latin typeface="DejaVu Sans"/>
                <a:ea typeface="DejaVu Sans"/>
                <a:cs typeface="DejaVu Sans"/>
              </a:defRPr>
            </a:lvl3pPr>
            <a:lvl4pPr algn="l">
              <a:defRPr sz="1050" b="1">
                <a:solidFill>
                  <a:srgbClr val="087D78"/>
                </a:solidFill>
                <a:latin typeface="DejaVu Sans"/>
                <a:ea typeface="DejaVu Sans"/>
                <a:cs typeface="DejaVu Sans"/>
              </a:defRPr>
            </a:lvl4pPr>
            <a:lvl5pPr algn="l">
              <a:defRPr sz="1050" b="1">
                <a:solidFill>
                  <a:srgbClr val="087D78"/>
                </a:solidFill>
                <a:latin typeface="DejaVu Sans"/>
                <a:ea typeface="DejaVu Sans"/>
                <a:cs typeface="DejaVu Sans"/>
              </a:defRPr>
            </a:lvl5pPr>
            <a:lvl6pPr algn="l">
              <a:defRPr sz="1050" b="1">
                <a:solidFill>
                  <a:srgbClr val="087D78"/>
                </a:solidFill>
                <a:latin typeface="DejaVu Sans"/>
                <a:ea typeface="DejaVu Sans"/>
                <a:cs typeface="DejaVu Sans"/>
              </a:defRPr>
            </a:lvl6pPr>
            <a:lvl7pPr algn="l">
              <a:defRPr sz="1050" b="1">
                <a:solidFill>
                  <a:srgbClr val="087D78"/>
                </a:solidFill>
                <a:latin typeface="DejaVu Sans"/>
                <a:ea typeface="DejaVu Sans"/>
                <a:cs typeface="DejaVu Sans"/>
              </a:defRPr>
            </a:lvl7pPr>
            <a:lvl8pPr algn="l">
              <a:defRPr sz="1050" b="1">
                <a:solidFill>
                  <a:srgbClr val="087D78"/>
                </a:solidFill>
                <a:latin typeface="DejaVu Sans"/>
                <a:ea typeface="DejaVu Sans"/>
                <a:cs typeface="DejaVu Sans"/>
              </a:defRPr>
            </a:lvl8pPr>
            <a:lvl9pPr algn="l">
              <a:defRPr sz="1050" b="1">
                <a:solidFill>
                  <a:srgbClr val="087D78"/>
                </a:solidFill>
                <a:latin typeface="DejaVu Sans"/>
                <a:ea typeface="DejaVu Sans"/>
                <a:cs typeface="DejaVu Sans"/>
              </a:defRPr>
            </a:lvl9pPr>
          </a:lstStyle>
          <a:p xmlns:a="http://schemas.openxmlformats.org/drawingml/2006/main">
            <a:pPr algn="l">
              <a:lnSpc>
                <a:spcPct val="112000"/>
              </a:lnSpc>
              <a:buNone/>
              <a:defRPr sz="1050" b="1">
                <a:solidFill>
                  <a:srgbClr val="087D78"/>
                </a:solidFill>
                <a:latin typeface="DejaVu Sans"/>
                <a:ea typeface="DejaVu Sans"/>
                <a:cs typeface="DejaVu Sans"/>
              </a:defRPr>
            </a:pPr>
            <a:r>
              <a:rPr sz="1050" b="1">
                <a:solidFill>
                  <a:srgbClr val="087D78"/>
                </a:solidFill>
                <a:latin typeface="DejaVu Sans"/>
                <a:ea typeface="DejaVu Sans"/>
                <a:cs typeface="DejaVu Sans"/>
              </a:rPr>
              <a:t>TECHNOLOGICAL CHINA</a:t>
            </a:r>
          </a:p>
        </p:txBody>
      </p:sp>
      <p:sp>
        <p:nvSpPr>
          <p:cNvPr id="3" name="text-xy69sc3yv4d">
            <a:extLst xmlns:a="http://schemas.openxmlformats.org/drawingml/2006/main">
              <a:ext uri="{FF2B5EF4-FFF2-40B4-BE49-F238E27FC236}">
                <a16:creationId xmlns:a16="http://schemas.microsoft.com/office/drawing/2014/main" id="{2F781735-F3EA-4EF1-84B8-FE0904950E60}"/>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700" b="1">
                <a:solidFill>
                  <a:srgbClr val="10242B"/>
                </a:solidFill>
                <a:latin typeface="DejaVu Sans"/>
                <a:ea typeface="DejaVu Sans"/>
                <a:cs typeface="DejaVu Sans"/>
              </a:defRPr>
            </a:defPPr>
            <a:lvl1pPr algn="l">
              <a:defRPr sz="2700" b="1">
                <a:solidFill>
                  <a:srgbClr val="10242B"/>
                </a:solidFill>
                <a:latin typeface="DejaVu Sans"/>
                <a:ea typeface="DejaVu Sans"/>
                <a:cs typeface="DejaVu Sans"/>
              </a:defRPr>
            </a:lvl1pPr>
            <a:lvl2pPr algn="l">
              <a:defRPr sz="2700" b="1">
                <a:solidFill>
                  <a:srgbClr val="10242B"/>
                </a:solidFill>
                <a:latin typeface="DejaVu Sans"/>
                <a:ea typeface="DejaVu Sans"/>
                <a:cs typeface="DejaVu Sans"/>
              </a:defRPr>
            </a:lvl2pPr>
            <a:lvl3pPr algn="l">
              <a:defRPr sz="2700" b="1">
                <a:solidFill>
                  <a:srgbClr val="10242B"/>
                </a:solidFill>
                <a:latin typeface="DejaVu Sans"/>
                <a:ea typeface="DejaVu Sans"/>
                <a:cs typeface="DejaVu Sans"/>
              </a:defRPr>
            </a:lvl3pPr>
            <a:lvl4pPr algn="l">
              <a:defRPr sz="2700" b="1">
                <a:solidFill>
                  <a:srgbClr val="10242B"/>
                </a:solidFill>
                <a:latin typeface="DejaVu Sans"/>
                <a:ea typeface="DejaVu Sans"/>
                <a:cs typeface="DejaVu Sans"/>
              </a:defRPr>
            </a:lvl4pPr>
            <a:lvl5pPr algn="l">
              <a:defRPr sz="2700" b="1">
                <a:solidFill>
                  <a:srgbClr val="10242B"/>
                </a:solidFill>
                <a:latin typeface="DejaVu Sans"/>
                <a:ea typeface="DejaVu Sans"/>
                <a:cs typeface="DejaVu Sans"/>
              </a:defRPr>
            </a:lvl5pPr>
            <a:lvl6pPr algn="l">
              <a:defRPr sz="2700" b="1">
                <a:solidFill>
                  <a:srgbClr val="10242B"/>
                </a:solidFill>
                <a:latin typeface="DejaVu Sans"/>
                <a:ea typeface="DejaVu Sans"/>
                <a:cs typeface="DejaVu Sans"/>
              </a:defRPr>
            </a:lvl6pPr>
            <a:lvl7pPr algn="l">
              <a:defRPr sz="2700" b="1">
                <a:solidFill>
                  <a:srgbClr val="10242B"/>
                </a:solidFill>
                <a:latin typeface="DejaVu Sans"/>
                <a:ea typeface="DejaVu Sans"/>
                <a:cs typeface="DejaVu Sans"/>
              </a:defRPr>
            </a:lvl7pPr>
            <a:lvl8pPr algn="l">
              <a:defRPr sz="2700" b="1">
                <a:solidFill>
                  <a:srgbClr val="10242B"/>
                </a:solidFill>
                <a:latin typeface="DejaVu Sans"/>
                <a:ea typeface="DejaVu Sans"/>
                <a:cs typeface="DejaVu Sans"/>
              </a:defRPr>
            </a:lvl8pPr>
            <a:lvl9pPr algn="l">
              <a:defRPr sz="2700" b="1">
                <a:solidFill>
                  <a:srgbClr val="10242B"/>
                </a:solidFill>
                <a:latin typeface="DejaVu Sans"/>
                <a:ea typeface="DejaVu Sans"/>
                <a:cs typeface="DejaVu Sans"/>
              </a:defRPr>
            </a:lvl9pPr>
          </a:lstStyle>
          <a:p xmlns:a="http://schemas.openxmlformats.org/drawingml/2006/main">
            <a:pPr algn="l">
              <a:lnSpc>
                <a:spcPct val="112000"/>
              </a:lnSpc>
              <a:buNone/>
              <a:defRPr sz="2700" b="1">
                <a:solidFill>
                  <a:srgbClr val="10242B"/>
                </a:solidFill>
                <a:latin typeface="DejaVu Sans"/>
                <a:ea typeface="DejaVu Sans"/>
                <a:cs typeface="DejaVu Sans"/>
              </a:defRPr>
            </a:pPr>
            <a:r>
              <a:rPr sz="2700" b="1">
                <a:solidFill>
                  <a:srgbClr val="10242B"/>
                </a:solidFill>
                <a:latin typeface="DejaVu Sans"/>
                <a:ea typeface="DejaVu Sans"/>
                <a:cs typeface="DejaVu Sans"/>
              </a:rPr>
              <a:t>Agent and environment form a closed loop</a:t>
            </a:r>
          </a:p>
        </p:txBody>
      </p:sp>
      <p:sp>
        <p:nvSpPr>
          <p:cNvPr id="4" name="text-i23m4hi81sr">
            <a:extLst xmlns:a="http://schemas.openxmlformats.org/drawingml/2006/main">
              <a:ext uri="{FF2B5EF4-FFF2-40B4-BE49-F238E27FC236}">
                <a16:creationId xmlns:a16="http://schemas.microsoft.com/office/drawing/2014/main" id="{92E59AD0-7CC5-4314-864C-8123B1C4F7B3}"/>
              </a:ext>
            </a:extLst>
          </p:cNvPr>
          <p:cNvSpPr>
            <a:spLocks xmlns:a="http://schemas.openxmlformats.org/drawingml/2006/main" noGrp="1"/>
          </p:cNvSpPr>
          <p:nvPr/>
        </p:nvSpPr>
        <p:spPr>
          <a:xfrm xmlns:a="http://schemas.openxmlformats.org/drawingml/2006/main">
            <a:off x="609600" y="1857375"/>
            <a:ext cx="109728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577078"/>
                </a:solidFill>
                <a:latin typeface="DejaVu Sans"/>
                <a:ea typeface="DejaVu Sans"/>
                <a:cs typeface="DejaVu Sans"/>
              </a:defRPr>
            </a:defPPr>
            <a:lvl1pPr algn="l">
              <a:defRPr sz="1575" b="0">
                <a:solidFill>
                  <a:srgbClr val="577078"/>
                </a:solidFill>
                <a:latin typeface="DejaVu Sans"/>
                <a:ea typeface="DejaVu Sans"/>
                <a:cs typeface="DejaVu Sans"/>
              </a:defRPr>
            </a:lvl1pPr>
            <a:lvl2pPr algn="l">
              <a:defRPr sz="1575" b="0">
                <a:solidFill>
                  <a:srgbClr val="577078"/>
                </a:solidFill>
                <a:latin typeface="DejaVu Sans"/>
                <a:ea typeface="DejaVu Sans"/>
                <a:cs typeface="DejaVu Sans"/>
              </a:defRPr>
            </a:lvl2pPr>
            <a:lvl3pPr algn="l">
              <a:defRPr sz="1575" b="0">
                <a:solidFill>
                  <a:srgbClr val="577078"/>
                </a:solidFill>
                <a:latin typeface="DejaVu Sans"/>
                <a:ea typeface="DejaVu Sans"/>
                <a:cs typeface="DejaVu Sans"/>
              </a:defRPr>
            </a:lvl3pPr>
            <a:lvl4pPr algn="l">
              <a:defRPr sz="1575" b="0">
                <a:solidFill>
                  <a:srgbClr val="577078"/>
                </a:solidFill>
                <a:latin typeface="DejaVu Sans"/>
                <a:ea typeface="DejaVu Sans"/>
                <a:cs typeface="DejaVu Sans"/>
              </a:defRPr>
            </a:lvl4pPr>
            <a:lvl5pPr algn="l">
              <a:defRPr sz="1575" b="0">
                <a:solidFill>
                  <a:srgbClr val="577078"/>
                </a:solidFill>
                <a:latin typeface="DejaVu Sans"/>
                <a:ea typeface="DejaVu Sans"/>
                <a:cs typeface="DejaVu Sans"/>
              </a:defRPr>
            </a:lvl5pPr>
            <a:lvl6pPr algn="l">
              <a:defRPr sz="1575" b="0">
                <a:solidFill>
                  <a:srgbClr val="577078"/>
                </a:solidFill>
                <a:latin typeface="DejaVu Sans"/>
                <a:ea typeface="DejaVu Sans"/>
                <a:cs typeface="DejaVu Sans"/>
              </a:defRPr>
            </a:lvl6pPr>
            <a:lvl7pPr algn="l">
              <a:defRPr sz="1575" b="0">
                <a:solidFill>
                  <a:srgbClr val="577078"/>
                </a:solidFill>
                <a:latin typeface="DejaVu Sans"/>
                <a:ea typeface="DejaVu Sans"/>
                <a:cs typeface="DejaVu Sans"/>
              </a:defRPr>
            </a:lvl7pPr>
            <a:lvl8pPr algn="l">
              <a:defRPr sz="1575" b="0">
                <a:solidFill>
                  <a:srgbClr val="577078"/>
                </a:solidFill>
                <a:latin typeface="DejaVu Sans"/>
                <a:ea typeface="DejaVu Sans"/>
                <a:cs typeface="DejaVu Sans"/>
              </a:defRPr>
            </a:lvl8pPr>
            <a:lvl9pPr algn="l">
              <a:defRPr sz="1575" b="0">
                <a:solidFill>
                  <a:srgbClr val="577078"/>
                </a:solidFill>
                <a:latin typeface="DejaVu Sans"/>
                <a:ea typeface="DejaVu Sans"/>
                <a:cs typeface="DejaVu Sans"/>
              </a:defRPr>
            </a:lvl9pPr>
          </a:lstStyle>
          <a:p xmlns:a="http://schemas.openxmlformats.org/drawingml/2006/main">
            <a:pPr algn="l">
              <a:lnSpc>
                <a:spcPct val="112000"/>
              </a:lnSpc>
              <a:buNone/>
              <a:defRPr sz="1575" b="0">
                <a:solidFill>
                  <a:srgbClr val="577078"/>
                </a:solidFill>
                <a:latin typeface="DejaVu Sans"/>
                <a:ea typeface="DejaVu Sans"/>
                <a:cs typeface="DejaVu Sans"/>
              </a:defRPr>
            </a:pPr>
            <a:r>
              <a:rPr sz="1575" b="0">
                <a:solidFill>
                  <a:srgbClr val="577078"/>
                </a:solidFill>
                <a:latin typeface="DejaVu Sans"/>
                <a:ea typeface="DejaVu Sans"/>
                <a:cs typeface="DejaVu Sans"/>
              </a:rPr>
              <a:t>Actions produce consequences that inform the next decision.</a:t>
            </a:r>
          </a:p>
        </p:txBody>
      </p:sp>
      <p:sp>
        <p:nvSpPr>
          <p:cNvPr id="5" name="">
            <a:extLst xmlns:a="http://schemas.openxmlformats.org/drawingml/2006/main">
              <a:ext uri="{FF2B5EF4-FFF2-40B4-BE49-F238E27FC236}">
                <a16:creationId xmlns:a16="http://schemas.microsoft.com/office/drawing/2014/main" id="{B76CB5D4-8ADF-48A0-B1C1-F5435B65AC9C}"/>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CCD8D6"/>
          </a:solidFill>
          <a:ln xmlns:a="http://schemas.openxmlformats.org/drawingml/2006/main" w="0">
            <a:noFill/>
            <a:prstDash val="solid"/>
          </a:ln>
        </p:spPr>
      </p:sp>
      <p:sp>
        <p:nvSpPr>
          <p:cNvPr id="6" name="text-vd5t9qv4ry9">
            <a:extLst xmlns:a="http://schemas.openxmlformats.org/drawingml/2006/main">
              <a:ext uri="{FF2B5EF4-FFF2-40B4-BE49-F238E27FC236}">
                <a16:creationId xmlns:a16="http://schemas.microsoft.com/office/drawing/2014/main" id="{8A8CA362-2023-44FE-89A9-FA8BDAA67694}"/>
              </a:ext>
            </a:extLst>
          </p:cNvPr>
          <p:cNvSpPr>
            <a:spLocks xmlns:a="http://schemas.openxmlformats.org/drawingml/2006/main" noGrp="1"/>
          </p:cNvSpPr>
          <p:nvPr/>
        </p:nvSpPr>
        <p:spPr>
          <a:xfrm xmlns:a="http://schemas.openxmlformats.org/drawingml/2006/main">
            <a:off x="609600" y="6362700"/>
            <a:ext cx="971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975" b="0">
                <a:solidFill>
                  <a:srgbClr val="577078"/>
                </a:solidFill>
                <a:latin typeface="DejaVu Sans"/>
                <a:ea typeface="DejaVu Sans"/>
                <a:cs typeface="DejaVu Sans"/>
              </a:defRPr>
            </a:defPPr>
            <a:lvl1pPr algn="l">
              <a:defRPr sz="975" b="0">
                <a:solidFill>
                  <a:srgbClr val="577078"/>
                </a:solidFill>
                <a:latin typeface="DejaVu Sans"/>
                <a:ea typeface="DejaVu Sans"/>
                <a:cs typeface="DejaVu Sans"/>
              </a:defRPr>
            </a:lvl1pPr>
            <a:lvl2pPr algn="l">
              <a:defRPr sz="975" b="0">
                <a:solidFill>
                  <a:srgbClr val="577078"/>
                </a:solidFill>
                <a:latin typeface="DejaVu Sans"/>
                <a:ea typeface="DejaVu Sans"/>
                <a:cs typeface="DejaVu Sans"/>
              </a:defRPr>
            </a:lvl2pPr>
            <a:lvl3pPr algn="l">
              <a:defRPr sz="975" b="0">
                <a:solidFill>
                  <a:srgbClr val="577078"/>
                </a:solidFill>
                <a:latin typeface="DejaVu Sans"/>
                <a:ea typeface="DejaVu Sans"/>
                <a:cs typeface="DejaVu Sans"/>
              </a:defRPr>
            </a:lvl3pPr>
            <a:lvl4pPr algn="l">
              <a:defRPr sz="975" b="0">
                <a:solidFill>
                  <a:srgbClr val="577078"/>
                </a:solidFill>
                <a:latin typeface="DejaVu Sans"/>
                <a:ea typeface="DejaVu Sans"/>
                <a:cs typeface="DejaVu Sans"/>
              </a:defRPr>
            </a:lvl4pPr>
            <a:lvl5pPr algn="l">
              <a:defRPr sz="975" b="0">
                <a:solidFill>
                  <a:srgbClr val="577078"/>
                </a:solidFill>
                <a:latin typeface="DejaVu Sans"/>
                <a:ea typeface="DejaVu Sans"/>
                <a:cs typeface="DejaVu Sans"/>
              </a:defRPr>
            </a:lvl5pPr>
            <a:lvl6pPr algn="l">
              <a:defRPr sz="975" b="0">
                <a:solidFill>
                  <a:srgbClr val="577078"/>
                </a:solidFill>
                <a:latin typeface="DejaVu Sans"/>
                <a:ea typeface="DejaVu Sans"/>
                <a:cs typeface="DejaVu Sans"/>
              </a:defRPr>
            </a:lvl6pPr>
            <a:lvl7pPr algn="l">
              <a:defRPr sz="975" b="0">
                <a:solidFill>
                  <a:srgbClr val="577078"/>
                </a:solidFill>
                <a:latin typeface="DejaVu Sans"/>
                <a:ea typeface="DejaVu Sans"/>
                <a:cs typeface="DejaVu Sans"/>
              </a:defRPr>
            </a:lvl7pPr>
            <a:lvl8pPr algn="l">
              <a:defRPr sz="975" b="0">
                <a:solidFill>
                  <a:srgbClr val="577078"/>
                </a:solidFill>
                <a:latin typeface="DejaVu Sans"/>
                <a:ea typeface="DejaVu Sans"/>
                <a:cs typeface="DejaVu Sans"/>
              </a:defRPr>
            </a:lvl8pPr>
            <a:lvl9pPr algn="l">
              <a:defRPr sz="975" b="0">
                <a:solidFill>
                  <a:srgbClr val="577078"/>
                </a:solidFill>
                <a:latin typeface="DejaVu Sans"/>
                <a:ea typeface="DejaVu Sans"/>
                <a:cs typeface="DejaVu Sans"/>
              </a:defRPr>
            </a:lvl9pPr>
          </a:lstStyle>
          <a:p xmlns:a="http://schemas.openxmlformats.org/drawingml/2006/main">
            <a:pPr algn="l">
              <a:lnSpc>
                <a:spcPct val="112000"/>
              </a:lnSpc>
              <a:buNone/>
              <a:defRPr sz="975" b="0">
                <a:solidFill>
                  <a:srgbClr val="577078"/>
                </a:solidFill>
                <a:latin typeface="DejaVu Sans"/>
                <a:ea typeface="DejaVu Sans"/>
                <a:cs typeface="DejaVu Sans"/>
              </a:defRPr>
            </a:pPr>
            <a:r>
              <a:rPr sz="975" b="0">
                <a:solidFill>
                  <a:srgbClr val="577078"/>
                </a:solidFill>
                <a:latin typeface="DejaVu Sans"/>
                <a:ea typeface="DejaVu Sans"/>
                <a:cs typeface="DejaVu Sans"/>
              </a:rPr>
              <a:t>Sergio Gevatschnaider  ·  Russell &amp; Norvig</a:t>
            </a:r>
          </a:p>
        </p:txBody>
      </p:sp>
      <p:sp>
        <p:nvSpPr>
          <p:cNvPr id="7" name="text-04d2mkuqo072">
            <a:extLst xmlns:a="http://schemas.openxmlformats.org/drawingml/2006/main">
              <a:ext uri="{FF2B5EF4-FFF2-40B4-BE49-F238E27FC236}">
                <a16:creationId xmlns:a16="http://schemas.microsoft.com/office/drawing/2014/main" id="{A188AE99-D74B-4A33-BA7B-763C3696B19F}"/>
              </a:ext>
            </a:extLst>
          </p:cNvPr>
          <p:cNvSpPr>
            <a:spLocks xmlns:a="http://schemas.openxmlformats.org/drawingml/2006/main" noGrp="1"/>
          </p:cNvSpPr>
          <p:nvPr/>
        </p:nvSpPr>
        <p:spPr>
          <a:xfrm xmlns:a="http://schemas.openxmlformats.org/drawingml/2006/main">
            <a:off x="10934700" y="6296025"/>
            <a:ext cx="6477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725" b="1">
                <a:solidFill>
                  <a:srgbClr val="087D78"/>
                </a:solidFill>
                <a:latin typeface="DejaVu Sans"/>
                <a:ea typeface="DejaVu Sans"/>
                <a:cs typeface="DejaVu Sans"/>
              </a:defRPr>
            </a:defPPr>
            <a:lvl1pPr algn="r">
              <a:defRPr sz="1725" b="1">
                <a:solidFill>
                  <a:srgbClr val="087D78"/>
                </a:solidFill>
                <a:latin typeface="DejaVu Sans"/>
                <a:ea typeface="DejaVu Sans"/>
                <a:cs typeface="DejaVu Sans"/>
              </a:defRPr>
            </a:lvl1pPr>
            <a:lvl2pPr algn="r">
              <a:defRPr sz="1725" b="1">
                <a:solidFill>
                  <a:srgbClr val="087D78"/>
                </a:solidFill>
                <a:latin typeface="DejaVu Sans"/>
                <a:ea typeface="DejaVu Sans"/>
                <a:cs typeface="DejaVu Sans"/>
              </a:defRPr>
            </a:lvl2pPr>
            <a:lvl3pPr algn="r">
              <a:defRPr sz="1725" b="1">
                <a:solidFill>
                  <a:srgbClr val="087D78"/>
                </a:solidFill>
                <a:latin typeface="DejaVu Sans"/>
                <a:ea typeface="DejaVu Sans"/>
                <a:cs typeface="DejaVu Sans"/>
              </a:defRPr>
            </a:lvl3pPr>
            <a:lvl4pPr algn="r">
              <a:defRPr sz="1725" b="1">
                <a:solidFill>
                  <a:srgbClr val="087D78"/>
                </a:solidFill>
                <a:latin typeface="DejaVu Sans"/>
                <a:ea typeface="DejaVu Sans"/>
                <a:cs typeface="DejaVu Sans"/>
              </a:defRPr>
            </a:lvl4pPr>
            <a:lvl5pPr algn="r">
              <a:defRPr sz="1725" b="1">
                <a:solidFill>
                  <a:srgbClr val="087D78"/>
                </a:solidFill>
                <a:latin typeface="DejaVu Sans"/>
                <a:ea typeface="DejaVu Sans"/>
                <a:cs typeface="DejaVu Sans"/>
              </a:defRPr>
            </a:lvl5pPr>
            <a:lvl6pPr algn="r">
              <a:defRPr sz="1725" b="1">
                <a:solidFill>
                  <a:srgbClr val="087D78"/>
                </a:solidFill>
                <a:latin typeface="DejaVu Sans"/>
                <a:ea typeface="DejaVu Sans"/>
                <a:cs typeface="DejaVu Sans"/>
              </a:defRPr>
            </a:lvl6pPr>
            <a:lvl7pPr algn="r">
              <a:defRPr sz="1725" b="1">
                <a:solidFill>
                  <a:srgbClr val="087D78"/>
                </a:solidFill>
                <a:latin typeface="DejaVu Sans"/>
                <a:ea typeface="DejaVu Sans"/>
                <a:cs typeface="DejaVu Sans"/>
              </a:defRPr>
            </a:lvl7pPr>
            <a:lvl8pPr algn="r">
              <a:defRPr sz="1725" b="1">
                <a:solidFill>
                  <a:srgbClr val="087D78"/>
                </a:solidFill>
                <a:latin typeface="DejaVu Sans"/>
                <a:ea typeface="DejaVu Sans"/>
                <a:cs typeface="DejaVu Sans"/>
              </a:defRPr>
            </a:lvl8pPr>
            <a:lvl9pPr algn="r">
              <a:defRPr sz="1725" b="1">
                <a:solidFill>
                  <a:srgbClr val="087D78"/>
                </a:solidFill>
                <a:latin typeface="DejaVu Sans"/>
                <a:ea typeface="DejaVu Sans"/>
                <a:cs typeface="DejaVu Sans"/>
              </a:defRPr>
            </a:lvl9pPr>
          </a:lstStyle>
          <a:p xmlns:a="http://schemas.openxmlformats.org/drawingml/2006/main">
            <a:pPr algn="r">
              <a:lnSpc>
                <a:spcPct val="112000"/>
              </a:lnSpc>
              <a:buNone/>
              <a:defRPr sz="1725" b="1">
                <a:solidFill>
                  <a:srgbClr val="087D78"/>
                </a:solidFill>
                <a:latin typeface="DejaVu Sans"/>
                <a:ea typeface="DejaVu Sans"/>
                <a:cs typeface="DejaVu Sans"/>
              </a:defRPr>
            </a:pPr>
            <a:r>
              <a:rPr sz="1725" b="1">
                <a:solidFill>
                  <a:srgbClr val="087D78"/>
                </a:solidFill>
                <a:latin typeface="DejaVu Sans"/>
                <a:ea typeface="DejaVu Sans"/>
                <a:cs typeface="DejaVu Sans"/>
              </a:rPr>
              <a:t>03</a:t>
            </a:r>
          </a:p>
        </p:txBody>
      </p:sp>
      <p:sp>
        <p:nvSpPr>
          <p:cNvPr id="8" name="">
            <a:extLst xmlns:a="http://schemas.openxmlformats.org/drawingml/2006/main">
              <a:ext uri="{FF2B5EF4-FFF2-40B4-BE49-F238E27FC236}">
                <a16:creationId xmlns:a16="http://schemas.microsoft.com/office/drawing/2014/main" id="{408D6E6E-5220-4FFA-9848-C74FA4E1628F}"/>
              </a:ext>
            </a:extLst>
          </p:cNvPr>
          <p:cNvSpPr>
            <a:spLocks xmlns:a="http://schemas.openxmlformats.org/drawingml/2006/main" noGrp="1"/>
          </p:cNvSpPr>
          <p:nvPr/>
        </p:nvSpPr>
        <p:spPr>
          <a:xfrm xmlns:a="http://schemas.openxmlformats.org/drawingml/2006/main">
            <a:off x="857250" y="3067050"/>
            <a:ext cx="4095750" cy="2333625"/>
          </a:xfrm>
          <a:prstGeom xmlns:a="http://schemas.openxmlformats.org/drawingml/2006/main" prst="rect">
            <a:avLst/>
          </a:prstGeom>
          <a:solidFill xmlns:a="http://schemas.openxmlformats.org/drawingml/2006/main">
            <a:srgbClr val="FFFDFA"/>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81DD28CC-CDE7-4B47-8D0B-CF15E31971E1}"/>
              </a:ext>
            </a:extLst>
          </p:cNvPr>
          <p:cNvSpPr>
            <a:spLocks xmlns:a="http://schemas.openxmlformats.org/drawingml/2006/main" noGrp="1"/>
          </p:cNvSpPr>
          <p:nvPr/>
        </p:nvSpPr>
        <p:spPr>
          <a:xfrm xmlns:a="http://schemas.openxmlformats.org/drawingml/2006/main">
            <a:off x="857250" y="3067050"/>
            <a:ext cx="38100" cy="2333625"/>
          </a:xfrm>
          <a:prstGeom xmlns:a="http://schemas.openxmlformats.org/drawingml/2006/main" prst="rect">
            <a:avLst/>
          </a:prstGeom>
          <a:solidFill xmlns:a="http://schemas.openxmlformats.org/drawingml/2006/main">
            <a:srgbClr val="087D78"/>
          </a:solidFill>
          <a:ln xmlns:a="http://schemas.openxmlformats.org/drawingml/2006/main" w="0">
            <a:noFill/>
            <a:prstDash val="solid"/>
          </a:ln>
        </p:spPr>
      </p:sp>
      <p:sp>
        <p:nvSpPr>
          <p:cNvPr id="10" name="text-uyuotbnw65">
            <a:extLst xmlns:a="http://schemas.openxmlformats.org/drawingml/2006/main">
              <a:ext uri="{FF2B5EF4-FFF2-40B4-BE49-F238E27FC236}">
                <a16:creationId xmlns:a16="http://schemas.microsoft.com/office/drawing/2014/main" id="{FB355DAE-D1EA-40DC-9234-7C04A1E72834}"/>
              </a:ext>
            </a:extLst>
          </p:cNvPr>
          <p:cNvSpPr>
            <a:spLocks xmlns:a="http://schemas.openxmlformats.org/drawingml/2006/main" noGrp="1"/>
          </p:cNvSpPr>
          <p:nvPr/>
        </p:nvSpPr>
        <p:spPr>
          <a:xfrm xmlns:a="http://schemas.openxmlformats.org/drawingml/2006/main">
            <a:off x="1066800" y="3238500"/>
            <a:ext cx="36766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1">
                <a:solidFill>
                  <a:srgbClr val="10242B"/>
                </a:solidFill>
                <a:latin typeface="DejaVu Sans"/>
                <a:ea typeface="DejaVu Sans"/>
                <a:cs typeface="DejaVu Sans"/>
              </a:defRPr>
            </a:defPPr>
            <a:lvl1pPr algn="l">
              <a:defRPr sz="1800" b="1">
                <a:solidFill>
                  <a:srgbClr val="10242B"/>
                </a:solidFill>
                <a:latin typeface="DejaVu Sans"/>
                <a:ea typeface="DejaVu Sans"/>
                <a:cs typeface="DejaVu Sans"/>
              </a:defRPr>
            </a:lvl1pPr>
            <a:lvl2pPr algn="l">
              <a:defRPr sz="1800" b="1">
                <a:solidFill>
                  <a:srgbClr val="10242B"/>
                </a:solidFill>
                <a:latin typeface="DejaVu Sans"/>
                <a:ea typeface="DejaVu Sans"/>
                <a:cs typeface="DejaVu Sans"/>
              </a:defRPr>
            </a:lvl2pPr>
            <a:lvl3pPr algn="l">
              <a:defRPr sz="1800" b="1">
                <a:solidFill>
                  <a:srgbClr val="10242B"/>
                </a:solidFill>
                <a:latin typeface="DejaVu Sans"/>
                <a:ea typeface="DejaVu Sans"/>
                <a:cs typeface="DejaVu Sans"/>
              </a:defRPr>
            </a:lvl3pPr>
            <a:lvl4pPr algn="l">
              <a:defRPr sz="1800" b="1">
                <a:solidFill>
                  <a:srgbClr val="10242B"/>
                </a:solidFill>
                <a:latin typeface="DejaVu Sans"/>
                <a:ea typeface="DejaVu Sans"/>
                <a:cs typeface="DejaVu Sans"/>
              </a:defRPr>
            </a:lvl4pPr>
            <a:lvl5pPr algn="l">
              <a:defRPr sz="1800" b="1">
                <a:solidFill>
                  <a:srgbClr val="10242B"/>
                </a:solidFill>
                <a:latin typeface="DejaVu Sans"/>
                <a:ea typeface="DejaVu Sans"/>
                <a:cs typeface="DejaVu Sans"/>
              </a:defRPr>
            </a:lvl5pPr>
            <a:lvl6pPr algn="l">
              <a:defRPr sz="1800" b="1">
                <a:solidFill>
                  <a:srgbClr val="10242B"/>
                </a:solidFill>
                <a:latin typeface="DejaVu Sans"/>
                <a:ea typeface="DejaVu Sans"/>
                <a:cs typeface="DejaVu Sans"/>
              </a:defRPr>
            </a:lvl6pPr>
            <a:lvl7pPr algn="l">
              <a:defRPr sz="1800" b="1">
                <a:solidFill>
                  <a:srgbClr val="10242B"/>
                </a:solidFill>
                <a:latin typeface="DejaVu Sans"/>
                <a:ea typeface="DejaVu Sans"/>
                <a:cs typeface="DejaVu Sans"/>
              </a:defRPr>
            </a:lvl7pPr>
            <a:lvl8pPr algn="l">
              <a:defRPr sz="1800" b="1">
                <a:solidFill>
                  <a:srgbClr val="10242B"/>
                </a:solidFill>
                <a:latin typeface="DejaVu Sans"/>
                <a:ea typeface="DejaVu Sans"/>
                <a:cs typeface="DejaVu Sans"/>
              </a:defRPr>
            </a:lvl8pPr>
            <a:lvl9pPr algn="l">
              <a:defRPr sz="1800" b="1">
                <a:solidFill>
                  <a:srgbClr val="10242B"/>
                </a:solidFill>
                <a:latin typeface="DejaVu Sans"/>
                <a:ea typeface="DejaVu Sans"/>
                <a:cs typeface="DejaVu Sans"/>
              </a:defRPr>
            </a:lvl9pPr>
          </a:lstStyle>
          <a:p xmlns:a="http://schemas.openxmlformats.org/drawingml/2006/main">
            <a:pPr algn="l">
              <a:lnSpc>
                <a:spcPct val="112000"/>
              </a:lnSpc>
              <a:buNone/>
              <a:defRPr sz="1800" b="1">
                <a:solidFill>
                  <a:srgbClr val="10242B"/>
                </a:solidFill>
                <a:latin typeface="DejaVu Sans"/>
                <a:ea typeface="DejaVu Sans"/>
                <a:cs typeface="DejaVu Sans"/>
              </a:defRPr>
            </a:pPr>
            <a:r>
              <a:rPr sz="1800" b="1">
                <a:solidFill>
                  <a:srgbClr val="10242B"/>
                </a:solidFill>
                <a:latin typeface="DejaVu Sans"/>
                <a:ea typeface="DejaVu Sans"/>
                <a:cs typeface="DejaVu Sans"/>
              </a:rPr>
              <a:t>AGENT</a:t>
            </a:r>
          </a:p>
        </p:txBody>
      </p:sp>
      <p:sp>
        <p:nvSpPr>
          <p:cNvPr id="11" name="text-sp742fi5te">
            <a:extLst xmlns:a="http://schemas.openxmlformats.org/drawingml/2006/main">
              <a:ext uri="{FF2B5EF4-FFF2-40B4-BE49-F238E27FC236}">
                <a16:creationId xmlns:a16="http://schemas.microsoft.com/office/drawing/2014/main" id="{37C0CF65-43D4-4D45-B01E-8F459252887E}"/>
              </a:ext>
            </a:extLst>
          </p:cNvPr>
          <p:cNvSpPr>
            <a:spLocks xmlns:a="http://schemas.openxmlformats.org/drawingml/2006/main" noGrp="1"/>
          </p:cNvSpPr>
          <p:nvPr/>
        </p:nvSpPr>
        <p:spPr>
          <a:xfrm xmlns:a="http://schemas.openxmlformats.org/drawingml/2006/main">
            <a:off x="1066800" y="3857625"/>
            <a:ext cx="3676650" cy="1457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577078"/>
                </a:solidFill>
                <a:latin typeface="DejaVu Sans"/>
                <a:ea typeface="DejaVu Sans"/>
                <a:cs typeface="DejaVu Sans"/>
              </a:defRPr>
            </a:defPPr>
            <a:lvl1pPr algn="l">
              <a:defRPr sz="1650" b="0">
                <a:solidFill>
                  <a:srgbClr val="577078"/>
                </a:solidFill>
                <a:latin typeface="DejaVu Sans"/>
                <a:ea typeface="DejaVu Sans"/>
                <a:cs typeface="DejaVu Sans"/>
              </a:defRPr>
            </a:lvl1pPr>
            <a:lvl2pPr algn="l">
              <a:defRPr sz="1650" b="0">
                <a:solidFill>
                  <a:srgbClr val="577078"/>
                </a:solidFill>
                <a:latin typeface="DejaVu Sans"/>
                <a:ea typeface="DejaVu Sans"/>
                <a:cs typeface="DejaVu Sans"/>
              </a:defRPr>
            </a:lvl2pPr>
            <a:lvl3pPr algn="l">
              <a:defRPr sz="1650" b="0">
                <a:solidFill>
                  <a:srgbClr val="577078"/>
                </a:solidFill>
                <a:latin typeface="DejaVu Sans"/>
                <a:ea typeface="DejaVu Sans"/>
                <a:cs typeface="DejaVu Sans"/>
              </a:defRPr>
            </a:lvl3pPr>
            <a:lvl4pPr algn="l">
              <a:defRPr sz="1650" b="0">
                <a:solidFill>
                  <a:srgbClr val="577078"/>
                </a:solidFill>
                <a:latin typeface="DejaVu Sans"/>
                <a:ea typeface="DejaVu Sans"/>
                <a:cs typeface="DejaVu Sans"/>
              </a:defRPr>
            </a:lvl4pPr>
            <a:lvl5pPr algn="l">
              <a:defRPr sz="1650" b="0">
                <a:solidFill>
                  <a:srgbClr val="577078"/>
                </a:solidFill>
                <a:latin typeface="DejaVu Sans"/>
                <a:ea typeface="DejaVu Sans"/>
                <a:cs typeface="DejaVu Sans"/>
              </a:defRPr>
            </a:lvl5pPr>
            <a:lvl6pPr algn="l">
              <a:defRPr sz="1650" b="0">
                <a:solidFill>
                  <a:srgbClr val="577078"/>
                </a:solidFill>
                <a:latin typeface="DejaVu Sans"/>
                <a:ea typeface="DejaVu Sans"/>
                <a:cs typeface="DejaVu Sans"/>
              </a:defRPr>
            </a:lvl6pPr>
            <a:lvl7pPr algn="l">
              <a:defRPr sz="1650" b="0">
                <a:solidFill>
                  <a:srgbClr val="577078"/>
                </a:solidFill>
                <a:latin typeface="DejaVu Sans"/>
                <a:ea typeface="DejaVu Sans"/>
                <a:cs typeface="DejaVu Sans"/>
              </a:defRPr>
            </a:lvl7pPr>
            <a:lvl8pPr algn="l">
              <a:defRPr sz="1650" b="0">
                <a:solidFill>
                  <a:srgbClr val="577078"/>
                </a:solidFill>
                <a:latin typeface="DejaVu Sans"/>
                <a:ea typeface="DejaVu Sans"/>
                <a:cs typeface="DejaVu Sans"/>
              </a:defRPr>
            </a:lvl8pPr>
            <a:lvl9pPr algn="l">
              <a:defRPr sz="1650" b="0">
                <a:solidFill>
                  <a:srgbClr val="577078"/>
                </a:solidFill>
                <a:latin typeface="DejaVu Sans"/>
                <a:ea typeface="DejaVu Sans"/>
                <a:cs typeface="DejaVu Sans"/>
              </a:defRPr>
            </a:lvl9pPr>
          </a:lstStyle>
          <a:p xmlns:a="http://schemas.openxmlformats.org/drawingml/2006/main">
            <a:pPr algn="l">
              <a:lnSpc>
                <a:spcPct val="112000"/>
              </a:lnSpc>
              <a:buNone/>
              <a:defRPr sz="1650" b="0">
                <a:solidFill>
                  <a:srgbClr val="577078"/>
                </a:solidFill>
                <a:latin typeface="DejaVu Sans"/>
                <a:ea typeface="DejaVu Sans"/>
                <a:cs typeface="DejaVu Sans"/>
              </a:defRPr>
            </a:pPr>
            <a:r>
              <a:rPr sz="1650" b="0">
                <a:solidFill>
                  <a:srgbClr val="577078"/>
                </a:solidFill>
                <a:latin typeface="DejaVu Sans"/>
                <a:ea typeface="DejaVu Sans"/>
                <a:cs typeface="DejaVu Sans"/>
              </a:rPr>
              <a:t>Goal, memory and decision policy.</a:t>
            </a:r>
          </a:p>
        </p:txBody>
      </p:sp>
      <p:sp>
        <p:nvSpPr>
          <p:cNvPr id="12" name="">
            <a:extLst xmlns:a="http://schemas.openxmlformats.org/drawingml/2006/main">
              <a:ext uri="{FF2B5EF4-FFF2-40B4-BE49-F238E27FC236}">
                <a16:creationId xmlns:a16="http://schemas.microsoft.com/office/drawing/2014/main" id="{733727D9-4BC5-4EED-B0FD-A1015682E520}"/>
              </a:ext>
            </a:extLst>
          </p:cNvPr>
          <p:cNvSpPr>
            <a:spLocks xmlns:a="http://schemas.openxmlformats.org/drawingml/2006/main" noGrp="1"/>
          </p:cNvSpPr>
          <p:nvPr/>
        </p:nvSpPr>
        <p:spPr>
          <a:xfrm xmlns:a="http://schemas.openxmlformats.org/drawingml/2006/main">
            <a:off x="7239000" y="3067050"/>
            <a:ext cx="4095750" cy="2333625"/>
          </a:xfrm>
          <a:prstGeom xmlns:a="http://schemas.openxmlformats.org/drawingml/2006/main" prst="rect">
            <a:avLst/>
          </a:prstGeom>
          <a:solidFill xmlns:a="http://schemas.openxmlformats.org/drawingml/2006/main">
            <a:srgbClr val="FFFDFA"/>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9F77A693-2071-44B8-949E-508A1F425AD3}"/>
              </a:ext>
            </a:extLst>
          </p:cNvPr>
          <p:cNvSpPr>
            <a:spLocks xmlns:a="http://schemas.openxmlformats.org/drawingml/2006/main" noGrp="1"/>
          </p:cNvSpPr>
          <p:nvPr/>
        </p:nvSpPr>
        <p:spPr>
          <a:xfrm xmlns:a="http://schemas.openxmlformats.org/drawingml/2006/main">
            <a:off x="7239000" y="3067050"/>
            <a:ext cx="38100" cy="2333625"/>
          </a:xfrm>
          <a:prstGeom xmlns:a="http://schemas.openxmlformats.org/drawingml/2006/main" prst="rect">
            <a:avLst/>
          </a:prstGeom>
          <a:solidFill xmlns:a="http://schemas.openxmlformats.org/drawingml/2006/main">
            <a:srgbClr val="D64136"/>
          </a:solidFill>
          <a:ln xmlns:a="http://schemas.openxmlformats.org/drawingml/2006/main" w="0">
            <a:noFill/>
            <a:prstDash val="solid"/>
          </a:ln>
        </p:spPr>
      </p:sp>
      <p:sp>
        <p:nvSpPr>
          <p:cNvPr id="14" name="text-y4l4my17c2">
            <a:extLst xmlns:a="http://schemas.openxmlformats.org/drawingml/2006/main">
              <a:ext uri="{FF2B5EF4-FFF2-40B4-BE49-F238E27FC236}">
                <a16:creationId xmlns:a16="http://schemas.microsoft.com/office/drawing/2014/main" id="{7CEBA0C1-02EE-4078-8418-2E064C9216B0}"/>
              </a:ext>
            </a:extLst>
          </p:cNvPr>
          <p:cNvSpPr>
            <a:spLocks xmlns:a="http://schemas.openxmlformats.org/drawingml/2006/main" noGrp="1"/>
          </p:cNvSpPr>
          <p:nvPr/>
        </p:nvSpPr>
        <p:spPr>
          <a:xfrm xmlns:a="http://schemas.openxmlformats.org/drawingml/2006/main">
            <a:off x="7448550" y="3238500"/>
            <a:ext cx="36766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1">
                <a:solidFill>
                  <a:srgbClr val="10242B"/>
                </a:solidFill>
                <a:latin typeface="DejaVu Sans"/>
                <a:ea typeface="DejaVu Sans"/>
                <a:cs typeface="DejaVu Sans"/>
              </a:defRPr>
            </a:defPPr>
            <a:lvl1pPr algn="l">
              <a:defRPr sz="1800" b="1">
                <a:solidFill>
                  <a:srgbClr val="10242B"/>
                </a:solidFill>
                <a:latin typeface="DejaVu Sans"/>
                <a:ea typeface="DejaVu Sans"/>
                <a:cs typeface="DejaVu Sans"/>
              </a:defRPr>
            </a:lvl1pPr>
            <a:lvl2pPr algn="l">
              <a:defRPr sz="1800" b="1">
                <a:solidFill>
                  <a:srgbClr val="10242B"/>
                </a:solidFill>
                <a:latin typeface="DejaVu Sans"/>
                <a:ea typeface="DejaVu Sans"/>
                <a:cs typeface="DejaVu Sans"/>
              </a:defRPr>
            </a:lvl2pPr>
            <a:lvl3pPr algn="l">
              <a:defRPr sz="1800" b="1">
                <a:solidFill>
                  <a:srgbClr val="10242B"/>
                </a:solidFill>
                <a:latin typeface="DejaVu Sans"/>
                <a:ea typeface="DejaVu Sans"/>
                <a:cs typeface="DejaVu Sans"/>
              </a:defRPr>
            </a:lvl3pPr>
            <a:lvl4pPr algn="l">
              <a:defRPr sz="1800" b="1">
                <a:solidFill>
                  <a:srgbClr val="10242B"/>
                </a:solidFill>
                <a:latin typeface="DejaVu Sans"/>
                <a:ea typeface="DejaVu Sans"/>
                <a:cs typeface="DejaVu Sans"/>
              </a:defRPr>
            </a:lvl4pPr>
            <a:lvl5pPr algn="l">
              <a:defRPr sz="1800" b="1">
                <a:solidFill>
                  <a:srgbClr val="10242B"/>
                </a:solidFill>
                <a:latin typeface="DejaVu Sans"/>
                <a:ea typeface="DejaVu Sans"/>
                <a:cs typeface="DejaVu Sans"/>
              </a:defRPr>
            </a:lvl5pPr>
            <a:lvl6pPr algn="l">
              <a:defRPr sz="1800" b="1">
                <a:solidFill>
                  <a:srgbClr val="10242B"/>
                </a:solidFill>
                <a:latin typeface="DejaVu Sans"/>
                <a:ea typeface="DejaVu Sans"/>
                <a:cs typeface="DejaVu Sans"/>
              </a:defRPr>
            </a:lvl6pPr>
            <a:lvl7pPr algn="l">
              <a:defRPr sz="1800" b="1">
                <a:solidFill>
                  <a:srgbClr val="10242B"/>
                </a:solidFill>
                <a:latin typeface="DejaVu Sans"/>
                <a:ea typeface="DejaVu Sans"/>
                <a:cs typeface="DejaVu Sans"/>
              </a:defRPr>
            </a:lvl7pPr>
            <a:lvl8pPr algn="l">
              <a:defRPr sz="1800" b="1">
                <a:solidFill>
                  <a:srgbClr val="10242B"/>
                </a:solidFill>
                <a:latin typeface="DejaVu Sans"/>
                <a:ea typeface="DejaVu Sans"/>
                <a:cs typeface="DejaVu Sans"/>
              </a:defRPr>
            </a:lvl8pPr>
            <a:lvl9pPr algn="l">
              <a:defRPr sz="1800" b="1">
                <a:solidFill>
                  <a:srgbClr val="10242B"/>
                </a:solidFill>
                <a:latin typeface="DejaVu Sans"/>
                <a:ea typeface="DejaVu Sans"/>
                <a:cs typeface="DejaVu Sans"/>
              </a:defRPr>
            </a:lvl9pPr>
          </a:lstStyle>
          <a:p xmlns:a="http://schemas.openxmlformats.org/drawingml/2006/main">
            <a:pPr algn="l">
              <a:lnSpc>
                <a:spcPct val="112000"/>
              </a:lnSpc>
              <a:buNone/>
              <a:defRPr sz="1800" b="1">
                <a:solidFill>
                  <a:srgbClr val="10242B"/>
                </a:solidFill>
                <a:latin typeface="DejaVu Sans"/>
                <a:ea typeface="DejaVu Sans"/>
                <a:cs typeface="DejaVu Sans"/>
              </a:defRPr>
            </a:pPr>
            <a:r>
              <a:rPr sz="1800" b="1">
                <a:solidFill>
                  <a:srgbClr val="10242B"/>
                </a:solidFill>
                <a:latin typeface="DejaVu Sans"/>
                <a:ea typeface="DejaVu Sans"/>
                <a:cs typeface="DejaVu Sans"/>
              </a:rPr>
              <a:t>ENVIRONMENT</a:t>
            </a:r>
          </a:p>
        </p:txBody>
      </p:sp>
      <p:sp>
        <p:nvSpPr>
          <p:cNvPr id="15" name="text-zwc3lgce1w">
            <a:extLst xmlns:a="http://schemas.openxmlformats.org/drawingml/2006/main">
              <a:ext uri="{FF2B5EF4-FFF2-40B4-BE49-F238E27FC236}">
                <a16:creationId xmlns:a16="http://schemas.microsoft.com/office/drawing/2014/main" id="{F74E3DB0-3F0A-464D-803A-73D8850237B2}"/>
              </a:ext>
            </a:extLst>
          </p:cNvPr>
          <p:cNvSpPr>
            <a:spLocks xmlns:a="http://schemas.openxmlformats.org/drawingml/2006/main" noGrp="1"/>
          </p:cNvSpPr>
          <p:nvPr/>
        </p:nvSpPr>
        <p:spPr>
          <a:xfrm xmlns:a="http://schemas.openxmlformats.org/drawingml/2006/main">
            <a:off x="7448550" y="3857625"/>
            <a:ext cx="3676650" cy="1457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577078"/>
                </a:solidFill>
                <a:latin typeface="DejaVu Sans"/>
                <a:ea typeface="DejaVu Sans"/>
                <a:cs typeface="DejaVu Sans"/>
              </a:defRPr>
            </a:defPPr>
            <a:lvl1pPr algn="l">
              <a:defRPr sz="1650" b="0">
                <a:solidFill>
                  <a:srgbClr val="577078"/>
                </a:solidFill>
                <a:latin typeface="DejaVu Sans"/>
                <a:ea typeface="DejaVu Sans"/>
                <a:cs typeface="DejaVu Sans"/>
              </a:defRPr>
            </a:lvl1pPr>
            <a:lvl2pPr algn="l">
              <a:defRPr sz="1650" b="0">
                <a:solidFill>
                  <a:srgbClr val="577078"/>
                </a:solidFill>
                <a:latin typeface="DejaVu Sans"/>
                <a:ea typeface="DejaVu Sans"/>
                <a:cs typeface="DejaVu Sans"/>
              </a:defRPr>
            </a:lvl2pPr>
            <a:lvl3pPr algn="l">
              <a:defRPr sz="1650" b="0">
                <a:solidFill>
                  <a:srgbClr val="577078"/>
                </a:solidFill>
                <a:latin typeface="DejaVu Sans"/>
                <a:ea typeface="DejaVu Sans"/>
                <a:cs typeface="DejaVu Sans"/>
              </a:defRPr>
            </a:lvl3pPr>
            <a:lvl4pPr algn="l">
              <a:defRPr sz="1650" b="0">
                <a:solidFill>
                  <a:srgbClr val="577078"/>
                </a:solidFill>
                <a:latin typeface="DejaVu Sans"/>
                <a:ea typeface="DejaVu Sans"/>
                <a:cs typeface="DejaVu Sans"/>
              </a:defRPr>
            </a:lvl4pPr>
            <a:lvl5pPr algn="l">
              <a:defRPr sz="1650" b="0">
                <a:solidFill>
                  <a:srgbClr val="577078"/>
                </a:solidFill>
                <a:latin typeface="DejaVu Sans"/>
                <a:ea typeface="DejaVu Sans"/>
                <a:cs typeface="DejaVu Sans"/>
              </a:defRPr>
            </a:lvl5pPr>
            <a:lvl6pPr algn="l">
              <a:defRPr sz="1650" b="0">
                <a:solidFill>
                  <a:srgbClr val="577078"/>
                </a:solidFill>
                <a:latin typeface="DejaVu Sans"/>
                <a:ea typeface="DejaVu Sans"/>
                <a:cs typeface="DejaVu Sans"/>
              </a:defRPr>
            </a:lvl6pPr>
            <a:lvl7pPr algn="l">
              <a:defRPr sz="1650" b="0">
                <a:solidFill>
                  <a:srgbClr val="577078"/>
                </a:solidFill>
                <a:latin typeface="DejaVu Sans"/>
                <a:ea typeface="DejaVu Sans"/>
                <a:cs typeface="DejaVu Sans"/>
              </a:defRPr>
            </a:lvl7pPr>
            <a:lvl8pPr algn="l">
              <a:defRPr sz="1650" b="0">
                <a:solidFill>
                  <a:srgbClr val="577078"/>
                </a:solidFill>
                <a:latin typeface="DejaVu Sans"/>
                <a:ea typeface="DejaVu Sans"/>
                <a:cs typeface="DejaVu Sans"/>
              </a:defRPr>
            </a:lvl8pPr>
            <a:lvl9pPr algn="l">
              <a:defRPr sz="1650" b="0">
                <a:solidFill>
                  <a:srgbClr val="577078"/>
                </a:solidFill>
                <a:latin typeface="DejaVu Sans"/>
                <a:ea typeface="DejaVu Sans"/>
                <a:cs typeface="DejaVu Sans"/>
              </a:defRPr>
            </a:lvl9pPr>
          </a:lstStyle>
          <a:p xmlns:a="http://schemas.openxmlformats.org/drawingml/2006/main">
            <a:pPr algn="l">
              <a:lnSpc>
                <a:spcPct val="112000"/>
              </a:lnSpc>
              <a:buNone/>
              <a:defRPr sz="1650" b="0">
                <a:solidFill>
                  <a:srgbClr val="577078"/>
                </a:solidFill>
                <a:latin typeface="DejaVu Sans"/>
                <a:ea typeface="DejaVu Sans"/>
                <a:cs typeface="DejaVu Sans"/>
              </a:defRPr>
            </a:pPr>
            <a:r>
              <a:rPr sz="1650" b="0">
                <a:solidFill>
                  <a:srgbClr val="577078"/>
                </a:solidFill>
                <a:latin typeface="DejaVu Sans"/>
                <a:ea typeface="DejaVu Sans"/>
                <a:cs typeface="DejaVu Sans"/>
              </a:rPr>
              <a:t>Users, objects, documents and constraints.</a:t>
            </a:r>
          </a:p>
        </p:txBody>
      </p:sp>
      <p:sp>
        <p:nvSpPr>
          <p:cNvPr id="16" name="">
            <a:extLst xmlns:a="http://schemas.openxmlformats.org/drawingml/2006/main">
              <a:ext uri="{FF2B5EF4-FFF2-40B4-BE49-F238E27FC236}">
                <a16:creationId xmlns:a16="http://schemas.microsoft.com/office/drawing/2014/main" id="{B5B087C8-F451-43E9-A80D-596E9C55E257}"/>
              </a:ext>
            </a:extLst>
          </p:cNvPr>
          <p:cNvSpPr>
            <a:spLocks xmlns:a="http://schemas.openxmlformats.org/drawingml/2006/main" noGrp="1"/>
          </p:cNvSpPr>
          <p:nvPr/>
        </p:nvSpPr>
        <p:spPr>
          <a:xfrm xmlns:a="http://schemas.openxmlformats.org/drawingml/2006/main">
            <a:off x="4953000" y="3524250"/>
            <a:ext cx="9525" cy="9525"/>
          </a:xfrm>
          <a:prstGeom xmlns:a="http://schemas.openxmlformats.org/drawingml/2006/main" prst="rect">
            <a:avLst/>
          </a:prstGeom>
          <a:noFill xmlns:a="http://schemas.openxmlformats.org/drawingml/2006/main"/>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7F183D26-AD39-4E9F-82CA-87D17BCEAD83}"/>
              </a:ext>
            </a:extLst>
          </p:cNvPr>
          <p:cNvSpPr>
            <a:spLocks xmlns:a="http://schemas.openxmlformats.org/drawingml/2006/main" noGrp="1"/>
          </p:cNvSpPr>
          <p:nvPr/>
        </p:nvSpPr>
        <p:spPr>
          <a:xfrm xmlns:a="http://schemas.openxmlformats.org/drawingml/2006/main">
            <a:off x="7239000" y="3524250"/>
            <a:ext cx="9525" cy="9525"/>
          </a:xfrm>
          <a:prstGeom xmlns:a="http://schemas.openxmlformats.org/drawingml/2006/main" prst="rect">
            <a:avLst/>
          </a:prstGeom>
          <a:noFill xmlns:a="http://schemas.openxmlformats.org/drawingml/2006/main"/>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345F8A02-FE81-47E5-9A9C-90441DCC9DFE}"/>
              </a:ext>
            </a:extLst>
          </p:cNvPr>
          <p:cNvSpPr>
            <a:spLocks xmlns:a="http://schemas.openxmlformats.org/drawingml/2006/main" noGrp="1"/>
          </p:cNvSpPr>
          <p:nvPr/>
        </p:nvSpPr>
        <p:spPr>
          <a:xfrm xmlns:a="http://schemas.openxmlformats.org/drawingml/2006/main">
            <a:off x="7239000" y="4953000"/>
            <a:ext cx="9525" cy="9525"/>
          </a:xfrm>
          <a:prstGeom xmlns:a="http://schemas.openxmlformats.org/drawingml/2006/main" prst="rect">
            <a:avLst/>
          </a:prstGeom>
          <a:noFill xmlns:a="http://schemas.openxmlformats.org/drawingml/2006/main"/>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66120D4B-65EB-4050-94A4-DACA03ED1FDB}"/>
              </a:ext>
            </a:extLst>
          </p:cNvPr>
          <p:cNvSpPr>
            <a:spLocks xmlns:a="http://schemas.openxmlformats.org/drawingml/2006/main" noGrp="1"/>
          </p:cNvSpPr>
          <p:nvPr/>
        </p:nvSpPr>
        <p:spPr>
          <a:xfrm xmlns:a="http://schemas.openxmlformats.org/drawingml/2006/main">
            <a:off x="4953000" y="4953000"/>
            <a:ext cx="9525" cy="9525"/>
          </a:xfrm>
          <a:prstGeom xmlns:a="http://schemas.openxmlformats.org/drawingml/2006/main" prst="rect">
            <a:avLst/>
          </a:prstGeom>
          <a:noFill xmlns:a="http://schemas.openxmlformats.org/drawingml/2006/main"/>
          <a:ln xmlns:a="http://schemas.openxmlformats.org/drawingml/2006/main" w="0">
            <a:noFill/>
            <a:prstDash val="solid"/>
          </a:ln>
        </p:spPr>
      </p:sp>
      <p:sp>
        <p:nvSpPr>
          <p:cNvPr id="22" name="text-1xiht6czjtn">
            <a:extLst xmlns:a="http://schemas.openxmlformats.org/drawingml/2006/main">
              <a:ext uri="{FF2B5EF4-FFF2-40B4-BE49-F238E27FC236}">
                <a16:creationId xmlns:a16="http://schemas.microsoft.com/office/drawing/2014/main" id="{5ED86451-9173-4E2F-ADB9-D00A21912BCF}"/>
              </a:ext>
            </a:extLst>
          </p:cNvPr>
          <p:cNvSpPr>
            <a:spLocks xmlns:a="http://schemas.openxmlformats.org/drawingml/2006/main" noGrp="1"/>
          </p:cNvSpPr>
          <p:nvPr/>
        </p:nvSpPr>
        <p:spPr>
          <a:xfrm xmlns:a="http://schemas.openxmlformats.org/drawingml/2006/main">
            <a:off x="5257800" y="3048000"/>
            <a:ext cx="18097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650" b="1">
                <a:solidFill>
                  <a:srgbClr val="087D78"/>
                </a:solidFill>
                <a:latin typeface="DejaVu Sans"/>
                <a:ea typeface="DejaVu Sans"/>
                <a:cs typeface="DejaVu Sans"/>
              </a:defRPr>
            </a:defPPr>
            <a:lvl1pPr algn="ctr">
              <a:defRPr sz="1650" b="1">
                <a:solidFill>
                  <a:srgbClr val="087D78"/>
                </a:solidFill>
                <a:latin typeface="DejaVu Sans"/>
                <a:ea typeface="DejaVu Sans"/>
                <a:cs typeface="DejaVu Sans"/>
              </a:defRPr>
            </a:lvl1pPr>
            <a:lvl2pPr algn="ctr">
              <a:defRPr sz="1650" b="1">
                <a:solidFill>
                  <a:srgbClr val="087D78"/>
                </a:solidFill>
                <a:latin typeface="DejaVu Sans"/>
                <a:ea typeface="DejaVu Sans"/>
                <a:cs typeface="DejaVu Sans"/>
              </a:defRPr>
            </a:lvl2pPr>
            <a:lvl3pPr algn="ctr">
              <a:defRPr sz="1650" b="1">
                <a:solidFill>
                  <a:srgbClr val="087D78"/>
                </a:solidFill>
                <a:latin typeface="DejaVu Sans"/>
                <a:ea typeface="DejaVu Sans"/>
                <a:cs typeface="DejaVu Sans"/>
              </a:defRPr>
            </a:lvl3pPr>
            <a:lvl4pPr algn="ctr">
              <a:defRPr sz="1650" b="1">
                <a:solidFill>
                  <a:srgbClr val="087D78"/>
                </a:solidFill>
                <a:latin typeface="DejaVu Sans"/>
                <a:ea typeface="DejaVu Sans"/>
                <a:cs typeface="DejaVu Sans"/>
              </a:defRPr>
            </a:lvl4pPr>
            <a:lvl5pPr algn="ctr">
              <a:defRPr sz="1650" b="1">
                <a:solidFill>
                  <a:srgbClr val="087D78"/>
                </a:solidFill>
                <a:latin typeface="DejaVu Sans"/>
                <a:ea typeface="DejaVu Sans"/>
                <a:cs typeface="DejaVu Sans"/>
              </a:defRPr>
            </a:lvl5pPr>
            <a:lvl6pPr algn="ctr">
              <a:defRPr sz="1650" b="1">
                <a:solidFill>
                  <a:srgbClr val="087D78"/>
                </a:solidFill>
                <a:latin typeface="DejaVu Sans"/>
                <a:ea typeface="DejaVu Sans"/>
                <a:cs typeface="DejaVu Sans"/>
              </a:defRPr>
            </a:lvl6pPr>
            <a:lvl7pPr algn="ctr">
              <a:defRPr sz="1650" b="1">
                <a:solidFill>
                  <a:srgbClr val="087D78"/>
                </a:solidFill>
                <a:latin typeface="DejaVu Sans"/>
                <a:ea typeface="DejaVu Sans"/>
                <a:cs typeface="DejaVu Sans"/>
              </a:defRPr>
            </a:lvl7pPr>
            <a:lvl8pPr algn="ctr">
              <a:defRPr sz="1650" b="1">
                <a:solidFill>
                  <a:srgbClr val="087D78"/>
                </a:solidFill>
                <a:latin typeface="DejaVu Sans"/>
                <a:ea typeface="DejaVu Sans"/>
                <a:cs typeface="DejaVu Sans"/>
              </a:defRPr>
            </a:lvl8pPr>
            <a:lvl9pPr algn="ctr">
              <a:defRPr sz="1650" b="1">
                <a:solidFill>
                  <a:srgbClr val="087D78"/>
                </a:solidFill>
                <a:latin typeface="DejaVu Sans"/>
                <a:ea typeface="DejaVu Sans"/>
                <a:cs typeface="DejaVu Sans"/>
              </a:defRPr>
            </a:lvl9pPr>
          </a:lstStyle>
          <a:p xmlns:a="http://schemas.openxmlformats.org/drawingml/2006/main">
            <a:pPr algn="ctr">
              <a:lnSpc>
                <a:spcPct val="112000"/>
              </a:lnSpc>
              <a:buNone/>
              <a:defRPr sz="1650" b="1">
                <a:solidFill>
                  <a:srgbClr val="087D78"/>
                </a:solidFill>
                <a:latin typeface="DejaVu Sans"/>
                <a:ea typeface="DejaVu Sans"/>
                <a:cs typeface="DejaVu Sans"/>
              </a:defRPr>
            </a:pPr>
            <a:r>
              <a:rPr sz="1650" b="1">
                <a:solidFill>
                  <a:srgbClr val="087D78"/>
                </a:solidFill>
                <a:latin typeface="DejaVu Sans"/>
                <a:ea typeface="DejaVu Sans"/>
                <a:cs typeface="DejaVu Sans"/>
              </a:rPr>
              <a:t>Action</a:t>
            </a:r>
          </a:p>
        </p:txBody>
      </p:sp>
      <p:sp>
        <p:nvSpPr>
          <p:cNvPr id="23" name="text-6tzy4ux3bth">
            <a:extLst xmlns:a="http://schemas.openxmlformats.org/drawingml/2006/main">
              <a:ext uri="{FF2B5EF4-FFF2-40B4-BE49-F238E27FC236}">
                <a16:creationId xmlns:a16="http://schemas.microsoft.com/office/drawing/2014/main" id="{AC1AA4DC-9F25-4AFE-A194-E756D044E89F}"/>
              </a:ext>
            </a:extLst>
          </p:cNvPr>
          <p:cNvSpPr>
            <a:spLocks xmlns:a="http://schemas.openxmlformats.org/drawingml/2006/main" noGrp="1"/>
          </p:cNvSpPr>
          <p:nvPr/>
        </p:nvSpPr>
        <p:spPr>
          <a:xfrm xmlns:a="http://schemas.openxmlformats.org/drawingml/2006/main">
            <a:off x="5162550" y="5219700"/>
            <a:ext cx="2000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650" b="1">
                <a:solidFill>
                  <a:srgbClr val="D64136"/>
                </a:solidFill>
                <a:latin typeface="DejaVu Sans"/>
                <a:ea typeface="DejaVu Sans"/>
                <a:cs typeface="DejaVu Sans"/>
              </a:defRPr>
            </a:defPPr>
            <a:lvl1pPr algn="ctr">
              <a:defRPr sz="1650" b="1">
                <a:solidFill>
                  <a:srgbClr val="D64136"/>
                </a:solidFill>
                <a:latin typeface="DejaVu Sans"/>
                <a:ea typeface="DejaVu Sans"/>
                <a:cs typeface="DejaVu Sans"/>
              </a:defRPr>
            </a:lvl1pPr>
            <a:lvl2pPr algn="ctr">
              <a:defRPr sz="1650" b="1">
                <a:solidFill>
                  <a:srgbClr val="D64136"/>
                </a:solidFill>
                <a:latin typeface="DejaVu Sans"/>
                <a:ea typeface="DejaVu Sans"/>
                <a:cs typeface="DejaVu Sans"/>
              </a:defRPr>
            </a:lvl2pPr>
            <a:lvl3pPr algn="ctr">
              <a:defRPr sz="1650" b="1">
                <a:solidFill>
                  <a:srgbClr val="D64136"/>
                </a:solidFill>
                <a:latin typeface="DejaVu Sans"/>
                <a:ea typeface="DejaVu Sans"/>
                <a:cs typeface="DejaVu Sans"/>
              </a:defRPr>
            </a:lvl3pPr>
            <a:lvl4pPr algn="ctr">
              <a:defRPr sz="1650" b="1">
                <a:solidFill>
                  <a:srgbClr val="D64136"/>
                </a:solidFill>
                <a:latin typeface="DejaVu Sans"/>
                <a:ea typeface="DejaVu Sans"/>
                <a:cs typeface="DejaVu Sans"/>
              </a:defRPr>
            </a:lvl4pPr>
            <a:lvl5pPr algn="ctr">
              <a:defRPr sz="1650" b="1">
                <a:solidFill>
                  <a:srgbClr val="D64136"/>
                </a:solidFill>
                <a:latin typeface="DejaVu Sans"/>
                <a:ea typeface="DejaVu Sans"/>
                <a:cs typeface="DejaVu Sans"/>
              </a:defRPr>
            </a:lvl5pPr>
            <a:lvl6pPr algn="ctr">
              <a:defRPr sz="1650" b="1">
                <a:solidFill>
                  <a:srgbClr val="D64136"/>
                </a:solidFill>
                <a:latin typeface="DejaVu Sans"/>
                <a:ea typeface="DejaVu Sans"/>
                <a:cs typeface="DejaVu Sans"/>
              </a:defRPr>
            </a:lvl6pPr>
            <a:lvl7pPr algn="ctr">
              <a:defRPr sz="1650" b="1">
                <a:solidFill>
                  <a:srgbClr val="D64136"/>
                </a:solidFill>
                <a:latin typeface="DejaVu Sans"/>
                <a:ea typeface="DejaVu Sans"/>
                <a:cs typeface="DejaVu Sans"/>
              </a:defRPr>
            </a:lvl7pPr>
            <a:lvl8pPr algn="ctr">
              <a:defRPr sz="1650" b="1">
                <a:solidFill>
                  <a:srgbClr val="D64136"/>
                </a:solidFill>
                <a:latin typeface="DejaVu Sans"/>
                <a:ea typeface="DejaVu Sans"/>
                <a:cs typeface="DejaVu Sans"/>
              </a:defRPr>
            </a:lvl8pPr>
            <a:lvl9pPr algn="ctr">
              <a:defRPr sz="1650" b="1">
                <a:solidFill>
                  <a:srgbClr val="D64136"/>
                </a:solidFill>
                <a:latin typeface="DejaVu Sans"/>
                <a:ea typeface="DejaVu Sans"/>
                <a:cs typeface="DejaVu Sans"/>
              </a:defRPr>
            </a:lvl9pPr>
          </a:lstStyle>
          <a:p xmlns:a="http://schemas.openxmlformats.org/drawingml/2006/main">
            <a:pPr algn="ctr">
              <a:lnSpc>
                <a:spcPct val="112000"/>
              </a:lnSpc>
              <a:buNone/>
              <a:defRPr sz="1650" b="1">
                <a:solidFill>
                  <a:srgbClr val="D64136"/>
                </a:solidFill>
                <a:latin typeface="DejaVu Sans"/>
                <a:ea typeface="DejaVu Sans"/>
                <a:cs typeface="DejaVu Sans"/>
              </a:defRPr>
            </a:pPr>
            <a:r>
              <a:rPr sz="1650" b="1">
                <a:solidFill>
                  <a:srgbClr val="D64136"/>
                </a:solidFill>
                <a:latin typeface="DejaVu Sans"/>
                <a:ea typeface="DejaVu Sans"/>
                <a:cs typeface="DejaVu Sans"/>
              </a:rPr>
              <a:t>Observation</a:t>
            </a:r>
          </a:p>
        </p:txBody>
      </p:sp>
    </p:spTree>
    <p:extLst>
      <p:ext uri="{BB962C8B-B14F-4D97-AF65-F5344CB8AC3E}">
        <p14:creationId xmlns:p14="http://schemas.microsoft.com/office/powerpoint/2010/main" val="584986913"/>
      </p:ext>
    </p:extLst>
  </p:cSld>
</p:sld>
</file>

<file path=ppt/slides/slide4.xml><?xml version="1.0" encoding="utf-8"?>
<p:sld xmlns:p="http://schemas.openxmlformats.org/presentationml/2006/main">
  <p:cSld>
    <p:bg>
      <p:bgPr>
        <a:solidFill xmlns:a="http://schemas.openxmlformats.org/drawingml/2006/main">
          <a:srgbClr val="F4F1E9"/>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B7E98898-311B-4FD4-B57C-7C3487510DF7}"/>
              </a:ext>
            </a:extLst>
          </p:cNvPr>
          <p:cNvSpPr>
            <a:spLocks xmlns:a="http://schemas.openxmlformats.org/drawingml/2006/main" noGrp="1"/>
          </p:cNvSpPr>
          <p:nvPr/>
        </p:nvSpPr>
        <p:spPr>
          <a:xfrm xmlns:a="http://schemas.openxmlformats.org/drawingml/2006/main">
            <a:off x="609600" y="323850"/>
            <a:ext cx="495300" cy="47625"/>
          </a:xfrm>
          <a:prstGeom xmlns:a="http://schemas.openxmlformats.org/drawingml/2006/main" prst="rect">
            <a:avLst/>
          </a:prstGeom>
          <a:solidFill xmlns:a="http://schemas.openxmlformats.org/drawingml/2006/main">
            <a:srgbClr val="D64136"/>
          </a:solidFill>
          <a:ln xmlns:a="http://schemas.openxmlformats.org/drawingml/2006/main" w="0">
            <a:noFill/>
            <a:prstDash val="solid"/>
          </a:ln>
        </p:spPr>
      </p:sp>
      <p:sp>
        <p:nvSpPr>
          <p:cNvPr id="2" name="text-m6ah4tldmik">
            <a:extLst xmlns:a="http://schemas.openxmlformats.org/drawingml/2006/main">
              <a:ext uri="{FF2B5EF4-FFF2-40B4-BE49-F238E27FC236}">
                <a16:creationId xmlns:a16="http://schemas.microsoft.com/office/drawing/2014/main" id="{3D006CE9-DAE8-490F-A5A7-99208269F7EA}"/>
              </a:ext>
            </a:extLst>
          </p:cNvPr>
          <p:cNvSpPr>
            <a:spLocks xmlns:a="http://schemas.openxmlformats.org/drawingml/2006/main" noGrp="1"/>
          </p:cNvSpPr>
          <p:nvPr/>
        </p:nvSpPr>
        <p:spPr>
          <a:xfrm xmlns:a="http://schemas.openxmlformats.org/drawingml/2006/main">
            <a:off x="1257300" y="247650"/>
            <a:ext cx="809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50" b="1">
                <a:solidFill>
                  <a:srgbClr val="087D78"/>
                </a:solidFill>
                <a:latin typeface="DejaVu Sans"/>
                <a:ea typeface="DejaVu Sans"/>
                <a:cs typeface="DejaVu Sans"/>
              </a:defRPr>
            </a:defPPr>
            <a:lvl1pPr algn="l">
              <a:defRPr sz="1050" b="1">
                <a:solidFill>
                  <a:srgbClr val="087D78"/>
                </a:solidFill>
                <a:latin typeface="DejaVu Sans"/>
                <a:ea typeface="DejaVu Sans"/>
                <a:cs typeface="DejaVu Sans"/>
              </a:defRPr>
            </a:lvl1pPr>
            <a:lvl2pPr algn="l">
              <a:defRPr sz="1050" b="1">
                <a:solidFill>
                  <a:srgbClr val="087D78"/>
                </a:solidFill>
                <a:latin typeface="DejaVu Sans"/>
                <a:ea typeface="DejaVu Sans"/>
                <a:cs typeface="DejaVu Sans"/>
              </a:defRPr>
            </a:lvl2pPr>
            <a:lvl3pPr algn="l">
              <a:defRPr sz="1050" b="1">
                <a:solidFill>
                  <a:srgbClr val="087D78"/>
                </a:solidFill>
                <a:latin typeface="DejaVu Sans"/>
                <a:ea typeface="DejaVu Sans"/>
                <a:cs typeface="DejaVu Sans"/>
              </a:defRPr>
            </a:lvl3pPr>
            <a:lvl4pPr algn="l">
              <a:defRPr sz="1050" b="1">
                <a:solidFill>
                  <a:srgbClr val="087D78"/>
                </a:solidFill>
                <a:latin typeface="DejaVu Sans"/>
                <a:ea typeface="DejaVu Sans"/>
                <a:cs typeface="DejaVu Sans"/>
              </a:defRPr>
            </a:lvl4pPr>
            <a:lvl5pPr algn="l">
              <a:defRPr sz="1050" b="1">
                <a:solidFill>
                  <a:srgbClr val="087D78"/>
                </a:solidFill>
                <a:latin typeface="DejaVu Sans"/>
                <a:ea typeface="DejaVu Sans"/>
                <a:cs typeface="DejaVu Sans"/>
              </a:defRPr>
            </a:lvl5pPr>
            <a:lvl6pPr algn="l">
              <a:defRPr sz="1050" b="1">
                <a:solidFill>
                  <a:srgbClr val="087D78"/>
                </a:solidFill>
                <a:latin typeface="DejaVu Sans"/>
                <a:ea typeface="DejaVu Sans"/>
                <a:cs typeface="DejaVu Sans"/>
              </a:defRPr>
            </a:lvl6pPr>
            <a:lvl7pPr algn="l">
              <a:defRPr sz="1050" b="1">
                <a:solidFill>
                  <a:srgbClr val="087D78"/>
                </a:solidFill>
                <a:latin typeface="DejaVu Sans"/>
                <a:ea typeface="DejaVu Sans"/>
                <a:cs typeface="DejaVu Sans"/>
              </a:defRPr>
            </a:lvl7pPr>
            <a:lvl8pPr algn="l">
              <a:defRPr sz="1050" b="1">
                <a:solidFill>
                  <a:srgbClr val="087D78"/>
                </a:solidFill>
                <a:latin typeface="DejaVu Sans"/>
                <a:ea typeface="DejaVu Sans"/>
                <a:cs typeface="DejaVu Sans"/>
              </a:defRPr>
            </a:lvl8pPr>
            <a:lvl9pPr algn="l">
              <a:defRPr sz="1050" b="1">
                <a:solidFill>
                  <a:srgbClr val="087D78"/>
                </a:solidFill>
                <a:latin typeface="DejaVu Sans"/>
                <a:ea typeface="DejaVu Sans"/>
                <a:cs typeface="DejaVu Sans"/>
              </a:defRPr>
            </a:lvl9pPr>
          </a:lstStyle>
          <a:p xmlns:a="http://schemas.openxmlformats.org/drawingml/2006/main">
            <a:pPr algn="l">
              <a:lnSpc>
                <a:spcPct val="112000"/>
              </a:lnSpc>
              <a:buNone/>
              <a:defRPr sz="1050" b="1">
                <a:solidFill>
                  <a:srgbClr val="087D78"/>
                </a:solidFill>
                <a:latin typeface="DejaVu Sans"/>
                <a:ea typeface="DejaVu Sans"/>
                <a:cs typeface="DejaVu Sans"/>
              </a:defRPr>
            </a:pPr>
            <a:r>
              <a:rPr sz="1050" b="1">
                <a:solidFill>
                  <a:srgbClr val="087D78"/>
                </a:solidFill>
                <a:latin typeface="DejaVu Sans"/>
                <a:ea typeface="DejaVu Sans"/>
                <a:cs typeface="DejaVu Sans"/>
              </a:rPr>
              <a:t>TECHNOLOGICAL CHINA</a:t>
            </a:r>
          </a:p>
        </p:txBody>
      </p:sp>
      <p:sp>
        <p:nvSpPr>
          <p:cNvPr id="3" name="text-dluqbiskpus">
            <a:extLst xmlns:a="http://schemas.openxmlformats.org/drawingml/2006/main">
              <a:ext uri="{FF2B5EF4-FFF2-40B4-BE49-F238E27FC236}">
                <a16:creationId xmlns:a16="http://schemas.microsoft.com/office/drawing/2014/main" id="{2582DED5-8EF5-4C11-AB35-8782A030B852}"/>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700" b="1">
                <a:solidFill>
                  <a:srgbClr val="10242B"/>
                </a:solidFill>
                <a:latin typeface="DejaVu Sans"/>
                <a:ea typeface="DejaVu Sans"/>
                <a:cs typeface="DejaVu Sans"/>
              </a:defRPr>
            </a:defPPr>
            <a:lvl1pPr algn="l">
              <a:defRPr sz="2700" b="1">
                <a:solidFill>
                  <a:srgbClr val="10242B"/>
                </a:solidFill>
                <a:latin typeface="DejaVu Sans"/>
                <a:ea typeface="DejaVu Sans"/>
                <a:cs typeface="DejaVu Sans"/>
              </a:defRPr>
            </a:lvl1pPr>
            <a:lvl2pPr algn="l">
              <a:defRPr sz="2700" b="1">
                <a:solidFill>
                  <a:srgbClr val="10242B"/>
                </a:solidFill>
                <a:latin typeface="DejaVu Sans"/>
                <a:ea typeface="DejaVu Sans"/>
                <a:cs typeface="DejaVu Sans"/>
              </a:defRPr>
            </a:lvl2pPr>
            <a:lvl3pPr algn="l">
              <a:defRPr sz="2700" b="1">
                <a:solidFill>
                  <a:srgbClr val="10242B"/>
                </a:solidFill>
                <a:latin typeface="DejaVu Sans"/>
                <a:ea typeface="DejaVu Sans"/>
                <a:cs typeface="DejaVu Sans"/>
              </a:defRPr>
            </a:lvl3pPr>
            <a:lvl4pPr algn="l">
              <a:defRPr sz="2700" b="1">
                <a:solidFill>
                  <a:srgbClr val="10242B"/>
                </a:solidFill>
                <a:latin typeface="DejaVu Sans"/>
                <a:ea typeface="DejaVu Sans"/>
                <a:cs typeface="DejaVu Sans"/>
              </a:defRPr>
            </a:lvl4pPr>
            <a:lvl5pPr algn="l">
              <a:defRPr sz="2700" b="1">
                <a:solidFill>
                  <a:srgbClr val="10242B"/>
                </a:solidFill>
                <a:latin typeface="DejaVu Sans"/>
                <a:ea typeface="DejaVu Sans"/>
                <a:cs typeface="DejaVu Sans"/>
              </a:defRPr>
            </a:lvl5pPr>
            <a:lvl6pPr algn="l">
              <a:defRPr sz="2700" b="1">
                <a:solidFill>
                  <a:srgbClr val="10242B"/>
                </a:solidFill>
                <a:latin typeface="DejaVu Sans"/>
                <a:ea typeface="DejaVu Sans"/>
                <a:cs typeface="DejaVu Sans"/>
              </a:defRPr>
            </a:lvl6pPr>
            <a:lvl7pPr algn="l">
              <a:defRPr sz="2700" b="1">
                <a:solidFill>
                  <a:srgbClr val="10242B"/>
                </a:solidFill>
                <a:latin typeface="DejaVu Sans"/>
                <a:ea typeface="DejaVu Sans"/>
                <a:cs typeface="DejaVu Sans"/>
              </a:defRPr>
            </a:lvl7pPr>
            <a:lvl8pPr algn="l">
              <a:defRPr sz="2700" b="1">
                <a:solidFill>
                  <a:srgbClr val="10242B"/>
                </a:solidFill>
                <a:latin typeface="DejaVu Sans"/>
                <a:ea typeface="DejaVu Sans"/>
                <a:cs typeface="DejaVu Sans"/>
              </a:defRPr>
            </a:lvl8pPr>
            <a:lvl9pPr algn="l">
              <a:defRPr sz="2700" b="1">
                <a:solidFill>
                  <a:srgbClr val="10242B"/>
                </a:solidFill>
                <a:latin typeface="DejaVu Sans"/>
                <a:ea typeface="DejaVu Sans"/>
                <a:cs typeface="DejaVu Sans"/>
              </a:defRPr>
            </a:lvl9pPr>
          </a:lstStyle>
          <a:p xmlns:a="http://schemas.openxmlformats.org/drawingml/2006/main">
            <a:pPr algn="l">
              <a:lnSpc>
                <a:spcPct val="112000"/>
              </a:lnSpc>
              <a:buNone/>
              <a:defRPr sz="2700" b="1">
                <a:solidFill>
                  <a:srgbClr val="10242B"/>
                </a:solidFill>
                <a:latin typeface="DejaVu Sans"/>
                <a:ea typeface="DejaVu Sans"/>
                <a:cs typeface="DejaVu Sans"/>
              </a:defRPr>
            </a:pPr>
            <a:r>
              <a:rPr sz="2700" b="1">
                <a:solidFill>
                  <a:srgbClr val="10242B"/>
                </a:solidFill>
                <a:latin typeface="DejaVu Sans"/>
                <a:ea typeface="DejaVu Sans"/>
                <a:cs typeface="DejaVu Sans"/>
              </a:rPr>
              <a:t>PEAS defines the task before choosing technology</a:t>
            </a:r>
          </a:p>
        </p:txBody>
      </p:sp>
      <p:sp>
        <p:nvSpPr>
          <p:cNvPr id="4" name="text-72ntt3lmdaj">
            <a:extLst xmlns:a="http://schemas.openxmlformats.org/drawingml/2006/main">
              <a:ext uri="{FF2B5EF4-FFF2-40B4-BE49-F238E27FC236}">
                <a16:creationId xmlns:a16="http://schemas.microsoft.com/office/drawing/2014/main" id="{72AAE960-19BC-4844-B30C-EFC1AF41260E}"/>
              </a:ext>
            </a:extLst>
          </p:cNvPr>
          <p:cNvSpPr>
            <a:spLocks xmlns:a="http://schemas.openxmlformats.org/drawingml/2006/main" noGrp="1"/>
          </p:cNvSpPr>
          <p:nvPr/>
        </p:nvSpPr>
        <p:spPr>
          <a:xfrm xmlns:a="http://schemas.openxmlformats.org/drawingml/2006/main">
            <a:off x="609600" y="1857375"/>
            <a:ext cx="109728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577078"/>
                </a:solidFill>
                <a:latin typeface="DejaVu Sans"/>
                <a:ea typeface="DejaVu Sans"/>
                <a:cs typeface="DejaVu Sans"/>
              </a:defRPr>
            </a:defPPr>
            <a:lvl1pPr algn="l">
              <a:defRPr sz="1575" b="0">
                <a:solidFill>
                  <a:srgbClr val="577078"/>
                </a:solidFill>
                <a:latin typeface="DejaVu Sans"/>
                <a:ea typeface="DejaVu Sans"/>
                <a:cs typeface="DejaVu Sans"/>
              </a:defRPr>
            </a:lvl1pPr>
            <a:lvl2pPr algn="l">
              <a:defRPr sz="1575" b="0">
                <a:solidFill>
                  <a:srgbClr val="577078"/>
                </a:solidFill>
                <a:latin typeface="DejaVu Sans"/>
                <a:ea typeface="DejaVu Sans"/>
                <a:cs typeface="DejaVu Sans"/>
              </a:defRPr>
            </a:lvl2pPr>
            <a:lvl3pPr algn="l">
              <a:defRPr sz="1575" b="0">
                <a:solidFill>
                  <a:srgbClr val="577078"/>
                </a:solidFill>
                <a:latin typeface="DejaVu Sans"/>
                <a:ea typeface="DejaVu Sans"/>
                <a:cs typeface="DejaVu Sans"/>
              </a:defRPr>
            </a:lvl3pPr>
            <a:lvl4pPr algn="l">
              <a:defRPr sz="1575" b="0">
                <a:solidFill>
                  <a:srgbClr val="577078"/>
                </a:solidFill>
                <a:latin typeface="DejaVu Sans"/>
                <a:ea typeface="DejaVu Sans"/>
                <a:cs typeface="DejaVu Sans"/>
              </a:defRPr>
            </a:lvl4pPr>
            <a:lvl5pPr algn="l">
              <a:defRPr sz="1575" b="0">
                <a:solidFill>
                  <a:srgbClr val="577078"/>
                </a:solidFill>
                <a:latin typeface="DejaVu Sans"/>
                <a:ea typeface="DejaVu Sans"/>
                <a:cs typeface="DejaVu Sans"/>
              </a:defRPr>
            </a:lvl5pPr>
            <a:lvl6pPr algn="l">
              <a:defRPr sz="1575" b="0">
                <a:solidFill>
                  <a:srgbClr val="577078"/>
                </a:solidFill>
                <a:latin typeface="DejaVu Sans"/>
                <a:ea typeface="DejaVu Sans"/>
                <a:cs typeface="DejaVu Sans"/>
              </a:defRPr>
            </a:lvl6pPr>
            <a:lvl7pPr algn="l">
              <a:defRPr sz="1575" b="0">
                <a:solidFill>
                  <a:srgbClr val="577078"/>
                </a:solidFill>
                <a:latin typeface="DejaVu Sans"/>
                <a:ea typeface="DejaVu Sans"/>
                <a:cs typeface="DejaVu Sans"/>
              </a:defRPr>
            </a:lvl7pPr>
            <a:lvl8pPr algn="l">
              <a:defRPr sz="1575" b="0">
                <a:solidFill>
                  <a:srgbClr val="577078"/>
                </a:solidFill>
                <a:latin typeface="DejaVu Sans"/>
                <a:ea typeface="DejaVu Sans"/>
                <a:cs typeface="DejaVu Sans"/>
              </a:defRPr>
            </a:lvl8pPr>
            <a:lvl9pPr algn="l">
              <a:defRPr sz="1575" b="0">
                <a:solidFill>
                  <a:srgbClr val="577078"/>
                </a:solidFill>
                <a:latin typeface="DejaVu Sans"/>
                <a:ea typeface="DejaVu Sans"/>
                <a:cs typeface="DejaVu Sans"/>
              </a:defRPr>
            </a:lvl9pPr>
          </a:lstStyle>
          <a:p xmlns:a="http://schemas.openxmlformats.org/drawingml/2006/main">
            <a:pPr algn="l">
              <a:lnSpc>
                <a:spcPct val="112000"/>
              </a:lnSpc>
              <a:buNone/>
              <a:defRPr sz="1575" b="0">
                <a:solidFill>
                  <a:srgbClr val="577078"/>
                </a:solidFill>
                <a:latin typeface="DejaVu Sans"/>
                <a:ea typeface="DejaVu Sans"/>
                <a:cs typeface="DejaVu Sans"/>
              </a:defRPr>
            </a:pPr>
            <a:r>
              <a:rPr sz="1575" b="0">
                <a:solidFill>
                  <a:srgbClr val="577078"/>
                </a:solidFill>
                <a:latin typeface="DejaVu Sans"/>
                <a:ea typeface="DejaVu Sans"/>
                <a:cs typeface="DejaVu Sans"/>
              </a:rPr>
              <a:t>Example: a robot moving boxes inside a warehouse.</a:t>
            </a:r>
          </a:p>
        </p:txBody>
      </p:sp>
      <p:sp>
        <p:nvSpPr>
          <p:cNvPr id="5" name="">
            <a:extLst xmlns:a="http://schemas.openxmlformats.org/drawingml/2006/main">
              <a:ext uri="{FF2B5EF4-FFF2-40B4-BE49-F238E27FC236}">
                <a16:creationId xmlns:a16="http://schemas.microsoft.com/office/drawing/2014/main" id="{92F2CB2D-28FA-4F4E-BA87-4FBEF4F9D050}"/>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CCD8D6"/>
          </a:solidFill>
          <a:ln xmlns:a="http://schemas.openxmlformats.org/drawingml/2006/main" w="0">
            <a:noFill/>
            <a:prstDash val="solid"/>
          </a:ln>
        </p:spPr>
      </p:sp>
      <p:sp>
        <p:nvSpPr>
          <p:cNvPr id="6" name="text-kwlpgewkmxi">
            <a:extLst xmlns:a="http://schemas.openxmlformats.org/drawingml/2006/main">
              <a:ext uri="{FF2B5EF4-FFF2-40B4-BE49-F238E27FC236}">
                <a16:creationId xmlns:a16="http://schemas.microsoft.com/office/drawing/2014/main" id="{313A7EA2-3F4A-46C9-9E5E-320F30B90A97}"/>
              </a:ext>
            </a:extLst>
          </p:cNvPr>
          <p:cNvSpPr>
            <a:spLocks xmlns:a="http://schemas.openxmlformats.org/drawingml/2006/main" noGrp="1"/>
          </p:cNvSpPr>
          <p:nvPr/>
        </p:nvSpPr>
        <p:spPr>
          <a:xfrm xmlns:a="http://schemas.openxmlformats.org/drawingml/2006/main">
            <a:off x="609600" y="6362700"/>
            <a:ext cx="971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975" b="0">
                <a:solidFill>
                  <a:srgbClr val="577078"/>
                </a:solidFill>
                <a:latin typeface="DejaVu Sans"/>
                <a:ea typeface="DejaVu Sans"/>
                <a:cs typeface="DejaVu Sans"/>
              </a:defRPr>
            </a:defPPr>
            <a:lvl1pPr algn="l">
              <a:defRPr sz="975" b="0">
                <a:solidFill>
                  <a:srgbClr val="577078"/>
                </a:solidFill>
                <a:latin typeface="DejaVu Sans"/>
                <a:ea typeface="DejaVu Sans"/>
                <a:cs typeface="DejaVu Sans"/>
              </a:defRPr>
            </a:lvl1pPr>
            <a:lvl2pPr algn="l">
              <a:defRPr sz="975" b="0">
                <a:solidFill>
                  <a:srgbClr val="577078"/>
                </a:solidFill>
                <a:latin typeface="DejaVu Sans"/>
                <a:ea typeface="DejaVu Sans"/>
                <a:cs typeface="DejaVu Sans"/>
              </a:defRPr>
            </a:lvl2pPr>
            <a:lvl3pPr algn="l">
              <a:defRPr sz="975" b="0">
                <a:solidFill>
                  <a:srgbClr val="577078"/>
                </a:solidFill>
                <a:latin typeface="DejaVu Sans"/>
                <a:ea typeface="DejaVu Sans"/>
                <a:cs typeface="DejaVu Sans"/>
              </a:defRPr>
            </a:lvl3pPr>
            <a:lvl4pPr algn="l">
              <a:defRPr sz="975" b="0">
                <a:solidFill>
                  <a:srgbClr val="577078"/>
                </a:solidFill>
                <a:latin typeface="DejaVu Sans"/>
                <a:ea typeface="DejaVu Sans"/>
                <a:cs typeface="DejaVu Sans"/>
              </a:defRPr>
            </a:lvl4pPr>
            <a:lvl5pPr algn="l">
              <a:defRPr sz="975" b="0">
                <a:solidFill>
                  <a:srgbClr val="577078"/>
                </a:solidFill>
                <a:latin typeface="DejaVu Sans"/>
                <a:ea typeface="DejaVu Sans"/>
                <a:cs typeface="DejaVu Sans"/>
              </a:defRPr>
            </a:lvl5pPr>
            <a:lvl6pPr algn="l">
              <a:defRPr sz="975" b="0">
                <a:solidFill>
                  <a:srgbClr val="577078"/>
                </a:solidFill>
                <a:latin typeface="DejaVu Sans"/>
                <a:ea typeface="DejaVu Sans"/>
                <a:cs typeface="DejaVu Sans"/>
              </a:defRPr>
            </a:lvl6pPr>
            <a:lvl7pPr algn="l">
              <a:defRPr sz="975" b="0">
                <a:solidFill>
                  <a:srgbClr val="577078"/>
                </a:solidFill>
                <a:latin typeface="DejaVu Sans"/>
                <a:ea typeface="DejaVu Sans"/>
                <a:cs typeface="DejaVu Sans"/>
              </a:defRPr>
            </a:lvl7pPr>
            <a:lvl8pPr algn="l">
              <a:defRPr sz="975" b="0">
                <a:solidFill>
                  <a:srgbClr val="577078"/>
                </a:solidFill>
                <a:latin typeface="DejaVu Sans"/>
                <a:ea typeface="DejaVu Sans"/>
                <a:cs typeface="DejaVu Sans"/>
              </a:defRPr>
            </a:lvl8pPr>
            <a:lvl9pPr algn="l">
              <a:defRPr sz="975" b="0">
                <a:solidFill>
                  <a:srgbClr val="577078"/>
                </a:solidFill>
                <a:latin typeface="DejaVu Sans"/>
                <a:ea typeface="DejaVu Sans"/>
                <a:cs typeface="DejaVu Sans"/>
              </a:defRPr>
            </a:lvl9pPr>
          </a:lstStyle>
          <a:p xmlns:a="http://schemas.openxmlformats.org/drawingml/2006/main">
            <a:pPr algn="l">
              <a:lnSpc>
                <a:spcPct val="112000"/>
              </a:lnSpc>
              <a:buNone/>
              <a:defRPr sz="975" b="0">
                <a:solidFill>
                  <a:srgbClr val="577078"/>
                </a:solidFill>
                <a:latin typeface="DejaVu Sans"/>
                <a:ea typeface="DejaVu Sans"/>
                <a:cs typeface="DejaVu Sans"/>
              </a:defRPr>
            </a:pPr>
            <a:r>
              <a:rPr sz="975" b="0">
                <a:solidFill>
                  <a:srgbClr val="577078"/>
                </a:solidFill>
                <a:latin typeface="DejaVu Sans"/>
                <a:ea typeface="DejaVu Sans"/>
                <a:cs typeface="DejaVu Sans"/>
              </a:rPr>
              <a:t>Sergio Gevatschnaider  ·  Russell &amp; Norvig</a:t>
            </a:r>
          </a:p>
        </p:txBody>
      </p:sp>
      <p:sp>
        <p:nvSpPr>
          <p:cNvPr id="7" name="text-gh66tkym3kq">
            <a:extLst xmlns:a="http://schemas.openxmlformats.org/drawingml/2006/main">
              <a:ext uri="{FF2B5EF4-FFF2-40B4-BE49-F238E27FC236}">
                <a16:creationId xmlns:a16="http://schemas.microsoft.com/office/drawing/2014/main" id="{B725BE9B-A098-4A19-86E2-9AF3DFB05E30}"/>
              </a:ext>
            </a:extLst>
          </p:cNvPr>
          <p:cNvSpPr>
            <a:spLocks xmlns:a="http://schemas.openxmlformats.org/drawingml/2006/main" noGrp="1"/>
          </p:cNvSpPr>
          <p:nvPr/>
        </p:nvSpPr>
        <p:spPr>
          <a:xfrm xmlns:a="http://schemas.openxmlformats.org/drawingml/2006/main">
            <a:off x="10934700" y="6296025"/>
            <a:ext cx="6477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725" b="1">
                <a:solidFill>
                  <a:srgbClr val="087D78"/>
                </a:solidFill>
                <a:latin typeface="DejaVu Sans"/>
                <a:ea typeface="DejaVu Sans"/>
                <a:cs typeface="DejaVu Sans"/>
              </a:defRPr>
            </a:defPPr>
            <a:lvl1pPr algn="r">
              <a:defRPr sz="1725" b="1">
                <a:solidFill>
                  <a:srgbClr val="087D78"/>
                </a:solidFill>
                <a:latin typeface="DejaVu Sans"/>
                <a:ea typeface="DejaVu Sans"/>
                <a:cs typeface="DejaVu Sans"/>
              </a:defRPr>
            </a:lvl1pPr>
            <a:lvl2pPr algn="r">
              <a:defRPr sz="1725" b="1">
                <a:solidFill>
                  <a:srgbClr val="087D78"/>
                </a:solidFill>
                <a:latin typeface="DejaVu Sans"/>
                <a:ea typeface="DejaVu Sans"/>
                <a:cs typeface="DejaVu Sans"/>
              </a:defRPr>
            </a:lvl2pPr>
            <a:lvl3pPr algn="r">
              <a:defRPr sz="1725" b="1">
                <a:solidFill>
                  <a:srgbClr val="087D78"/>
                </a:solidFill>
                <a:latin typeface="DejaVu Sans"/>
                <a:ea typeface="DejaVu Sans"/>
                <a:cs typeface="DejaVu Sans"/>
              </a:defRPr>
            </a:lvl3pPr>
            <a:lvl4pPr algn="r">
              <a:defRPr sz="1725" b="1">
                <a:solidFill>
                  <a:srgbClr val="087D78"/>
                </a:solidFill>
                <a:latin typeface="DejaVu Sans"/>
                <a:ea typeface="DejaVu Sans"/>
                <a:cs typeface="DejaVu Sans"/>
              </a:defRPr>
            </a:lvl4pPr>
            <a:lvl5pPr algn="r">
              <a:defRPr sz="1725" b="1">
                <a:solidFill>
                  <a:srgbClr val="087D78"/>
                </a:solidFill>
                <a:latin typeface="DejaVu Sans"/>
                <a:ea typeface="DejaVu Sans"/>
                <a:cs typeface="DejaVu Sans"/>
              </a:defRPr>
            </a:lvl5pPr>
            <a:lvl6pPr algn="r">
              <a:defRPr sz="1725" b="1">
                <a:solidFill>
                  <a:srgbClr val="087D78"/>
                </a:solidFill>
                <a:latin typeface="DejaVu Sans"/>
                <a:ea typeface="DejaVu Sans"/>
                <a:cs typeface="DejaVu Sans"/>
              </a:defRPr>
            </a:lvl6pPr>
            <a:lvl7pPr algn="r">
              <a:defRPr sz="1725" b="1">
                <a:solidFill>
                  <a:srgbClr val="087D78"/>
                </a:solidFill>
                <a:latin typeface="DejaVu Sans"/>
                <a:ea typeface="DejaVu Sans"/>
                <a:cs typeface="DejaVu Sans"/>
              </a:defRPr>
            </a:lvl7pPr>
            <a:lvl8pPr algn="r">
              <a:defRPr sz="1725" b="1">
                <a:solidFill>
                  <a:srgbClr val="087D78"/>
                </a:solidFill>
                <a:latin typeface="DejaVu Sans"/>
                <a:ea typeface="DejaVu Sans"/>
                <a:cs typeface="DejaVu Sans"/>
              </a:defRPr>
            </a:lvl8pPr>
            <a:lvl9pPr algn="r">
              <a:defRPr sz="1725" b="1">
                <a:solidFill>
                  <a:srgbClr val="087D78"/>
                </a:solidFill>
                <a:latin typeface="DejaVu Sans"/>
                <a:ea typeface="DejaVu Sans"/>
                <a:cs typeface="DejaVu Sans"/>
              </a:defRPr>
            </a:lvl9pPr>
          </a:lstStyle>
          <a:p xmlns:a="http://schemas.openxmlformats.org/drawingml/2006/main">
            <a:pPr algn="r">
              <a:lnSpc>
                <a:spcPct val="112000"/>
              </a:lnSpc>
              <a:buNone/>
              <a:defRPr sz="1725" b="1">
                <a:solidFill>
                  <a:srgbClr val="087D78"/>
                </a:solidFill>
                <a:latin typeface="DejaVu Sans"/>
                <a:ea typeface="DejaVu Sans"/>
                <a:cs typeface="DejaVu Sans"/>
              </a:defRPr>
            </a:pPr>
            <a:r>
              <a:rPr sz="1725" b="1">
                <a:solidFill>
                  <a:srgbClr val="087D78"/>
                </a:solidFill>
                <a:latin typeface="DejaVu Sans"/>
                <a:ea typeface="DejaVu Sans"/>
                <a:cs typeface="DejaVu Sans"/>
              </a:rPr>
              <a:t>04</a:t>
            </a:r>
          </a:p>
        </p:txBody>
      </p:sp>
      <p:sp>
        <p:nvSpPr>
          <p:cNvPr id="8" name="">
            <a:extLst xmlns:a="http://schemas.openxmlformats.org/drawingml/2006/main">
              <a:ext uri="{FF2B5EF4-FFF2-40B4-BE49-F238E27FC236}">
                <a16:creationId xmlns:a16="http://schemas.microsoft.com/office/drawing/2014/main" id="{B30D65AD-1BF6-45EB-8E88-F0CCEA015215}"/>
              </a:ext>
            </a:extLst>
          </p:cNvPr>
          <p:cNvSpPr>
            <a:spLocks xmlns:a="http://schemas.openxmlformats.org/drawingml/2006/main" noGrp="1"/>
          </p:cNvSpPr>
          <p:nvPr/>
        </p:nvSpPr>
        <p:spPr>
          <a:xfrm xmlns:a="http://schemas.openxmlformats.org/drawingml/2006/main">
            <a:off x="609600" y="2571750"/>
            <a:ext cx="5353050" cy="1619250"/>
          </a:xfrm>
          <a:prstGeom xmlns:a="http://schemas.openxmlformats.org/drawingml/2006/main" prst="rect">
            <a:avLst/>
          </a:prstGeom>
          <a:solidFill xmlns:a="http://schemas.openxmlformats.org/drawingml/2006/main">
            <a:srgbClr val="FFFDFA"/>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BDD847CF-86FB-44FC-9FE9-CF951E80E3BA}"/>
              </a:ext>
            </a:extLst>
          </p:cNvPr>
          <p:cNvSpPr>
            <a:spLocks xmlns:a="http://schemas.openxmlformats.org/drawingml/2006/main" noGrp="1"/>
          </p:cNvSpPr>
          <p:nvPr/>
        </p:nvSpPr>
        <p:spPr>
          <a:xfrm xmlns:a="http://schemas.openxmlformats.org/drawingml/2006/main">
            <a:off x="609600" y="2571750"/>
            <a:ext cx="38100" cy="1619250"/>
          </a:xfrm>
          <a:prstGeom xmlns:a="http://schemas.openxmlformats.org/drawingml/2006/main" prst="rect">
            <a:avLst/>
          </a:prstGeom>
          <a:solidFill xmlns:a="http://schemas.openxmlformats.org/drawingml/2006/main">
            <a:srgbClr val="087D78"/>
          </a:solidFill>
          <a:ln xmlns:a="http://schemas.openxmlformats.org/drawingml/2006/main" w="0">
            <a:noFill/>
            <a:prstDash val="solid"/>
          </a:ln>
        </p:spPr>
      </p:sp>
      <p:sp>
        <p:nvSpPr>
          <p:cNvPr id="10" name="text-ja358yn1z2m">
            <a:extLst xmlns:a="http://schemas.openxmlformats.org/drawingml/2006/main">
              <a:ext uri="{FF2B5EF4-FFF2-40B4-BE49-F238E27FC236}">
                <a16:creationId xmlns:a16="http://schemas.microsoft.com/office/drawing/2014/main" id="{5B87B806-EE17-4380-8119-5A03BFBC86E3}"/>
              </a:ext>
            </a:extLst>
          </p:cNvPr>
          <p:cNvSpPr>
            <a:spLocks xmlns:a="http://schemas.openxmlformats.org/drawingml/2006/main" noGrp="1"/>
          </p:cNvSpPr>
          <p:nvPr/>
        </p:nvSpPr>
        <p:spPr>
          <a:xfrm xmlns:a="http://schemas.openxmlformats.org/drawingml/2006/main">
            <a:off x="819150" y="2743200"/>
            <a:ext cx="49339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1">
                <a:solidFill>
                  <a:srgbClr val="10242B"/>
                </a:solidFill>
                <a:latin typeface="DejaVu Sans"/>
                <a:ea typeface="DejaVu Sans"/>
                <a:cs typeface="DejaVu Sans"/>
              </a:defRPr>
            </a:defPPr>
            <a:lvl1pPr algn="l">
              <a:defRPr sz="1800" b="1">
                <a:solidFill>
                  <a:srgbClr val="10242B"/>
                </a:solidFill>
                <a:latin typeface="DejaVu Sans"/>
                <a:ea typeface="DejaVu Sans"/>
                <a:cs typeface="DejaVu Sans"/>
              </a:defRPr>
            </a:lvl1pPr>
            <a:lvl2pPr algn="l">
              <a:defRPr sz="1800" b="1">
                <a:solidFill>
                  <a:srgbClr val="10242B"/>
                </a:solidFill>
                <a:latin typeface="DejaVu Sans"/>
                <a:ea typeface="DejaVu Sans"/>
                <a:cs typeface="DejaVu Sans"/>
              </a:defRPr>
            </a:lvl2pPr>
            <a:lvl3pPr algn="l">
              <a:defRPr sz="1800" b="1">
                <a:solidFill>
                  <a:srgbClr val="10242B"/>
                </a:solidFill>
                <a:latin typeface="DejaVu Sans"/>
                <a:ea typeface="DejaVu Sans"/>
                <a:cs typeface="DejaVu Sans"/>
              </a:defRPr>
            </a:lvl3pPr>
            <a:lvl4pPr algn="l">
              <a:defRPr sz="1800" b="1">
                <a:solidFill>
                  <a:srgbClr val="10242B"/>
                </a:solidFill>
                <a:latin typeface="DejaVu Sans"/>
                <a:ea typeface="DejaVu Sans"/>
                <a:cs typeface="DejaVu Sans"/>
              </a:defRPr>
            </a:lvl4pPr>
            <a:lvl5pPr algn="l">
              <a:defRPr sz="1800" b="1">
                <a:solidFill>
                  <a:srgbClr val="10242B"/>
                </a:solidFill>
                <a:latin typeface="DejaVu Sans"/>
                <a:ea typeface="DejaVu Sans"/>
                <a:cs typeface="DejaVu Sans"/>
              </a:defRPr>
            </a:lvl5pPr>
            <a:lvl6pPr algn="l">
              <a:defRPr sz="1800" b="1">
                <a:solidFill>
                  <a:srgbClr val="10242B"/>
                </a:solidFill>
                <a:latin typeface="DejaVu Sans"/>
                <a:ea typeface="DejaVu Sans"/>
                <a:cs typeface="DejaVu Sans"/>
              </a:defRPr>
            </a:lvl6pPr>
            <a:lvl7pPr algn="l">
              <a:defRPr sz="1800" b="1">
                <a:solidFill>
                  <a:srgbClr val="10242B"/>
                </a:solidFill>
                <a:latin typeface="DejaVu Sans"/>
                <a:ea typeface="DejaVu Sans"/>
                <a:cs typeface="DejaVu Sans"/>
              </a:defRPr>
            </a:lvl7pPr>
            <a:lvl8pPr algn="l">
              <a:defRPr sz="1800" b="1">
                <a:solidFill>
                  <a:srgbClr val="10242B"/>
                </a:solidFill>
                <a:latin typeface="DejaVu Sans"/>
                <a:ea typeface="DejaVu Sans"/>
                <a:cs typeface="DejaVu Sans"/>
              </a:defRPr>
            </a:lvl8pPr>
            <a:lvl9pPr algn="l">
              <a:defRPr sz="1800" b="1">
                <a:solidFill>
                  <a:srgbClr val="10242B"/>
                </a:solidFill>
                <a:latin typeface="DejaVu Sans"/>
                <a:ea typeface="DejaVu Sans"/>
                <a:cs typeface="DejaVu Sans"/>
              </a:defRPr>
            </a:lvl9pPr>
          </a:lstStyle>
          <a:p xmlns:a="http://schemas.openxmlformats.org/drawingml/2006/main">
            <a:pPr algn="l">
              <a:lnSpc>
                <a:spcPct val="112000"/>
              </a:lnSpc>
              <a:buNone/>
              <a:defRPr sz="1800" b="1">
                <a:solidFill>
                  <a:srgbClr val="10242B"/>
                </a:solidFill>
                <a:latin typeface="DejaVu Sans"/>
                <a:ea typeface="DejaVu Sans"/>
                <a:cs typeface="DejaVu Sans"/>
              </a:defRPr>
            </a:pPr>
            <a:r>
              <a:rPr sz="1800" b="1">
                <a:solidFill>
                  <a:srgbClr val="10242B"/>
                </a:solidFill>
                <a:latin typeface="DejaVu Sans"/>
                <a:ea typeface="DejaVu Sans"/>
                <a:cs typeface="DejaVu Sans"/>
              </a:rPr>
              <a:t>Performance</a:t>
            </a:r>
          </a:p>
        </p:txBody>
      </p:sp>
      <p:sp>
        <p:nvSpPr>
          <p:cNvPr id="11" name="text-290z0v4zyxx">
            <a:extLst xmlns:a="http://schemas.openxmlformats.org/drawingml/2006/main">
              <a:ext uri="{FF2B5EF4-FFF2-40B4-BE49-F238E27FC236}">
                <a16:creationId xmlns:a16="http://schemas.microsoft.com/office/drawing/2014/main" id="{9AD48336-BAF0-48EF-90A4-E14DC360C0A7}"/>
              </a:ext>
            </a:extLst>
          </p:cNvPr>
          <p:cNvSpPr>
            <a:spLocks xmlns:a="http://schemas.openxmlformats.org/drawingml/2006/main" noGrp="1"/>
          </p:cNvSpPr>
          <p:nvPr/>
        </p:nvSpPr>
        <p:spPr>
          <a:xfrm xmlns:a="http://schemas.openxmlformats.org/drawingml/2006/main">
            <a:off x="819150" y="3362325"/>
            <a:ext cx="49339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577078"/>
                </a:solidFill>
                <a:latin typeface="DejaVu Sans"/>
                <a:ea typeface="DejaVu Sans"/>
                <a:cs typeface="DejaVu Sans"/>
              </a:defRPr>
            </a:defPPr>
            <a:lvl1pPr algn="l">
              <a:defRPr sz="1650" b="0">
                <a:solidFill>
                  <a:srgbClr val="577078"/>
                </a:solidFill>
                <a:latin typeface="DejaVu Sans"/>
                <a:ea typeface="DejaVu Sans"/>
                <a:cs typeface="DejaVu Sans"/>
              </a:defRPr>
            </a:lvl1pPr>
            <a:lvl2pPr algn="l">
              <a:defRPr sz="1650" b="0">
                <a:solidFill>
                  <a:srgbClr val="577078"/>
                </a:solidFill>
                <a:latin typeface="DejaVu Sans"/>
                <a:ea typeface="DejaVu Sans"/>
                <a:cs typeface="DejaVu Sans"/>
              </a:defRPr>
            </a:lvl2pPr>
            <a:lvl3pPr algn="l">
              <a:defRPr sz="1650" b="0">
                <a:solidFill>
                  <a:srgbClr val="577078"/>
                </a:solidFill>
                <a:latin typeface="DejaVu Sans"/>
                <a:ea typeface="DejaVu Sans"/>
                <a:cs typeface="DejaVu Sans"/>
              </a:defRPr>
            </a:lvl3pPr>
            <a:lvl4pPr algn="l">
              <a:defRPr sz="1650" b="0">
                <a:solidFill>
                  <a:srgbClr val="577078"/>
                </a:solidFill>
                <a:latin typeface="DejaVu Sans"/>
                <a:ea typeface="DejaVu Sans"/>
                <a:cs typeface="DejaVu Sans"/>
              </a:defRPr>
            </a:lvl4pPr>
            <a:lvl5pPr algn="l">
              <a:defRPr sz="1650" b="0">
                <a:solidFill>
                  <a:srgbClr val="577078"/>
                </a:solidFill>
                <a:latin typeface="DejaVu Sans"/>
                <a:ea typeface="DejaVu Sans"/>
                <a:cs typeface="DejaVu Sans"/>
              </a:defRPr>
            </a:lvl5pPr>
            <a:lvl6pPr algn="l">
              <a:defRPr sz="1650" b="0">
                <a:solidFill>
                  <a:srgbClr val="577078"/>
                </a:solidFill>
                <a:latin typeface="DejaVu Sans"/>
                <a:ea typeface="DejaVu Sans"/>
                <a:cs typeface="DejaVu Sans"/>
              </a:defRPr>
            </a:lvl6pPr>
            <a:lvl7pPr algn="l">
              <a:defRPr sz="1650" b="0">
                <a:solidFill>
                  <a:srgbClr val="577078"/>
                </a:solidFill>
                <a:latin typeface="DejaVu Sans"/>
                <a:ea typeface="DejaVu Sans"/>
                <a:cs typeface="DejaVu Sans"/>
              </a:defRPr>
            </a:lvl7pPr>
            <a:lvl8pPr algn="l">
              <a:defRPr sz="1650" b="0">
                <a:solidFill>
                  <a:srgbClr val="577078"/>
                </a:solidFill>
                <a:latin typeface="DejaVu Sans"/>
                <a:ea typeface="DejaVu Sans"/>
                <a:cs typeface="DejaVu Sans"/>
              </a:defRPr>
            </a:lvl8pPr>
            <a:lvl9pPr algn="l">
              <a:defRPr sz="1650" b="0">
                <a:solidFill>
                  <a:srgbClr val="577078"/>
                </a:solidFill>
                <a:latin typeface="DejaVu Sans"/>
                <a:ea typeface="DejaVu Sans"/>
                <a:cs typeface="DejaVu Sans"/>
              </a:defRPr>
            </a:lvl9pPr>
          </a:lstStyle>
          <a:p xmlns:a="http://schemas.openxmlformats.org/drawingml/2006/main">
            <a:pPr algn="l">
              <a:lnSpc>
                <a:spcPct val="112000"/>
              </a:lnSpc>
              <a:buNone/>
              <a:defRPr sz="1650" b="0">
                <a:solidFill>
                  <a:srgbClr val="577078"/>
                </a:solidFill>
                <a:latin typeface="DejaVu Sans"/>
                <a:ea typeface="DejaVu Sans"/>
                <a:cs typeface="DejaVu Sans"/>
              </a:defRPr>
            </a:pPr>
            <a:r>
              <a:rPr sz="1650" b="0">
                <a:solidFill>
                  <a:srgbClr val="577078"/>
                </a:solidFill>
                <a:latin typeface="DejaVu Sans"/>
                <a:ea typeface="DejaVu Sans"/>
                <a:cs typeface="DejaVu Sans"/>
              </a:rPr>
              <a:t>Correct boxes, time, energy and incidents.</a:t>
            </a:r>
          </a:p>
        </p:txBody>
      </p:sp>
      <p:sp>
        <p:nvSpPr>
          <p:cNvPr id="12" name="">
            <a:extLst xmlns:a="http://schemas.openxmlformats.org/drawingml/2006/main">
              <a:ext uri="{FF2B5EF4-FFF2-40B4-BE49-F238E27FC236}">
                <a16:creationId xmlns:a16="http://schemas.microsoft.com/office/drawing/2014/main" id="{0ACE04ED-50B7-49D5-A4E4-86A75D26384E}"/>
              </a:ext>
            </a:extLst>
          </p:cNvPr>
          <p:cNvSpPr>
            <a:spLocks xmlns:a="http://schemas.openxmlformats.org/drawingml/2006/main" noGrp="1"/>
          </p:cNvSpPr>
          <p:nvPr/>
        </p:nvSpPr>
        <p:spPr>
          <a:xfrm xmlns:a="http://schemas.openxmlformats.org/drawingml/2006/main">
            <a:off x="6229350" y="2571750"/>
            <a:ext cx="5353050" cy="1619250"/>
          </a:xfrm>
          <a:prstGeom xmlns:a="http://schemas.openxmlformats.org/drawingml/2006/main" prst="rect">
            <a:avLst/>
          </a:prstGeom>
          <a:solidFill xmlns:a="http://schemas.openxmlformats.org/drawingml/2006/main">
            <a:srgbClr val="FFFDFA"/>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27A2620F-FFD0-4955-8E89-44C1E6516C7B}"/>
              </a:ext>
            </a:extLst>
          </p:cNvPr>
          <p:cNvSpPr>
            <a:spLocks xmlns:a="http://schemas.openxmlformats.org/drawingml/2006/main" noGrp="1"/>
          </p:cNvSpPr>
          <p:nvPr/>
        </p:nvSpPr>
        <p:spPr>
          <a:xfrm xmlns:a="http://schemas.openxmlformats.org/drawingml/2006/main">
            <a:off x="6229350" y="2571750"/>
            <a:ext cx="38100" cy="1619250"/>
          </a:xfrm>
          <a:prstGeom xmlns:a="http://schemas.openxmlformats.org/drawingml/2006/main" prst="rect">
            <a:avLst/>
          </a:prstGeom>
          <a:solidFill xmlns:a="http://schemas.openxmlformats.org/drawingml/2006/main">
            <a:srgbClr val="D64136"/>
          </a:solidFill>
          <a:ln xmlns:a="http://schemas.openxmlformats.org/drawingml/2006/main" w="0">
            <a:noFill/>
            <a:prstDash val="solid"/>
          </a:ln>
        </p:spPr>
      </p:sp>
      <p:sp>
        <p:nvSpPr>
          <p:cNvPr id="14" name="text-syyqssjfv2g">
            <a:extLst xmlns:a="http://schemas.openxmlformats.org/drawingml/2006/main">
              <a:ext uri="{FF2B5EF4-FFF2-40B4-BE49-F238E27FC236}">
                <a16:creationId xmlns:a16="http://schemas.microsoft.com/office/drawing/2014/main" id="{B82F77AB-38E5-4A9C-BB0E-68C373B618EE}"/>
              </a:ext>
            </a:extLst>
          </p:cNvPr>
          <p:cNvSpPr>
            <a:spLocks xmlns:a="http://schemas.openxmlformats.org/drawingml/2006/main" noGrp="1"/>
          </p:cNvSpPr>
          <p:nvPr/>
        </p:nvSpPr>
        <p:spPr>
          <a:xfrm xmlns:a="http://schemas.openxmlformats.org/drawingml/2006/main">
            <a:off x="6438900" y="2743200"/>
            <a:ext cx="49339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1">
                <a:solidFill>
                  <a:srgbClr val="10242B"/>
                </a:solidFill>
                <a:latin typeface="DejaVu Sans"/>
                <a:ea typeface="DejaVu Sans"/>
                <a:cs typeface="DejaVu Sans"/>
              </a:defRPr>
            </a:defPPr>
            <a:lvl1pPr algn="l">
              <a:defRPr sz="1800" b="1">
                <a:solidFill>
                  <a:srgbClr val="10242B"/>
                </a:solidFill>
                <a:latin typeface="DejaVu Sans"/>
                <a:ea typeface="DejaVu Sans"/>
                <a:cs typeface="DejaVu Sans"/>
              </a:defRPr>
            </a:lvl1pPr>
            <a:lvl2pPr algn="l">
              <a:defRPr sz="1800" b="1">
                <a:solidFill>
                  <a:srgbClr val="10242B"/>
                </a:solidFill>
                <a:latin typeface="DejaVu Sans"/>
                <a:ea typeface="DejaVu Sans"/>
                <a:cs typeface="DejaVu Sans"/>
              </a:defRPr>
            </a:lvl2pPr>
            <a:lvl3pPr algn="l">
              <a:defRPr sz="1800" b="1">
                <a:solidFill>
                  <a:srgbClr val="10242B"/>
                </a:solidFill>
                <a:latin typeface="DejaVu Sans"/>
                <a:ea typeface="DejaVu Sans"/>
                <a:cs typeface="DejaVu Sans"/>
              </a:defRPr>
            </a:lvl3pPr>
            <a:lvl4pPr algn="l">
              <a:defRPr sz="1800" b="1">
                <a:solidFill>
                  <a:srgbClr val="10242B"/>
                </a:solidFill>
                <a:latin typeface="DejaVu Sans"/>
                <a:ea typeface="DejaVu Sans"/>
                <a:cs typeface="DejaVu Sans"/>
              </a:defRPr>
            </a:lvl4pPr>
            <a:lvl5pPr algn="l">
              <a:defRPr sz="1800" b="1">
                <a:solidFill>
                  <a:srgbClr val="10242B"/>
                </a:solidFill>
                <a:latin typeface="DejaVu Sans"/>
                <a:ea typeface="DejaVu Sans"/>
                <a:cs typeface="DejaVu Sans"/>
              </a:defRPr>
            </a:lvl5pPr>
            <a:lvl6pPr algn="l">
              <a:defRPr sz="1800" b="1">
                <a:solidFill>
                  <a:srgbClr val="10242B"/>
                </a:solidFill>
                <a:latin typeface="DejaVu Sans"/>
                <a:ea typeface="DejaVu Sans"/>
                <a:cs typeface="DejaVu Sans"/>
              </a:defRPr>
            </a:lvl6pPr>
            <a:lvl7pPr algn="l">
              <a:defRPr sz="1800" b="1">
                <a:solidFill>
                  <a:srgbClr val="10242B"/>
                </a:solidFill>
                <a:latin typeface="DejaVu Sans"/>
                <a:ea typeface="DejaVu Sans"/>
                <a:cs typeface="DejaVu Sans"/>
              </a:defRPr>
            </a:lvl7pPr>
            <a:lvl8pPr algn="l">
              <a:defRPr sz="1800" b="1">
                <a:solidFill>
                  <a:srgbClr val="10242B"/>
                </a:solidFill>
                <a:latin typeface="DejaVu Sans"/>
                <a:ea typeface="DejaVu Sans"/>
                <a:cs typeface="DejaVu Sans"/>
              </a:defRPr>
            </a:lvl8pPr>
            <a:lvl9pPr algn="l">
              <a:defRPr sz="1800" b="1">
                <a:solidFill>
                  <a:srgbClr val="10242B"/>
                </a:solidFill>
                <a:latin typeface="DejaVu Sans"/>
                <a:ea typeface="DejaVu Sans"/>
                <a:cs typeface="DejaVu Sans"/>
              </a:defRPr>
            </a:lvl9pPr>
          </a:lstStyle>
          <a:p xmlns:a="http://schemas.openxmlformats.org/drawingml/2006/main">
            <a:pPr algn="l">
              <a:lnSpc>
                <a:spcPct val="112000"/>
              </a:lnSpc>
              <a:buNone/>
              <a:defRPr sz="1800" b="1">
                <a:solidFill>
                  <a:srgbClr val="10242B"/>
                </a:solidFill>
                <a:latin typeface="DejaVu Sans"/>
                <a:ea typeface="DejaVu Sans"/>
                <a:cs typeface="DejaVu Sans"/>
              </a:defRPr>
            </a:pPr>
            <a:r>
              <a:rPr sz="1800" b="1">
                <a:solidFill>
                  <a:srgbClr val="10242B"/>
                </a:solidFill>
                <a:latin typeface="DejaVu Sans"/>
                <a:ea typeface="DejaVu Sans"/>
                <a:cs typeface="DejaVu Sans"/>
              </a:rPr>
              <a:t>Environment</a:t>
            </a:r>
          </a:p>
        </p:txBody>
      </p:sp>
      <p:sp>
        <p:nvSpPr>
          <p:cNvPr id="15" name="text-5wnpu8qxr1e">
            <a:extLst xmlns:a="http://schemas.openxmlformats.org/drawingml/2006/main">
              <a:ext uri="{FF2B5EF4-FFF2-40B4-BE49-F238E27FC236}">
                <a16:creationId xmlns:a16="http://schemas.microsoft.com/office/drawing/2014/main" id="{85701DEC-6CA3-4B77-BE68-EAE9DDD6299B}"/>
              </a:ext>
            </a:extLst>
          </p:cNvPr>
          <p:cNvSpPr>
            <a:spLocks xmlns:a="http://schemas.openxmlformats.org/drawingml/2006/main" noGrp="1"/>
          </p:cNvSpPr>
          <p:nvPr/>
        </p:nvSpPr>
        <p:spPr>
          <a:xfrm xmlns:a="http://schemas.openxmlformats.org/drawingml/2006/main">
            <a:off x="6438900" y="3362325"/>
            <a:ext cx="49339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577078"/>
                </a:solidFill>
                <a:latin typeface="DejaVu Sans"/>
                <a:ea typeface="DejaVu Sans"/>
                <a:cs typeface="DejaVu Sans"/>
              </a:defRPr>
            </a:defPPr>
            <a:lvl1pPr algn="l">
              <a:defRPr sz="1650" b="0">
                <a:solidFill>
                  <a:srgbClr val="577078"/>
                </a:solidFill>
                <a:latin typeface="DejaVu Sans"/>
                <a:ea typeface="DejaVu Sans"/>
                <a:cs typeface="DejaVu Sans"/>
              </a:defRPr>
            </a:lvl1pPr>
            <a:lvl2pPr algn="l">
              <a:defRPr sz="1650" b="0">
                <a:solidFill>
                  <a:srgbClr val="577078"/>
                </a:solidFill>
                <a:latin typeface="DejaVu Sans"/>
                <a:ea typeface="DejaVu Sans"/>
                <a:cs typeface="DejaVu Sans"/>
              </a:defRPr>
            </a:lvl2pPr>
            <a:lvl3pPr algn="l">
              <a:defRPr sz="1650" b="0">
                <a:solidFill>
                  <a:srgbClr val="577078"/>
                </a:solidFill>
                <a:latin typeface="DejaVu Sans"/>
                <a:ea typeface="DejaVu Sans"/>
                <a:cs typeface="DejaVu Sans"/>
              </a:defRPr>
            </a:lvl3pPr>
            <a:lvl4pPr algn="l">
              <a:defRPr sz="1650" b="0">
                <a:solidFill>
                  <a:srgbClr val="577078"/>
                </a:solidFill>
                <a:latin typeface="DejaVu Sans"/>
                <a:ea typeface="DejaVu Sans"/>
                <a:cs typeface="DejaVu Sans"/>
              </a:defRPr>
            </a:lvl4pPr>
            <a:lvl5pPr algn="l">
              <a:defRPr sz="1650" b="0">
                <a:solidFill>
                  <a:srgbClr val="577078"/>
                </a:solidFill>
                <a:latin typeface="DejaVu Sans"/>
                <a:ea typeface="DejaVu Sans"/>
                <a:cs typeface="DejaVu Sans"/>
              </a:defRPr>
            </a:lvl5pPr>
            <a:lvl6pPr algn="l">
              <a:defRPr sz="1650" b="0">
                <a:solidFill>
                  <a:srgbClr val="577078"/>
                </a:solidFill>
                <a:latin typeface="DejaVu Sans"/>
                <a:ea typeface="DejaVu Sans"/>
                <a:cs typeface="DejaVu Sans"/>
              </a:defRPr>
            </a:lvl6pPr>
            <a:lvl7pPr algn="l">
              <a:defRPr sz="1650" b="0">
                <a:solidFill>
                  <a:srgbClr val="577078"/>
                </a:solidFill>
                <a:latin typeface="DejaVu Sans"/>
                <a:ea typeface="DejaVu Sans"/>
                <a:cs typeface="DejaVu Sans"/>
              </a:defRPr>
            </a:lvl7pPr>
            <a:lvl8pPr algn="l">
              <a:defRPr sz="1650" b="0">
                <a:solidFill>
                  <a:srgbClr val="577078"/>
                </a:solidFill>
                <a:latin typeface="DejaVu Sans"/>
                <a:ea typeface="DejaVu Sans"/>
                <a:cs typeface="DejaVu Sans"/>
              </a:defRPr>
            </a:lvl8pPr>
            <a:lvl9pPr algn="l">
              <a:defRPr sz="1650" b="0">
                <a:solidFill>
                  <a:srgbClr val="577078"/>
                </a:solidFill>
                <a:latin typeface="DejaVu Sans"/>
                <a:ea typeface="DejaVu Sans"/>
                <a:cs typeface="DejaVu Sans"/>
              </a:defRPr>
            </a:lvl9pPr>
          </a:lstStyle>
          <a:p xmlns:a="http://schemas.openxmlformats.org/drawingml/2006/main">
            <a:pPr algn="l">
              <a:lnSpc>
                <a:spcPct val="112000"/>
              </a:lnSpc>
              <a:buNone/>
              <a:defRPr sz="1650" b="0">
                <a:solidFill>
                  <a:srgbClr val="577078"/>
                </a:solidFill>
                <a:latin typeface="DejaVu Sans"/>
                <a:ea typeface="DejaVu Sans"/>
                <a:cs typeface="DejaVu Sans"/>
              </a:defRPr>
            </a:pPr>
            <a:r>
              <a:rPr sz="1650" b="0">
                <a:solidFill>
                  <a:srgbClr val="577078"/>
                </a:solidFill>
                <a:latin typeface="DejaVu Sans"/>
                <a:ea typeface="DejaVu Sans"/>
                <a:cs typeface="DejaVu Sans"/>
              </a:rPr>
              <a:t>Aisles, people, shelves and surfaces.</a:t>
            </a:r>
          </a:p>
        </p:txBody>
      </p:sp>
      <p:sp>
        <p:nvSpPr>
          <p:cNvPr id="16" name="">
            <a:extLst xmlns:a="http://schemas.openxmlformats.org/drawingml/2006/main">
              <a:ext uri="{FF2B5EF4-FFF2-40B4-BE49-F238E27FC236}">
                <a16:creationId xmlns:a16="http://schemas.microsoft.com/office/drawing/2014/main" id="{605E4BFA-5C4F-4060-BFF0-9E8B0787ADC3}"/>
              </a:ext>
            </a:extLst>
          </p:cNvPr>
          <p:cNvSpPr>
            <a:spLocks xmlns:a="http://schemas.openxmlformats.org/drawingml/2006/main" noGrp="1"/>
          </p:cNvSpPr>
          <p:nvPr/>
        </p:nvSpPr>
        <p:spPr>
          <a:xfrm xmlns:a="http://schemas.openxmlformats.org/drawingml/2006/main">
            <a:off x="609600" y="4381500"/>
            <a:ext cx="5353050" cy="1619250"/>
          </a:xfrm>
          <a:prstGeom xmlns:a="http://schemas.openxmlformats.org/drawingml/2006/main" prst="rect">
            <a:avLst/>
          </a:prstGeom>
          <a:solidFill xmlns:a="http://schemas.openxmlformats.org/drawingml/2006/main">
            <a:srgbClr val="FFFDFA"/>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913711E5-9239-46F7-8911-5489371BFAC3}"/>
              </a:ext>
            </a:extLst>
          </p:cNvPr>
          <p:cNvSpPr>
            <a:spLocks xmlns:a="http://schemas.openxmlformats.org/drawingml/2006/main" noGrp="1"/>
          </p:cNvSpPr>
          <p:nvPr/>
        </p:nvSpPr>
        <p:spPr>
          <a:xfrm xmlns:a="http://schemas.openxmlformats.org/drawingml/2006/main">
            <a:off x="609600" y="4381500"/>
            <a:ext cx="38100" cy="1619250"/>
          </a:xfrm>
          <a:prstGeom xmlns:a="http://schemas.openxmlformats.org/drawingml/2006/main" prst="rect">
            <a:avLst/>
          </a:prstGeom>
          <a:solidFill xmlns:a="http://schemas.openxmlformats.org/drawingml/2006/main">
            <a:srgbClr val="E5B64B"/>
          </a:solidFill>
          <a:ln xmlns:a="http://schemas.openxmlformats.org/drawingml/2006/main" w="0">
            <a:noFill/>
            <a:prstDash val="solid"/>
          </a:ln>
        </p:spPr>
      </p:sp>
      <p:sp>
        <p:nvSpPr>
          <p:cNvPr id="18" name="text-md3849hdsva">
            <a:extLst xmlns:a="http://schemas.openxmlformats.org/drawingml/2006/main">
              <a:ext uri="{FF2B5EF4-FFF2-40B4-BE49-F238E27FC236}">
                <a16:creationId xmlns:a16="http://schemas.microsoft.com/office/drawing/2014/main" id="{1ADDC229-7C1E-442E-98BC-B8EC2F6A0607}"/>
              </a:ext>
            </a:extLst>
          </p:cNvPr>
          <p:cNvSpPr>
            <a:spLocks xmlns:a="http://schemas.openxmlformats.org/drawingml/2006/main" noGrp="1"/>
          </p:cNvSpPr>
          <p:nvPr/>
        </p:nvSpPr>
        <p:spPr>
          <a:xfrm xmlns:a="http://schemas.openxmlformats.org/drawingml/2006/main">
            <a:off x="819150" y="4552950"/>
            <a:ext cx="49339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1">
                <a:solidFill>
                  <a:srgbClr val="10242B"/>
                </a:solidFill>
                <a:latin typeface="DejaVu Sans"/>
                <a:ea typeface="DejaVu Sans"/>
                <a:cs typeface="DejaVu Sans"/>
              </a:defRPr>
            </a:defPPr>
            <a:lvl1pPr algn="l">
              <a:defRPr sz="1800" b="1">
                <a:solidFill>
                  <a:srgbClr val="10242B"/>
                </a:solidFill>
                <a:latin typeface="DejaVu Sans"/>
                <a:ea typeface="DejaVu Sans"/>
                <a:cs typeface="DejaVu Sans"/>
              </a:defRPr>
            </a:lvl1pPr>
            <a:lvl2pPr algn="l">
              <a:defRPr sz="1800" b="1">
                <a:solidFill>
                  <a:srgbClr val="10242B"/>
                </a:solidFill>
                <a:latin typeface="DejaVu Sans"/>
                <a:ea typeface="DejaVu Sans"/>
                <a:cs typeface="DejaVu Sans"/>
              </a:defRPr>
            </a:lvl2pPr>
            <a:lvl3pPr algn="l">
              <a:defRPr sz="1800" b="1">
                <a:solidFill>
                  <a:srgbClr val="10242B"/>
                </a:solidFill>
                <a:latin typeface="DejaVu Sans"/>
                <a:ea typeface="DejaVu Sans"/>
                <a:cs typeface="DejaVu Sans"/>
              </a:defRPr>
            </a:lvl3pPr>
            <a:lvl4pPr algn="l">
              <a:defRPr sz="1800" b="1">
                <a:solidFill>
                  <a:srgbClr val="10242B"/>
                </a:solidFill>
                <a:latin typeface="DejaVu Sans"/>
                <a:ea typeface="DejaVu Sans"/>
                <a:cs typeface="DejaVu Sans"/>
              </a:defRPr>
            </a:lvl4pPr>
            <a:lvl5pPr algn="l">
              <a:defRPr sz="1800" b="1">
                <a:solidFill>
                  <a:srgbClr val="10242B"/>
                </a:solidFill>
                <a:latin typeface="DejaVu Sans"/>
                <a:ea typeface="DejaVu Sans"/>
                <a:cs typeface="DejaVu Sans"/>
              </a:defRPr>
            </a:lvl5pPr>
            <a:lvl6pPr algn="l">
              <a:defRPr sz="1800" b="1">
                <a:solidFill>
                  <a:srgbClr val="10242B"/>
                </a:solidFill>
                <a:latin typeface="DejaVu Sans"/>
                <a:ea typeface="DejaVu Sans"/>
                <a:cs typeface="DejaVu Sans"/>
              </a:defRPr>
            </a:lvl6pPr>
            <a:lvl7pPr algn="l">
              <a:defRPr sz="1800" b="1">
                <a:solidFill>
                  <a:srgbClr val="10242B"/>
                </a:solidFill>
                <a:latin typeface="DejaVu Sans"/>
                <a:ea typeface="DejaVu Sans"/>
                <a:cs typeface="DejaVu Sans"/>
              </a:defRPr>
            </a:lvl7pPr>
            <a:lvl8pPr algn="l">
              <a:defRPr sz="1800" b="1">
                <a:solidFill>
                  <a:srgbClr val="10242B"/>
                </a:solidFill>
                <a:latin typeface="DejaVu Sans"/>
                <a:ea typeface="DejaVu Sans"/>
                <a:cs typeface="DejaVu Sans"/>
              </a:defRPr>
            </a:lvl8pPr>
            <a:lvl9pPr algn="l">
              <a:defRPr sz="1800" b="1">
                <a:solidFill>
                  <a:srgbClr val="10242B"/>
                </a:solidFill>
                <a:latin typeface="DejaVu Sans"/>
                <a:ea typeface="DejaVu Sans"/>
                <a:cs typeface="DejaVu Sans"/>
              </a:defRPr>
            </a:lvl9pPr>
          </a:lstStyle>
          <a:p xmlns:a="http://schemas.openxmlformats.org/drawingml/2006/main">
            <a:pPr algn="l">
              <a:lnSpc>
                <a:spcPct val="112000"/>
              </a:lnSpc>
              <a:buNone/>
              <a:defRPr sz="1800" b="1">
                <a:solidFill>
                  <a:srgbClr val="10242B"/>
                </a:solidFill>
                <a:latin typeface="DejaVu Sans"/>
                <a:ea typeface="DejaVu Sans"/>
                <a:cs typeface="DejaVu Sans"/>
              </a:defRPr>
            </a:pPr>
            <a:r>
              <a:rPr sz="1800" b="1">
                <a:solidFill>
                  <a:srgbClr val="10242B"/>
                </a:solidFill>
                <a:latin typeface="DejaVu Sans"/>
                <a:ea typeface="DejaVu Sans"/>
                <a:cs typeface="DejaVu Sans"/>
              </a:rPr>
              <a:t>Actuators</a:t>
            </a:r>
          </a:p>
        </p:txBody>
      </p:sp>
      <p:sp>
        <p:nvSpPr>
          <p:cNvPr id="19" name="text-6vh1n659gwd">
            <a:extLst xmlns:a="http://schemas.openxmlformats.org/drawingml/2006/main">
              <a:ext uri="{FF2B5EF4-FFF2-40B4-BE49-F238E27FC236}">
                <a16:creationId xmlns:a16="http://schemas.microsoft.com/office/drawing/2014/main" id="{66EFD94C-4573-4055-ACF2-6E55A9368F33}"/>
              </a:ext>
            </a:extLst>
          </p:cNvPr>
          <p:cNvSpPr>
            <a:spLocks xmlns:a="http://schemas.openxmlformats.org/drawingml/2006/main" noGrp="1"/>
          </p:cNvSpPr>
          <p:nvPr/>
        </p:nvSpPr>
        <p:spPr>
          <a:xfrm xmlns:a="http://schemas.openxmlformats.org/drawingml/2006/main">
            <a:off x="819150" y="5172075"/>
            <a:ext cx="49339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577078"/>
                </a:solidFill>
                <a:latin typeface="DejaVu Sans"/>
                <a:ea typeface="DejaVu Sans"/>
                <a:cs typeface="DejaVu Sans"/>
              </a:defRPr>
            </a:defPPr>
            <a:lvl1pPr algn="l">
              <a:defRPr sz="1650" b="0">
                <a:solidFill>
                  <a:srgbClr val="577078"/>
                </a:solidFill>
                <a:latin typeface="DejaVu Sans"/>
                <a:ea typeface="DejaVu Sans"/>
                <a:cs typeface="DejaVu Sans"/>
              </a:defRPr>
            </a:lvl1pPr>
            <a:lvl2pPr algn="l">
              <a:defRPr sz="1650" b="0">
                <a:solidFill>
                  <a:srgbClr val="577078"/>
                </a:solidFill>
                <a:latin typeface="DejaVu Sans"/>
                <a:ea typeface="DejaVu Sans"/>
                <a:cs typeface="DejaVu Sans"/>
              </a:defRPr>
            </a:lvl2pPr>
            <a:lvl3pPr algn="l">
              <a:defRPr sz="1650" b="0">
                <a:solidFill>
                  <a:srgbClr val="577078"/>
                </a:solidFill>
                <a:latin typeface="DejaVu Sans"/>
                <a:ea typeface="DejaVu Sans"/>
                <a:cs typeface="DejaVu Sans"/>
              </a:defRPr>
            </a:lvl3pPr>
            <a:lvl4pPr algn="l">
              <a:defRPr sz="1650" b="0">
                <a:solidFill>
                  <a:srgbClr val="577078"/>
                </a:solidFill>
                <a:latin typeface="DejaVu Sans"/>
                <a:ea typeface="DejaVu Sans"/>
                <a:cs typeface="DejaVu Sans"/>
              </a:defRPr>
            </a:lvl4pPr>
            <a:lvl5pPr algn="l">
              <a:defRPr sz="1650" b="0">
                <a:solidFill>
                  <a:srgbClr val="577078"/>
                </a:solidFill>
                <a:latin typeface="DejaVu Sans"/>
                <a:ea typeface="DejaVu Sans"/>
                <a:cs typeface="DejaVu Sans"/>
              </a:defRPr>
            </a:lvl5pPr>
            <a:lvl6pPr algn="l">
              <a:defRPr sz="1650" b="0">
                <a:solidFill>
                  <a:srgbClr val="577078"/>
                </a:solidFill>
                <a:latin typeface="DejaVu Sans"/>
                <a:ea typeface="DejaVu Sans"/>
                <a:cs typeface="DejaVu Sans"/>
              </a:defRPr>
            </a:lvl6pPr>
            <a:lvl7pPr algn="l">
              <a:defRPr sz="1650" b="0">
                <a:solidFill>
                  <a:srgbClr val="577078"/>
                </a:solidFill>
                <a:latin typeface="DejaVu Sans"/>
                <a:ea typeface="DejaVu Sans"/>
                <a:cs typeface="DejaVu Sans"/>
              </a:defRPr>
            </a:lvl7pPr>
            <a:lvl8pPr algn="l">
              <a:defRPr sz="1650" b="0">
                <a:solidFill>
                  <a:srgbClr val="577078"/>
                </a:solidFill>
                <a:latin typeface="DejaVu Sans"/>
                <a:ea typeface="DejaVu Sans"/>
                <a:cs typeface="DejaVu Sans"/>
              </a:defRPr>
            </a:lvl8pPr>
            <a:lvl9pPr algn="l">
              <a:defRPr sz="1650" b="0">
                <a:solidFill>
                  <a:srgbClr val="577078"/>
                </a:solidFill>
                <a:latin typeface="DejaVu Sans"/>
                <a:ea typeface="DejaVu Sans"/>
                <a:cs typeface="DejaVu Sans"/>
              </a:defRPr>
            </a:lvl9pPr>
          </a:lstStyle>
          <a:p xmlns:a="http://schemas.openxmlformats.org/drawingml/2006/main">
            <a:pPr algn="l">
              <a:lnSpc>
                <a:spcPct val="112000"/>
              </a:lnSpc>
              <a:buNone/>
              <a:defRPr sz="1650" b="0">
                <a:solidFill>
                  <a:srgbClr val="577078"/>
                </a:solidFill>
                <a:latin typeface="DejaVu Sans"/>
                <a:ea typeface="DejaVu Sans"/>
                <a:cs typeface="DejaVu Sans"/>
              </a:defRPr>
            </a:pPr>
            <a:r>
              <a:rPr sz="1650" b="0">
                <a:solidFill>
                  <a:srgbClr val="577078"/>
                </a:solidFill>
                <a:latin typeface="DejaVu Sans"/>
                <a:ea typeface="DejaVu Sans"/>
                <a:cs typeface="DejaVu Sans"/>
              </a:rPr>
              <a:t>Wheels, arm, gripper and operator alerts.</a:t>
            </a:r>
          </a:p>
        </p:txBody>
      </p:sp>
      <p:sp>
        <p:nvSpPr>
          <p:cNvPr id="20" name="">
            <a:extLst xmlns:a="http://schemas.openxmlformats.org/drawingml/2006/main">
              <a:ext uri="{FF2B5EF4-FFF2-40B4-BE49-F238E27FC236}">
                <a16:creationId xmlns:a16="http://schemas.microsoft.com/office/drawing/2014/main" id="{BFF596AC-8E0D-420E-89C3-B0C5CC397324}"/>
              </a:ext>
            </a:extLst>
          </p:cNvPr>
          <p:cNvSpPr>
            <a:spLocks xmlns:a="http://schemas.openxmlformats.org/drawingml/2006/main" noGrp="1"/>
          </p:cNvSpPr>
          <p:nvPr/>
        </p:nvSpPr>
        <p:spPr>
          <a:xfrm xmlns:a="http://schemas.openxmlformats.org/drawingml/2006/main">
            <a:off x="6229350" y="4381500"/>
            <a:ext cx="5353050" cy="1619250"/>
          </a:xfrm>
          <a:prstGeom xmlns:a="http://schemas.openxmlformats.org/drawingml/2006/main" prst="rect">
            <a:avLst/>
          </a:prstGeom>
          <a:solidFill xmlns:a="http://schemas.openxmlformats.org/drawingml/2006/main">
            <a:srgbClr val="FFFDFA"/>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7C46892E-F069-4C2F-94E5-70A5048956B1}"/>
              </a:ext>
            </a:extLst>
          </p:cNvPr>
          <p:cNvSpPr>
            <a:spLocks xmlns:a="http://schemas.openxmlformats.org/drawingml/2006/main" noGrp="1"/>
          </p:cNvSpPr>
          <p:nvPr/>
        </p:nvSpPr>
        <p:spPr>
          <a:xfrm xmlns:a="http://schemas.openxmlformats.org/drawingml/2006/main">
            <a:off x="6229350" y="4381500"/>
            <a:ext cx="38100" cy="1619250"/>
          </a:xfrm>
          <a:prstGeom xmlns:a="http://schemas.openxmlformats.org/drawingml/2006/main" prst="rect">
            <a:avLst/>
          </a:prstGeom>
          <a:solidFill xmlns:a="http://schemas.openxmlformats.org/drawingml/2006/main">
            <a:srgbClr val="5793B8"/>
          </a:solidFill>
          <a:ln xmlns:a="http://schemas.openxmlformats.org/drawingml/2006/main" w="0">
            <a:noFill/>
            <a:prstDash val="solid"/>
          </a:ln>
        </p:spPr>
      </p:sp>
      <p:sp>
        <p:nvSpPr>
          <p:cNvPr id="22" name="text-85july53cdd">
            <a:extLst xmlns:a="http://schemas.openxmlformats.org/drawingml/2006/main">
              <a:ext uri="{FF2B5EF4-FFF2-40B4-BE49-F238E27FC236}">
                <a16:creationId xmlns:a16="http://schemas.microsoft.com/office/drawing/2014/main" id="{144E2900-F1CE-45FB-BC23-3250AEF25795}"/>
              </a:ext>
            </a:extLst>
          </p:cNvPr>
          <p:cNvSpPr>
            <a:spLocks xmlns:a="http://schemas.openxmlformats.org/drawingml/2006/main" noGrp="1"/>
          </p:cNvSpPr>
          <p:nvPr/>
        </p:nvSpPr>
        <p:spPr>
          <a:xfrm xmlns:a="http://schemas.openxmlformats.org/drawingml/2006/main">
            <a:off x="6438900" y="4552950"/>
            <a:ext cx="49339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1">
                <a:solidFill>
                  <a:srgbClr val="10242B"/>
                </a:solidFill>
                <a:latin typeface="DejaVu Sans"/>
                <a:ea typeface="DejaVu Sans"/>
                <a:cs typeface="DejaVu Sans"/>
              </a:defRPr>
            </a:defPPr>
            <a:lvl1pPr algn="l">
              <a:defRPr sz="1800" b="1">
                <a:solidFill>
                  <a:srgbClr val="10242B"/>
                </a:solidFill>
                <a:latin typeface="DejaVu Sans"/>
                <a:ea typeface="DejaVu Sans"/>
                <a:cs typeface="DejaVu Sans"/>
              </a:defRPr>
            </a:lvl1pPr>
            <a:lvl2pPr algn="l">
              <a:defRPr sz="1800" b="1">
                <a:solidFill>
                  <a:srgbClr val="10242B"/>
                </a:solidFill>
                <a:latin typeface="DejaVu Sans"/>
                <a:ea typeface="DejaVu Sans"/>
                <a:cs typeface="DejaVu Sans"/>
              </a:defRPr>
            </a:lvl2pPr>
            <a:lvl3pPr algn="l">
              <a:defRPr sz="1800" b="1">
                <a:solidFill>
                  <a:srgbClr val="10242B"/>
                </a:solidFill>
                <a:latin typeface="DejaVu Sans"/>
                <a:ea typeface="DejaVu Sans"/>
                <a:cs typeface="DejaVu Sans"/>
              </a:defRPr>
            </a:lvl3pPr>
            <a:lvl4pPr algn="l">
              <a:defRPr sz="1800" b="1">
                <a:solidFill>
                  <a:srgbClr val="10242B"/>
                </a:solidFill>
                <a:latin typeface="DejaVu Sans"/>
                <a:ea typeface="DejaVu Sans"/>
                <a:cs typeface="DejaVu Sans"/>
              </a:defRPr>
            </a:lvl4pPr>
            <a:lvl5pPr algn="l">
              <a:defRPr sz="1800" b="1">
                <a:solidFill>
                  <a:srgbClr val="10242B"/>
                </a:solidFill>
                <a:latin typeface="DejaVu Sans"/>
                <a:ea typeface="DejaVu Sans"/>
                <a:cs typeface="DejaVu Sans"/>
              </a:defRPr>
            </a:lvl5pPr>
            <a:lvl6pPr algn="l">
              <a:defRPr sz="1800" b="1">
                <a:solidFill>
                  <a:srgbClr val="10242B"/>
                </a:solidFill>
                <a:latin typeface="DejaVu Sans"/>
                <a:ea typeface="DejaVu Sans"/>
                <a:cs typeface="DejaVu Sans"/>
              </a:defRPr>
            </a:lvl6pPr>
            <a:lvl7pPr algn="l">
              <a:defRPr sz="1800" b="1">
                <a:solidFill>
                  <a:srgbClr val="10242B"/>
                </a:solidFill>
                <a:latin typeface="DejaVu Sans"/>
                <a:ea typeface="DejaVu Sans"/>
                <a:cs typeface="DejaVu Sans"/>
              </a:defRPr>
            </a:lvl7pPr>
            <a:lvl8pPr algn="l">
              <a:defRPr sz="1800" b="1">
                <a:solidFill>
                  <a:srgbClr val="10242B"/>
                </a:solidFill>
                <a:latin typeface="DejaVu Sans"/>
                <a:ea typeface="DejaVu Sans"/>
                <a:cs typeface="DejaVu Sans"/>
              </a:defRPr>
            </a:lvl8pPr>
            <a:lvl9pPr algn="l">
              <a:defRPr sz="1800" b="1">
                <a:solidFill>
                  <a:srgbClr val="10242B"/>
                </a:solidFill>
                <a:latin typeface="DejaVu Sans"/>
                <a:ea typeface="DejaVu Sans"/>
                <a:cs typeface="DejaVu Sans"/>
              </a:defRPr>
            </a:lvl9pPr>
          </a:lstStyle>
          <a:p xmlns:a="http://schemas.openxmlformats.org/drawingml/2006/main">
            <a:pPr algn="l">
              <a:lnSpc>
                <a:spcPct val="112000"/>
              </a:lnSpc>
              <a:buNone/>
              <a:defRPr sz="1800" b="1">
                <a:solidFill>
                  <a:srgbClr val="10242B"/>
                </a:solidFill>
                <a:latin typeface="DejaVu Sans"/>
                <a:ea typeface="DejaVu Sans"/>
                <a:cs typeface="DejaVu Sans"/>
              </a:defRPr>
            </a:pPr>
            <a:r>
              <a:rPr sz="1800" b="1">
                <a:solidFill>
                  <a:srgbClr val="10242B"/>
                </a:solidFill>
                <a:latin typeface="DejaVu Sans"/>
                <a:ea typeface="DejaVu Sans"/>
                <a:cs typeface="DejaVu Sans"/>
              </a:rPr>
              <a:t>Sensors</a:t>
            </a:r>
          </a:p>
        </p:txBody>
      </p:sp>
      <p:sp>
        <p:nvSpPr>
          <p:cNvPr id="23" name="text-6sq8ddm6zpc">
            <a:extLst xmlns:a="http://schemas.openxmlformats.org/drawingml/2006/main">
              <a:ext uri="{FF2B5EF4-FFF2-40B4-BE49-F238E27FC236}">
                <a16:creationId xmlns:a16="http://schemas.microsoft.com/office/drawing/2014/main" id="{AF85499D-4D89-4291-82AB-2C905CC9719C}"/>
              </a:ext>
            </a:extLst>
          </p:cNvPr>
          <p:cNvSpPr>
            <a:spLocks xmlns:a="http://schemas.openxmlformats.org/drawingml/2006/main" noGrp="1"/>
          </p:cNvSpPr>
          <p:nvPr/>
        </p:nvSpPr>
        <p:spPr>
          <a:xfrm xmlns:a="http://schemas.openxmlformats.org/drawingml/2006/main">
            <a:off x="6438900" y="5172075"/>
            <a:ext cx="49339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577078"/>
                </a:solidFill>
                <a:latin typeface="DejaVu Sans"/>
                <a:ea typeface="DejaVu Sans"/>
                <a:cs typeface="DejaVu Sans"/>
              </a:defRPr>
            </a:defPPr>
            <a:lvl1pPr algn="l">
              <a:defRPr sz="1650" b="0">
                <a:solidFill>
                  <a:srgbClr val="577078"/>
                </a:solidFill>
                <a:latin typeface="DejaVu Sans"/>
                <a:ea typeface="DejaVu Sans"/>
                <a:cs typeface="DejaVu Sans"/>
              </a:defRPr>
            </a:lvl1pPr>
            <a:lvl2pPr algn="l">
              <a:defRPr sz="1650" b="0">
                <a:solidFill>
                  <a:srgbClr val="577078"/>
                </a:solidFill>
                <a:latin typeface="DejaVu Sans"/>
                <a:ea typeface="DejaVu Sans"/>
                <a:cs typeface="DejaVu Sans"/>
              </a:defRPr>
            </a:lvl2pPr>
            <a:lvl3pPr algn="l">
              <a:defRPr sz="1650" b="0">
                <a:solidFill>
                  <a:srgbClr val="577078"/>
                </a:solidFill>
                <a:latin typeface="DejaVu Sans"/>
                <a:ea typeface="DejaVu Sans"/>
                <a:cs typeface="DejaVu Sans"/>
              </a:defRPr>
            </a:lvl3pPr>
            <a:lvl4pPr algn="l">
              <a:defRPr sz="1650" b="0">
                <a:solidFill>
                  <a:srgbClr val="577078"/>
                </a:solidFill>
                <a:latin typeface="DejaVu Sans"/>
                <a:ea typeface="DejaVu Sans"/>
                <a:cs typeface="DejaVu Sans"/>
              </a:defRPr>
            </a:lvl4pPr>
            <a:lvl5pPr algn="l">
              <a:defRPr sz="1650" b="0">
                <a:solidFill>
                  <a:srgbClr val="577078"/>
                </a:solidFill>
                <a:latin typeface="DejaVu Sans"/>
                <a:ea typeface="DejaVu Sans"/>
                <a:cs typeface="DejaVu Sans"/>
              </a:defRPr>
            </a:lvl5pPr>
            <a:lvl6pPr algn="l">
              <a:defRPr sz="1650" b="0">
                <a:solidFill>
                  <a:srgbClr val="577078"/>
                </a:solidFill>
                <a:latin typeface="DejaVu Sans"/>
                <a:ea typeface="DejaVu Sans"/>
                <a:cs typeface="DejaVu Sans"/>
              </a:defRPr>
            </a:lvl6pPr>
            <a:lvl7pPr algn="l">
              <a:defRPr sz="1650" b="0">
                <a:solidFill>
                  <a:srgbClr val="577078"/>
                </a:solidFill>
                <a:latin typeface="DejaVu Sans"/>
                <a:ea typeface="DejaVu Sans"/>
                <a:cs typeface="DejaVu Sans"/>
              </a:defRPr>
            </a:lvl7pPr>
            <a:lvl8pPr algn="l">
              <a:defRPr sz="1650" b="0">
                <a:solidFill>
                  <a:srgbClr val="577078"/>
                </a:solidFill>
                <a:latin typeface="DejaVu Sans"/>
                <a:ea typeface="DejaVu Sans"/>
                <a:cs typeface="DejaVu Sans"/>
              </a:defRPr>
            </a:lvl8pPr>
            <a:lvl9pPr algn="l">
              <a:defRPr sz="1650" b="0">
                <a:solidFill>
                  <a:srgbClr val="577078"/>
                </a:solidFill>
                <a:latin typeface="DejaVu Sans"/>
                <a:ea typeface="DejaVu Sans"/>
                <a:cs typeface="DejaVu Sans"/>
              </a:defRPr>
            </a:lvl9pPr>
          </a:lstStyle>
          <a:p xmlns:a="http://schemas.openxmlformats.org/drawingml/2006/main">
            <a:pPr algn="l">
              <a:lnSpc>
                <a:spcPct val="112000"/>
              </a:lnSpc>
              <a:buNone/>
              <a:defRPr sz="1650" b="0">
                <a:solidFill>
                  <a:srgbClr val="577078"/>
                </a:solidFill>
                <a:latin typeface="DejaVu Sans"/>
                <a:ea typeface="DejaVu Sans"/>
                <a:cs typeface="DejaVu Sans"/>
              </a:defRPr>
            </a:pPr>
            <a:r>
              <a:rPr sz="1650" b="0">
                <a:solidFill>
                  <a:srgbClr val="577078"/>
                </a:solidFill>
                <a:latin typeface="DejaVu Sans"/>
                <a:ea typeface="DejaVu Sans"/>
                <a:cs typeface="DejaVu Sans"/>
              </a:rPr>
              <a:t>Cameras, range, force and battery state.</a:t>
            </a:r>
          </a:p>
        </p:txBody>
      </p:sp>
    </p:spTree>
    <p:extLst>
      <p:ext uri="{BB962C8B-B14F-4D97-AF65-F5344CB8AC3E}">
        <p14:creationId xmlns:p14="http://schemas.microsoft.com/office/powerpoint/2010/main" val="1225628590"/>
      </p:ext>
    </p:extLst>
  </p:cSld>
</p:sld>
</file>

<file path=ppt/slides/slide5.xml><?xml version="1.0" encoding="utf-8"?>
<p:sld xmlns:p="http://schemas.openxmlformats.org/presentationml/2006/main">
  <p:cSld>
    <p:bg>
      <p:bgPr>
        <a:solidFill xmlns:a="http://schemas.openxmlformats.org/drawingml/2006/main">
          <a:srgbClr val="071923"/>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512D43B8-4E40-4EC6-90F9-A590338CE2D3}"/>
              </a:ext>
            </a:extLst>
          </p:cNvPr>
          <p:cNvSpPr>
            <a:spLocks xmlns:a="http://schemas.openxmlformats.org/drawingml/2006/main" noGrp="1"/>
          </p:cNvSpPr>
          <p:nvPr/>
        </p:nvSpPr>
        <p:spPr>
          <a:xfrm xmlns:a="http://schemas.openxmlformats.org/drawingml/2006/main">
            <a:off x="609600" y="323850"/>
            <a:ext cx="495300" cy="47625"/>
          </a:xfrm>
          <a:prstGeom xmlns:a="http://schemas.openxmlformats.org/drawingml/2006/main" prst="rect">
            <a:avLst/>
          </a:prstGeom>
          <a:solidFill xmlns:a="http://schemas.openxmlformats.org/drawingml/2006/main">
            <a:srgbClr val="D64136"/>
          </a:solidFill>
          <a:ln xmlns:a="http://schemas.openxmlformats.org/drawingml/2006/main" w="0">
            <a:noFill/>
            <a:prstDash val="solid"/>
          </a:ln>
        </p:spPr>
      </p:sp>
      <p:sp>
        <p:nvSpPr>
          <p:cNvPr id="2" name="text-t2lwyrv00u8">
            <a:extLst xmlns:a="http://schemas.openxmlformats.org/drawingml/2006/main">
              <a:ext uri="{FF2B5EF4-FFF2-40B4-BE49-F238E27FC236}">
                <a16:creationId xmlns:a16="http://schemas.microsoft.com/office/drawing/2014/main" id="{D8D8A8CC-A37D-45D4-B56D-4A794480A768}"/>
              </a:ext>
            </a:extLst>
          </p:cNvPr>
          <p:cNvSpPr>
            <a:spLocks xmlns:a="http://schemas.openxmlformats.org/drawingml/2006/main" noGrp="1"/>
          </p:cNvSpPr>
          <p:nvPr/>
        </p:nvSpPr>
        <p:spPr>
          <a:xfrm xmlns:a="http://schemas.openxmlformats.org/drawingml/2006/main">
            <a:off x="1257300" y="247650"/>
            <a:ext cx="809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50" b="1">
                <a:solidFill>
                  <a:srgbClr val="62D6C9"/>
                </a:solidFill>
                <a:latin typeface="DejaVu Sans"/>
                <a:ea typeface="DejaVu Sans"/>
                <a:cs typeface="DejaVu Sans"/>
              </a:defRPr>
            </a:defPPr>
            <a:lvl1pPr algn="l">
              <a:defRPr sz="1050" b="1">
                <a:solidFill>
                  <a:srgbClr val="62D6C9"/>
                </a:solidFill>
                <a:latin typeface="DejaVu Sans"/>
                <a:ea typeface="DejaVu Sans"/>
                <a:cs typeface="DejaVu Sans"/>
              </a:defRPr>
            </a:lvl1pPr>
            <a:lvl2pPr algn="l">
              <a:defRPr sz="1050" b="1">
                <a:solidFill>
                  <a:srgbClr val="62D6C9"/>
                </a:solidFill>
                <a:latin typeface="DejaVu Sans"/>
                <a:ea typeface="DejaVu Sans"/>
                <a:cs typeface="DejaVu Sans"/>
              </a:defRPr>
            </a:lvl2pPr>
            <a:lvl3pPr algn="l">
              <a:defRPr sz="1050" b="1">
                <a:solidFill>
                  <a:srgbClr val="62D6C9"/>
                </a:solidFill>
                <a:latin typeface="DejaVu Sans"/>
                <a:ea typeface="DejaVu Sans"/>
                <a:cs typeface="DejaVu Sans"/>
              </a:defRPr>
            </a:lvl3pPr>
            <a:lvl4pPr algn="l">
              <a:defRPr sz="1050" b="1">
                <a:solidFill>
                  <a:srgbClr val="62D6C9"/>
                </a:solidFill>
                <a:latin typeface="DejaVu Sans"/>
                <a:ea typeface="DejaVu Sans"/>
                <a:cs typeface="DejaVu Sans"/>
              </a:defRPr>
            </a:lvl4pPr>
            <a:lvl5pPr algn="l">
              <a:defRPr sz="1050" b="1">
                <a:solidFill>
                  <a:srgbClr val="62D6C9"/>
                </a:solidFill>
                <a:latin typeface="DejaVu Sans"/>
                <a:ea typeface="DejaVu Sans"/>
                <a:cs typeface="DejaVu Sans"/>
              </a:defRPr>
            </a:lvl5pPr>
            <a:lvl6pPr algn="l">
              <a:defRPr sz="1050" b="1">
                <a:solidFill>
                  <a:srgbClr val="62D6C9"/>
                </a:solidFill>
                <a:latin typeface="DejaVu Sans"/>
                <a:ea typeface="DejaVu Sans"/>
                <a:cs typeface="DejaVu Sans"/>
              </a:defRPr>
            </a:lvl6pPr>
            <a:lvl7pPr algn="l">
              <a:defRPr sz="1050" b="1">
                <a:solidFill>
                  <a:srgbClr val="62D6C9"/>
                </a:solidFill>
                <a:latin typeface="DejaVu Sans"/>
                <a:ea typeface="DejaVu Sans"/>
                <a:cs typeface="DejaVu Sans"/>
              </a:defRPr>
            </a:lvl7pPr>
            <a:lvl8pPr algn="l">
              <a:defRPr sz="1050" b="1">
                <a:solidFill>
                  <a:srgbClr val="62D6C9"/>
                </a:solidFill>
                <a:latin typeface="DejaVu Sans"/>
                <a:ea typeface="DejaVu Sans"/>
                <a:cs typeface="DejaVu Sans"/>
              </a:defRPr>
            </a:lvl8pPr>
            <a:lvl9pPr algn="l">
              <a:defRPr sz="1050" b="1">
                <a:solidFill>
                  <a:srgbClr val="62D6C9"/>
                </a:solidFill>
                <a:latin typeface="DejaVu Sans"/>
                <a:ea typeface="DejaVu Sans"/>
                <a:cs typeface="DejaVu Sans"/>
              </a:defRPr>
            </a:lvl9pPr>
          </a:lstStyle>
          <a:p xmlns:a="http://schemas.openxmlformats.org/drawingml/2006/main">
            <a:pPr algn="l">
              <a:lnSpc>
                <a:spcPct val="112000"/>
              </a:lnSpc>
              <a:buNone/>
              <a:defRPr sz="1050" b="1">
                <a:solidFill>
                  <a:srgbClr val="62D6C9"/>
                </a:solidFill>
                <a:latin typeface="DejaVu Sans"/>
                <a:ea typeface="DejaVu Sans"/>
                <a:cs typeface="DejaVu Sans"/>
              </a:defRPr>
            </a:pPr>
            <a:r>
              <a:rPr sz="1050" b="1">
                <a:solidFill>
                  <a:srgbClr val="62D6C9"/>
                </a:solidFill>
                <a:latin typeface="DejaVu Sans"/>
                <a:ea typeface="DejaVu Sans"/>
                <a:cs typeface="DejaVu Sans"/>
              </a:rPr>
              <a:t>TECHNOLOGICAL CHINA</a:t>
            </a:r>
          </a:p>
        </p:txBody>
      </p:sp>
      <p:sp>
        <p:nvSpPr>
          <p:cNvPr id="3" name="text-622som86hun">
            <a:extLst xmlns:a="http://schemas.openxmlformats.org/drawingml/2006/main">
              <a:ext uri="{FF2B5EF4-FFF2-40B4-BE49-F238E27FC236}">
                <a16:creationId xmlns:a16="http://schemas.microsoft.com/office/drawing/2014/main" id="{9B2254DD-8E8A-4B06-8558-A81D9BDF249A}"/>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700" b="1">
                <a:solidFill>
                  <a:srgbClr val="FFFDFA"/>
                </a:solidFill>
                <a:latin typeface="DejaVu Sans"/>
                <a:ea typeface="DejaVu Sans"/>
                <a:cs typeface="DejaVu Sans"/>
              </a:defRPr>
            </a:defPPr>
            <a:lvl1pPr algn="l">
              <a:defRPr sz="2700" b="1">
                <a:solidFill>
                  <a:srgbClr val="FFFDFA"/>
                </a:solidFill>
                <a:latin typeface="DejaVu Sans"/>
                <a:ea typeface="DejaVu Sans"/>
                <a:cs typeface="DejaVu Sans"/>
              </a:defRPr>
            </a:lvl1pPr>
            <a:lvl2pPr algn="l">
              <a:defRPr sz="2700" b="1">
                <a:solidFill>
                  <a:srgbClr val="FFFDFA"/>
                </a:solidFill>
                <a:latin typeface="DejaVu Sans"/>
                <a:ea typeface="DejaVu Sans"/>
                <a:cs typeface="DejaVu Sans"/>
              </a:defRPr>
            </a:lvl2pPr>
            <a:lvl3pPr algn="l">
              <a:defRPr sz="2700" b="1">
                <a:solidFill>
                  <a:srgbClr val="FFFDFA"/>
                </a:solidFill>
                <a:latin typeface="DejaVu Sans"/>
                <a:ea typeface="DejaVu Sans"/>
                <a:cs typeface="DejaVu Sans"/>
              </a:defRPr>
            </a:lvl3pPr>
            <a:lvl4pPr algn="l">
              <a:defRPr sz="2700" b="1">
                <a:solidFill>
                  <a:srgbClr val="FFFDFA"/>
                </a:solidFill>
                <a:latin typeface="DejaVu Sans"/>
                <a:ea typeface="DejaVu Sans"/>
                <a:cs typeface="DejaVu Sans"/>
              </a:defRPr>
            </a:lvl4pPr>
            <a:lvl5pPr algn="l">
              <a:defRPr sz="2700" b="1">
                <a:solidFill>
                  <a:srgbClr val="FFFDFA"/>
                </a:solidFill>
                <a:latin typeface="DejaVu Sans"/>
                <a:ea typeface="DejaVu Sans"/>
                <a:cs typeface="DejaVu Sans"/>
              </a:defRPr>
            </a:lvl5pPr>
            <a:lvl6pPr algn="l">
              <a:defRPr sz="2700" b="1">
                <a:solidFill>
                  <a:srgbClr val="FFFDFA"/>
                </a:solidFill>
                <a:latin typeface="DejaVu Sans"/>
                <a:ea typeface="DejaVu Sans"/>
                <a:cs typeface="DejaVu Sans"/>
              </a:defRPr>
            </a:lvl6pPr>
            <a:lvl7pPr algn="l">
              <a:defRPr sz="2700" b="1">
                <a:solidFill>
                  <a:srgbClr val="FFFDFA"/>
                </a:solidFill>
                <a:latin typeface="DejaVu Sans"/>
                <a:ea typeface="DejaVu Sans"/>
                <a:cs typeface="DejaVu Sans"/>
              </a:defRPr>
            </a:lvl7pPr>
            <a:lvl8pPr algn="l">
              <a:defRPr sz="2700" b="1">
                <a:solidFill>
                  <a:srgbClr val="FFFDFA"/>
                </a:solidFill>
                <a:latin typeface="DejaVu Sans"/>
                <a:ea typeface="DejaVu Sans"/>
                <a:cs typeface="DejaVu Sans"/>
              </a:defRPr>
            </a:lvl8pPr>
            <a:lvl9pPr algn="l">
              <a:defRPr sz="2700" b="1">
                <a:solidFill>
                  <a:srgbClr val="FFFDFA"/>
                </a:solidFill>
                <a:latin typeface="DejaVu Sans"/>
                <a:ea typeface="DejaVu Sans"/>
                <a:cs typeface="DejaVu Sans"/>
              </a:defRPr>
            </a:lvl9pPr>
          </a:lstStyle>
          <a:p xmlns:a="http://schemas.openxmlformats.org/drawingml/2006/main">
            <a:pPr algn="l">
              <a:lnSpc>
                <a:spcPct val="112000"/>
              </a:lnSpc>
              <a:buNone/>
              <a:defRPr sz="2700" b="1">
                <a:solidFill>
                  <a:srgbClr val="FFFDFA"/>
                </a:solidFill>
                <a:latin typeface="DejaVu Sans"/>
                <a:ea typeface="DejaVu Sans"/>
                <a:cs typeface="DejaVu Sans"/>
              </a:defRPr>
            </a:pPr>
            <a:r>
              <a:rPr sz="2700" b="1">
                <a:solidFill>
                  <a:srgbClr val="FFFDFA"/>
                </a:solidFill>
                <a:latin typeface="DejaVu Sans"/>
                <a:ea typeface="DejaVu Sans"/>
                <a:cs typeface="DejaVu Sans"/>
              </a:rPr>
              <a:t>A policy maps available information to action</a:t>
            </a:r>
          </a:p>
        </p:txBody>
      </p:sp>
      <p:sp>
        <p:nvSpPr>
          <p:cNvPr id="4" name="text-da3c6sawo09">
            <a:extLst xmlns:a="http://schemas.openxmlformats.org/drawingml/2006/main">
              <a:ext uri="{FF2B5EF4-FFF2-40B4-BE49-F238E27FC236}">
                <a16:creationId xmlns:a16="http://schemas.microsoft.com/office/drawing/2014/main" id="{91B3C5D8-A4DB-4A82-A57D-7706AC68882D}"/>
              </a:ext>
            </a:extLst>
          </p:cNvPr>
          <p:cNvSpPr>
            <a:spLocks xmlns:a="http://schemas.openxmlformats.org/drawingml/2006/main" noGrp="1"/>
          </p:cNvSpPr>
          <p:nvPr/>
        </p:nvSpPr>
        <p:spPr>
          <a:xfrm xmlns:a="http://schemas.openxmlformats.org/drawingml/2006/main">
            <a:off x="609600" y="1857375"/>
            <a:ext cx="109728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BED0D5"/>
                </a:solidFill>
                <a:latin typeface="DejaVu Sans"/>
                <a:ea typeface="DejaVu Sans"/>
                <a:cs typeface="DejaVu Sans"/>
              </a:defRPr>
            </a:defPPr>
            <a:lvl1pPr algn="l">
              <a:defRPr sz="1575" b="0">
                <a:solidFill>
                  <a:srgbClr val="BED0D5"/>
                </a:solidFill>
                <a:latin typeface="DejaVu Sans"/>
                <a:ea typeface="DejaVu Sans"/>
                <a:cs typeface="DejaVu Sans"/>
              </a:defRPr>
            </a:lvl1pPr>
            <a:lvl2pPr algn="l">
              <a:defRPr sz="1575" b="0">
                <a:solidFill>
                  <a:srgbClr val="BED0D5"/>
                </a:solidFill>
                <a:latin typeface="DejaVu Sans"/>
                <a:ea typeface="DejaVu Sans"/>
                <a:cs typeface="DejaVu Sans"/>
              </a:defRPr>
            </a:lvl2pPr>
            <a:lvl3pPr algn="l">
              <a:defRPr sz="1575" b="0">
                <a:solidFill>
                  <a:srgbClr val="BED0D5"/>
                </a:solidFill>
                <a:latin typeface="DejaVu Sans"/>
                <a:ea typeface="DejaVu Sans"/>
                <a:cs typeface="DejaVu Sans"/>
              </a:defRPr>
            </a:lvl3pPr>
            <a:lvl4pPr algn="l">
              <a:defRPr sz="1575" b="0">
                <a:solidFill>
                  <a:srgbClr val="BED0D5"/>
                </a:solidFill>
                <a:latin typeface="DejaVu Sans"/>
                <a:ea typeface="DejaVu Sans"/>
                <a:cs typeface="DejaVu Sans"/>
              </a:defRPr>
            </a:lvl4pPr>
            <a:lvl5pPr algn="l">
              <a:defRPr sz="1575" b="0">
                <a:solidFill>
                  <a:srgbClr val="BED0D5"/>
                </a:solidFill>
                <a:latin typeface="DejaVu Sans"/>
                <a:ea typeface="DejaVu Sans"/>
                <a:cs typeface="DejaVu Sans"/>
              </a:defRPr>
            </a:lvl5pPr>
            <a:lvl6pPr algn="l">
              <a:defRPr sz="1575" b="0">
                <a:solidFill>
                  <a:srgbClr val="BED0D5"/>
                </a:solidFill>
                <a:latin typeface="DejaVu Sans"/>
                <a:ea typeface="DejaVu Sans"/>
                <a:cs typeface="DejaVu Sans"/>
              </a:defRPr>
            </a:lvl6pPr>
            <a:lvl7pPr algn="l">
              <a:defRPr sz="1575" b="0">
                <a:solidFill>
                  <a:srgbClr val="BED0D5"/>
                </a:solidFill>
                <a:latin typeface="DejaVu Sans"/>
                <a:ea typeface="DejaVu Sans"/>
                <a:cs typeface="DejaVu Sans"/>
              </a:defRPr>
            </a:lvl7pPr>
            <a:lvl8pPr algn="l">
              <a:defRPr sz="1575" b="0">
                <a:solidFill>
                  <a:srgbClr val="BED0D5"/>
                </a:solidFill>
                <a:latin typeface="DejaVu Sans"/>
                <a:ea typeface="DejaVu Sans"/>
                <a:cs typeface="DejaVu Sans"/>
              </a:defRPr>
            </a:lvl8pPr>
            <a:lvl9pPr algn="l">
              <a:defRPr sz="1575" b="0">
                <a:solidFill>
                  <a:srgbClr val="BED0D5"/>
                </a:solidFill>
                <a:latin typeface="DejaVu Sans"/>
                <a:ea typeface="DejaVu Sans"/>
                <a:cs typeface="DejaVu Sans"/>
              </a:defRPr>
            </a:lvl9pPr>
          </a:lstStyle>
          <a:p xmlns:a="http://schemas.openxmlformats.org/drawingml/2006/main">
            <a:pPr algn="l">
              <a:lnSpc>
                <a:spcPct val="112000"/>
              </a:lnSpc>
              <a:buNone/>
              <a:defRPr sz="1575" b="0">
                <a:solidFill>
                  <a:srgbClr val="BED0D5"/>
                </a:solidFill>
                <a:latin typeface="DejaVu Sans"/>
                <a:ea typeface="DejaVu Sans"/>
                <a:cs typeface="DejaVu Sans"/>
              </a:defRPr>
            </a:pPr>
            <a:r>
              <a:rPr sz="1575" b="0">
                <a:solidFill>
                  <a:srgbClr val="BED0D5"/>
                </a:solidFill>
                <a:latin typeface="DejaVu Sans"/>
                <a:ea typeface="DejaVu Sans"/>
                <a:cs typeface="DejaVu Sans"/>
              </a:rPr>
              <a:t>aₜ = π(oₜ, hₜ) is a simplified representation.</a:t>
            </a:r>
          </a:p>
        </p:txBody>
      </p:sp>
      <p:sp>
        <p:nvSpPr>
          <p:cNvPr id="5" name="">
            <a:extLst xmlns:a="http://schemas.openxmlformats.org/drawingml/2006/main">
              <a:ext uri="{FF2B5EF4-FFF2-40B4-BE49-F238E27FC236}">
                <a16:creationId xmlns:a16="http://schemas.microsoft.com/office/drawing/2014/main" id="{544643D4-323C-456E-9029-B93AD2977580}"/>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294652"/>
          </a:solidFill>
          <a:ln xmlns:a="http://schemas.openxmlformats.org/drawingml/2006/main" w="0">
            <a:noFill/>
            <a:prstDash val="solid"/>
          </a:ln>
        </p:spPr>
      </p:sp>
      <p:sp>
        <p:nvSpPr>
          <p:cNvPr id="6" name="text-2cb1wvvqj8l">
            <a:extLst xmlns:a="http://schemas.openxmlformats.org/drawingml/2006/main">
              <a:ext uri="{FF2B5EF4-FFF2-40B4-BE49-F238E27FC236}">
                <a16:creationId xmlns:a16="http://schemas.microsoft.com/office/drawing/2014/main" id="{2278E506-FECC-4E8D-9DA1-C6EA0AD845D6}"/>
              </a:ext>
            </a:extLst>
          </p:cNvPr>
          <p:cNvSpPr>
            <a:spLocks xmlns:a="http://schemas.openxmlformats.org/drawingml/2006/main" noGrp="1"/>
          </p:cNvSpPr>
          <p:nvPr/>
        </p:nvSpPr>
        <p:spPr>
          <a:xfrm xmlns:a="http://schemas.openxmlformats.org/drawingml/2006/main">
            <a:off x="609600" y="6362700"/>
            <a:ext cx="971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975" b="0">
                <a:solidFill>
                  <a:srgbClr val="BED0D5"/>
                </a:solidFill>
                <a:latin typeface="DejaVu Sans"/>
                <a:ea typeface="DejaVu Sans"/>
                <a:cs typeface="DejaVu Sans"/>
              </a:defRPr>
            </a:defPPr>
            <a:lvl1pPr algn="l">
              <a:defRPr sz="975" b="0">
                <a:solidFill>
                  <a:srgbClr val="BED0D5"/>
                </a:solidFill>
                <a:latin typeface="DejaVu Sans"/>
                <a:ea typeface="DejaVu Sans"/>
                <a:cs typeface="DejaVu Sans"/>
              </a:defRPr>
            </a:lvl1pPr>
            <a:lvl2pPr algn="l">
              <a:defRPr sz="975" b="0">
                <a:solidFill>
                  <a:srgbClr val="BED0D5"/>
                </a:solidFill>
                <a:latin typeface="DejaVu Sans"/>
                <a:ea typeface="DejaVu Sans"/>
                <a:cs typeface="DejaVu Sans"/>
              </a:defRPr>
            </a:lvl2pPr>
            <a:lvl3pPr algn="l">
              <a:defRPr sz="975" b="0">
                <a:solidFill>
                  <a:srgbClr val="BED0D5"/>
                </a:solidFill>
                <a:latin typeface="DejaVu Sans"/>
                <a:ea typeface="DejaVu Sans"/>
                <a:cs typeface="DejaVu Sans"/>
              </a:defRPr>
            </a:lvl3pPr>
            <a:lvl4pPr algn="l">
              <a:defRPr sz="975" b="0">
                <a:solidFill>
                  <a:srgbClr val="BED0D5"/>
                </a:solidFill>
                <a:latin typeface="DejaVu Sans"/>
                <a:ea typeface="DejaVu Sans"/>
                <a:cs typeface="DejaVu Sans"/>
              </a:defRPr>
            </a:lvl4pPr>
            <a:lvl5pPr algn="l">
              <a:defRPr sz="975" b="0">
                <a:solidFill>
                  <a:srgbClr val="BED0D5"/>
                </a:solidFill>
                <a:latin typeface="DejaVu Sans"/>
                <a:ea typeface="DejaVu Sans"/>
                <a:cs typeface="DejaVu Sans"/>
              </a:defRPr>
            </a:lvl5pPr>
            <a:lvl6pPr algn="l">
              <a:defRPr sz="975" b="0">
                <a:solidFill>
                  <a:srgbClr val="BED0D5"/>
                </a:solidFill>
                <a:latin typeface="DejaVu Sans"/>
                <a:ea typeface="DejaVu Sans"/>
                <a:cs typeface="DejaVu Sans"/>
              </a:defRPr>
            </a:lvl6pPr>
            <a:lvl7pPr algn="l">
              <a:defRPr sz="975" b="0">
                <a:solidFill>
                  <a:srgbClr val="BED0D5"/>
                </a:solidFill>
                <a:latin typeface="DejaVu Sans"/>
                <a:ea typeface="DejaVu Sans"/>
                <a:cs typeface="DejaVu Sans"/>
              </a:defRPr>
            </a:lvl7pPr>
            <a:lvl8pPr algn="l">
              <a:defRPr sz="975" b="0">
                <a:solidFill>
                  <a:srgbClr val="BED0D5"/>
                </a:solidFill>
                <a:latin typeface="DejaVu Sans"/>
                <a:ea typeface="DejaVu Sans"/>
                <a:cs typeface="DejaVu Sans"/>
              </a:defRPr>
            </a:lvl8pPr>
            <a:lvl9pPr algn="l">
              <a:defRPr sz="975" b="0">
                <a:solidFill>
                  <a:srgbClr val="BED0D5"/>
                </a:solidFill>
                <a:latin typeface="DejaVu Sans"/>
                <a:ea typeface="DejaVu Sans"/>
                <a:cs typeface="DejaVu Sans"/>
              </a:defRPr>
            </a:lvl9pPr>
          </a:lstStyle>
          <a:p xmlns:a="http://schemas.openxmlformats.org/drawingml/2006/main">
            <a:pPr algn="l">
              <a:lnSpc>
                <a:spcPct val="112000"/>
              </a:lnSpc>
              <a:buNone/>
              <a:defRPr sz="975" b="0">
                <a:solidFill>
                  <a:srgbClr val="BED0D5"/>
                </a:solidFill>
                <a:latin typeface="DejaVu Sans"/>
                <a:ea typeface="DejaVu Sans"/>
                <a:cs typeface="DejaVu Sans"/>
              </a:defRPr>
            </a:pPr>
            <a:r>
              <a:rPr sz="975" b="0">
                <a:solidFill>
                  <a:srgbClr val="BED0D5"/>
                </a:solidFill>
                <a:latin typeface="DejaVu Sans"/>
                <a:ea typeface="DejaVu Sans"/>
                <a:cs typeface="DejaVu Sans"/>
              </a:rPr>
              <a:t>Sergio Gevatschnaider  ·  Russell &amp; Norvig</a:t>
            </a:r>
          </a:p>
        </p:txBody>
      </p:sp>
      <p:sp>
        <p:nvSpPr>
          <p:cNvPr id="7" name="text-5vm2suzcvfy">
            <a:extLst xmlns:a="http://schemas.openxmlformats.org/drawingml/2006/main">
              <a:ext uri="{FF2B5EF4-FFF2-40B4-BE49-F238E27FC236}">
                <a16:creationId xmlns:a16="http://schemas.microsoft.com/office/drawing/2014/main" id="{EDC05A84-904A-405D-8EE3-6C1A29649A5D}"/>
              </a:ext>
            </a:extLst>
          </p:cNvPr>
          <p:cNvSpPr>
            <a:spLocks xmlns:a="http://schemas.openxmlformats.org/drawingml/2006/main" noGrp="1"/>
          </p:cNvSpPr>
          <p:nvPr/>
        </p:nvSpPr>
        <p:spPr>
          <a:xfrm xmlns:a="http://schemas.openxmlformats.org/drawingml/2006/main">
            <a:off x="10934700" y="6296025"/>
            <a:ext cx="6477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725" b="1">
                <a:solidFill>
                  <a:srgbClr val="62D6C9"/>
                </a:solidFill>
                <a:latin typeface="DejaVu Sans"/>
                <a:ea typeface="DejaVu Sans"/>
                <a:cs typeface="DejaVu Sans"/>
              </a:defRPr>
            </a:defPPr>
            <a:lvl1pPr algn="r">
              <a:defRPr sz="1725" b="1">
                <a:solidFill>
                  <a:srgbClr val="62D6C9"/>
                </a:solidFill>
                <a:latin typeface="DejaVu Sans"/>
                <a:ea typeface="DejaVu Sans"/>
                <a:cs typeface="DejaVu Sans"/>
              </a:defRPr>
            </a:lvl1pPr>
            <a:lvl2pPr algn="r">
              <a:defRPr sz="1725" b="1">
                <a:solidFill>
                  <a:srgbClr val="62D6C9"/>
                </a:solidFill>
                <a:latin typeface="DejaVu Sans"/>
                <a:ea typeface="DejaVu Sans"/>
                <a:cs typeface="DejaVu Sans"/>
              </a:defRPr>
            </a:lvl2pPr>
            <a:lvl3pPr algn="r">
              <a:defRPr sz="1725" b="1">
                <a:solidFill>
                  <a:srgbClr val="62D6C9"/>
                </a:solidFill>
                <a:latin typeface="DejaVu Sans"/>
                <a:ea typeface="DejaVu Sans"/>
                <a:cs typeface="DejaVu Sans"/>
              </a:defRPr>
            </a:lvl3pPr>
            <a:lvl4pPr algn="r">
              <a:defRPr sz="1725" b="1">
                <a:solidFill>
                  <a:srgbClr val="62D6C9"/>
                </a:solidFill>
                <a:latin typeface="DejaVu Sans"/>
                <a:ea typeface="DejaVu Sans"/>
                <a:cs typeface="DejaVu Sans"/>
              </a:defRPr>
            </a:lvl4pPr>
            <a:lvl5pPr algn="r">
              <a:defRPr sz="1725" b="1">
                <a:solidFill>
                  <a:srgbClr val="62D6C9"/>
                </a:solidFill>
                <a:latin typeface="DejaVu Sans"/>
                <a:ea typeface="DejaVu Sans"/>
                <a:cs typeface="DejaVu Sans"/>
              </a:defRPr>
            </a:lvl5pPr>
            <a:lvl6pPr algn="r">
              <a:defRPr sz="1725" b="1">
                <a:solidFill>
                  <a:srgbClr val="62D6C9"/>
                </a:solidFill>
                <a:latin typeface="DejaVu Sans"/>
                <a:ea typeface="DejaVu Sans"/>
                <a:cs typeface="DejaVu Sans"/>
              </a:defRPr>
            </a:lvl6pPr>
            <a:lvl7pPr algn="r">
              <a:defRPr sz="1725" b="1">
                <a:solidFill>
                  <a:srgbClr val="62D6C9"/>
                </a:solidFill>
                <a:latin typeface="DejaVu Sans"/>
                <a:ea typeface="DejaVu Sans"/>
                <a:cs typeface="DejaVu Sans"/>
              </a:defRPr>
            </a:lvl7pPr>
            <a:lvl8pPr algn="r">
              <a:defRPr sz="1725" b="1">
                <a:solidFill>
                  <a:srgbClr val="62D6C9"/>
                </a:solidFill>
                <a:latin typeface="DejaVu Sans"/>
                <a:ea typeface="DejaVu Sans"/>
                <a:cs typeface="DejaVu Sans"/>
              </a:defRPr>
            </a:lvl8pPr>
            <a:lvl9pPr algn="r">
              <a:defRPr sz="1725" b="1">
                <a:solidFill>
                  <a:srgbClr val="62D6C9"/>
                </a:solidFill>
                <a:latin typeface="DejaVu Sans"/>
                <a:ea typeface="DejaVu Sans"/>
                <a:cs typeface="DejaVu Sans"/>
              </a:defRPr>
            </a:lvl9pPr>
          </a:lstStyle>
          <a:p xmlns:a="http://schemas.openxmlformats.org/drawingml/2006/main">
            <a:pPr algn="r">
              <a:lnSpc>
                <a:spcPct val="112000"/>
              </a:lnSpc>
              <a:buNone/>
              <a:defRPr sz="1725" b="1">
                <a:solidFill>
                  <a:srgbClr val="62D6C9"/>
                </a:solidFill>
                <a:latin typeface="DejaVu Sans"/>
                <a:ea typeface="DejaVu Sans"/>
                <a:cs typeface="DejaVu Sans"/>
              </a:defRPr>
            </a:pPr>
            <a:r>
              <a:rPr sz="1725" b="1">
                <a:solidFill>
                  <a:srgbClr val="62D6C9"/>
                </a:solidFill>
                <a:latin typeface="DejaVu Sans"/>
                <a:ea typeface="DejaVu Sans"/>
                <a:cs typeface="DejaVu Sans"/>
              </a:rPr>
              <a:t>05</a:t>
            </a:r>
          </a:p>
        </p:txBody>
      </p:sp>
      <p:sp>
        <p:nvSpPr>
          <p:cNvPr id="8" name="text-d2np959tbw">
            <a:extLst xmlns:a="http://schemas.openxmlformats.org/drawingml/2006/main">
              <a:ext uri="{FF2B5EF4-FFF2-40B4-BE49-F238E27FC236}">
                <a16:creationId xmlns:a16="http://schemas.microsoft.com/office/drawing/2014/main" id="{E3018A8C-84DF-4ECE-80BF-72258BF879AA}"/>
              </a:ext>
            </a:extLst>
          </p:cNvPr>
          <p:cNvSpPr>
            <a:spLocks xmlns:a="http://schemas.openxmlformats.org/drawingml/2006/main" noGrp="1"/>
          </p:cNvSpPr>
          <p:nvPr/>
        </p:nvSpPr>
        <p:spPr>
          <a:xfrm xmlns:a="http://schemas.openxmlformats.org/drawingml/2006/main">
            <a:off x="609600" y="2619375"/>
            <a:ext cx="10972800" cy="809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300" b="1">
                <a:solidFill>
                  <a:srgbClr val="62D6C9"/>
                </a:solidFill>
                <a:latin typeface="DejaVu Sans"/>
                <a:ea typeface="DejaVu Sans"/>
                <a:cs typeface="DejaVu Sans"/>
              </a:defRPr>
            </a:defPPr>
            <a:lvl1pPr algn="l">
              <a:defRPr sz="3300" b="1">
                <a:solidFill>
                  <a:srgbClr val="62D6C9"/>
                </a:solidFill>
                <a:latin typeface="DejaVu Sans"/>
                <a:ea typeface="DejaVu Sans"/>
                <a:cs typeface="DejaVu Sans"/>
              </a:defRPr>
            </a:lvl1pPr>
            <a:lvl2pPr algn="l">
              <a:defRPr sz="3300" b="1">
                <a:solidFill>
                  <a:srgbClr val="62D6C9"/>
                </a:solidFill>
                <a:latin typeface="DejaVu Sans"/>
                <a:ea typeface="DejaVu Sans"/>
                <a:cs typeface="DejaVu Sans"/>
              </a:defRPr>
            </a:lvl2pPr>
            <a:lvl3pPr algn="l">
              <a:defRPr sz="3300" b="1">
                <a:solidFill>
                  <a:srgbClr val="62D6C9"/>
                </a:solidFill>
                <a:latin typeface="DejaVu Sans"/>
                <a:ea typeface="DejaVu Sans"/>
                <a:cs typeface="DejaVu Sans"/>
              </a:defRPr>
            </a:lvl3pPr>
            <a:lvl4pPr algn="l">
              <a:defRPr sz="3300" b="1">
                <a:solidFill>
                  <a:srgbClr val="62D6C9"/>
                </a:solidFill>
                <a:latin typeface="DejaVu Sans"/>
                <a:ea typeface="DejaVu Sans"/>
                <a:cs typeface="DejaVu Sans"/>
              </a:defRPr>
            </a:lvl4pPr>
            <a:lvl5pPr algn="l">
              <a:defRPr sz="3300" b="1">
                <a:solidFill>
                  <a:srgbClr val="62D6C9"/>
                </a:solidFill>
                <a:latin typeface="DejaVu Sans"/>
                <a:ea typeface="DejaVu Sans"/>
                <a:cs typeface="DejaVu Sans"/>
              </a:defRPr>
            </a:lvl5pPr>
            <a:lvl6pPr algn="l">
              <a:defRPr sz="3300" b="1">
                <a:solidFill>
                  <a:srgbClr val="62D6C9"/>
                </a:solidFill>
                <a:latin typeface="DejaVu Sans"/>
                <a:ea typeface="DejaVu Sans"/>
                <a:cs typeface="DejaVu Sans"/>
              </a:defRPr>
            </a:lvl6pPr>
            <a:lvl7pPr algn="l">
              <a:defRPr sz="3300" b="1">
                <a:solidFill>
                  <a:srgbClr val="62D6C9"/>
                </a:solidFill>
                <a:latin typeface="DejaVu Sans"/>
                <a:ea typeface="DejaVu Sans"/>
                <a:cs typeface="DejaVu Sans"/>
              </a:defRPr>
            </a:lvl7pPr>
            <a:lvl8pPr algn="l">
              <a:defRPr sz="3300" b="1">
                <a:solidFill>
                  <a:srgbClr val="62D6C9"/>
                </a:solidFill>
                <a:latin typeface="DejaVu Sans"/>
                <a:ea typeface="DejaVu Sans"/>
                <a:cs typeface="DejaVu Sans"/>
              </a:defRPr>
            </a:lvl8pPr>
            <a:lvl9pPr algn="l">
              <a:defRPr sz="3300" b="1">
                <a:solidFill>
                  <a:srgbClr val="62D6C9"/>
                </a:solidFill>
                <a:latin typeface="DejaVu Sans"/>
                <a:ea typeface="DejaVu Sans"/>
                <a:cs typeface="DejaVu Sans"/>
              </a:defRPr>
            </a:lvl9pPr>
          </a:lstStyle>
          <a:p xmlns:a="http://schemas.openxmlformats.org/drawingml/2006/main">
            <a:pPr algn="l">
              <a:lnSpc>
                <a:spcPct val="112000"/>
              </a:lnSpc>
              <a:buNone/>
              <a:defRPr sz="3300" b="1">
                <a:solidFill>
                  <a:srgbClr val="62D6C9"/>
                </a:solidFill>
                <a:latin typeface="DejaVu Sans"/>
                <a:ea typeface="DejaVu Sans"/>
                <a:cs typeface="DejaVu Sans"/>
              </a:defRPr>
            </a:pPr>
            <a:r>
              <a:rPr sz="3300" b="1">
                <a:solidFill>
                  <a:srgbClr val="62D6C9"/>
                </a:solidFill>
                <a:latin typeface="DejaVu Sans"/>
                <a:ea typeface="DejaVu Sans"/>
                <a:cs typeface="DejaVu Sans"/>
              </a:rPr>
              <a:t>aₜ = π(oₜ, hₜ)</a:t>
            </a:r>
          </a:p>
        </p:txBody>
      </p:sp>
      <p:sp>
        <p:nvSpPr>
          <p:cNvPr id="9" name="">
            <a:extLst xmlns:a="http://schemas.openxmlformats.org/drawingml/2006/main">
              <a:ext uri="{FF2B5EF4-FFF2-40B4-BE49-F238E27FC236}">
                <a16:creationId xmlns:a16="http://schemas.microsoft.com/office/drawing/2014/main" id="{F7922B25-83EC-4855-B129-EA2ED9E911AB}"/>
              </a:ext>
            </a:extLst>
          </p:cNvPr>
          <p:cNvSpPr>
            <a:spLocks xmlns:a="http://schemas.openxmlformats.org/drawingml/2006/main" noGrp="1"/>
          </p:cNvSpPr>
          <p:nvPr/>
        </p:nvSpPr>
        <p:spPr>
          <a:xfrm xmlns:a="http://schemas.openxmlformats.org/drawingml/2006/main">
            <a:off x="609600" y="3810000"/>
            <a:ext cx="2557463" cy="2047875"/>
          </a:xfrm>
          <a:prstGeom xmlns:a="http://schemas.openxmlformats.org/drawingml/2006/main" prst="rect">
            <a:avLst/>
          </a:prstGeom>
          <a:solidFill xmlns:a="http://schemas.openxmlformats.org/drawingml/2006/main">
            <a:srgbClr val="102D3A"/>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2AD6DC0C-12D0-456E-8987-A223ED84FA45}"/>
              </a:ext>
            </a:extLst>
          </p:cNvPr>
          <p:cNvSpPr>
            <a:spLocks xmlns:a="http://schemas.openxmlformats.org/drawingml/2006/main" noGrp="1"/>
          </p:cNvSpPr>
          <p:nvPr/>
        </p:nvSpPr>
        <p:spPr>
          <a:xfrm xmlns:a="http://schemas.openxmlformats.org/drawingml/2006/main">
            <a:off x="609600" y="3810000"/>
            <a:ext cx="38100" cy="2047875"/>
          </a:xfrm>
          <a:prstGeom xmlns:a="http://schemas.openxmlformats.org/drawingml/2006/main" prst="rect">
            <a:avLst/>
          </a:prstGeom>
          <a:solidFill xmlns:a="http://schemas.openxmlformats.org/drawingml/2006/main">
            <a:srgbClr val="62D6C9"/>
          </a:solidFill>
          <a:ln xmlns:a="http://schemas.openxmlformats.org/drawingml/2006/main" w="0">
            <a:noFill/>
            <a:prstDash val="solid"/>
          </a:ln>
        </p:spPr>
      </p:sp>
      <p:sp>
        <p:nvSpPr>
          <p:cNvPr id="11" name="text-9itg5dn7po5">
            <a:extLst xmlns:a="http://schemas.openxmlformats.org/drawingml/2006/main">
              <a:ext uri="{FF2B5EF4-FFF2-40B4-BE49-F238E27FC236}">
                <a16:creationId xmlns:a16="http://schemas.microsoft.com/office/drawing/2014/main" id="{1EF46A53-2878-44EE-BCBA-C830D8642C84}"/>
              </a:ext>
            </a:extLst>
          </p:cNvPr>
          <p:cNvSpPr>
            <a:spLocks xmlns:a="http://schemas.openxmlformats.org/drawingml/2006/main" noGrp="1"/>
          </p:cNvSpPr>
          <p:nvPr/>
        </p:nvSpPr>
        <p:spPr>
          <a:xfrm xmlns:a="http://schemas.openxmlformats.org/drawingml/2006/main">
            <a:off x="819150" y="3981450"/>
            <a:ext cx="2138363"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1">
                <a:solidFill>
                  <a:srgbClr val="FFFDFA"/>
                </a:solidFill>
                <a:latin typeface="DejaVu Sans"/>
                <a:ea typeface="DejaVu Sans"/>
                <a:cs typeface="DejaVu Sans"/>
              </a:defRPr>
            </a:defPPr>
            <a:lvl1pPr algn="l">
              <a:defRPr sz="1800" b="1">
                <a:solidFill>
                  <a:srgbClr val="FFFDFA"/>
                </a:solidFill>
                <a:latin typeface="DejaVu Sans"/>
                <a:ea typeface="DejaVu Sans"/>
                <a:cs typeface="DejaVu Sans"/>
              </a:defRPr>
            </a:lvl1pPr>
            <a:lvl2pPr algn="l">
              <a:defRPr sz="1800" b="1">
                <a:solidFill>
                  <a:srgbClr val="FFFDFA"/>
                </a:solidFill>
                <a:latin typeface="DejaVu Sans"/>
                <a:ea typeface="DejaVu Sans"/>
                <a:cs typeface="DejaVu Sans"/>
              </a:defRPr>
            </a:lvl2pPr>
            <a:lvl3pPr algn="l">
              <a:defRPr sz="1800" b="1">
                <a:solidFill>
                  <a:srgbClr val="FFFDFA"/>
                </a:solidFill>
                <a:latin typeface="DejaVu Sans"/>
                <a:ea typeface="DejaVu Sans"/>
                <a:cs typeface="DejaVu Sans"/>
              </a:defRPr>
            </a:lvl3pPr>
            <a:lvl4pPr algn="l">
              <a:defRPr sz="1800" b="1">
                <a:solidFill>
                  <a:srgbClr val="FFFDFA"/>
                </a:solidFill>
                <a:latin typeface="DejaVu Sans"/>
                <a:ea typeface="DejaVu Sans"/>
                <a:cs typeface="DejaVu Sans"/>
              </a:defRPr>
            </a:lvl4pPr>
            <a:lvl5pPr algn="l">
              <a:defRPr sz="1800" b="1">
                <a:solidFill>
                  <a:srgbClr val="FFFDFA"/>
                </a:solidFill>
                <a:latin typeface="DejaVu Sans"/>
                <a:ea typeface="DejaVu Sans"/>
                <a:cs typeface="DejaVu Sans"/>
              </a:defRPr>
            </a:lvl5pPr>
            <a:lvl6pPr algn="l">
              <a:defRPr sz="1800" b="1">
                <a:solidFill>
                  <a:srgbClr val="FFFDFA"/>
                </a:solidFill>
                <a:latin typeface="DejaVu Sans"/>
                <a:ea typeface="DejaVu Sans"/>
                <a:cs typeface="DejaVu Sans"/>
              </a:defRPr>
            </a:lvl6pPr>
            <a:lvl7pPr algn="l">
              <a:defRPr sz="1800" b="1">
                <a:solidFill>
                  <a:srgbClr val="FFFDFA"/>
                </a:solidFill>
                <a:latin typeface="DejaVu Sans"/>
                <a:ea typeface="DejaVu Sans"/>
                <a:cs typeface="DejaVu Sans"/>
              </a:defRPr>
            </a:lvl7pPr>
            <a:lvl8pPr algn="l">
              <a:defRPr sz="1800" b="1">
                <a:solidFill>
                  <a:srgbClr val="FFFDFA"/>
                </a:solidFill>
                <a:latin typeface="DejaVu Sans"/>
                <a:ea typeface="DejaVu Sans"/>
                <a:cs typeface="DejaVu Sans"/>
              </a:defRPr>
            </a:lvl8pPr>
            <a:lvl9pPr algn="l">
              <a:defRPr sz="1800" b="1">
                <a:solidFill>
                  <a:srgbClr val="FFFDFA"/>
                </a:solidFill>
                <a:latin typeface="DejaVu Sans"/>
                <a:ea typeface="DejaVu Sans"/>
                <a:cs typeface="DejaVu Sans"/>
              </a:defRPr>
            </a:lvl9pPr>
          </a:lstStyle>
          <a:p xmlns:a="http://schemas.openxmlformats.org/drawingml/2006/main">
            <a:pPr algn="l">
              <a:lnSpc>
                <a:spcPct val="112000"/>
              </a:lnSpc>
              <a:buNone/>
              <a:defRPr sz="1800" b="1">
                <a:solidFill>
                  <a:srgbClr val="FFFDFA"/>
                </a:solidFill>
                <a:latin typeface="DejaVu Sans"/>
                <a:ea typeface="DejaVu Sans"/>
                <a:cs typeface="DejaVu Sans"/>
              </a:defRPr>
            </a:pPr>
            <a:r>
              <a:rPr sz="1800" b="1">
                <a:solidFill>
                  <a:srgbClr val="FFFDFA"/>
                </a:solidFill>
                <a:latin typeface="DejaVu Sans"/>
                <a:ea typeface="DejaVu Sans"/>
                <a:cs typeface="DejaVu Sans"/>
              </a:rPr>
              <a:t>oₜ · observation</a:t>
            </a:r>
          </a:p>
        </p:txBody>
      </p:sp>
      <p:sp>
        <p:nvSpPr>
          <p:cNvPr id="12" name="text-lfueqdwzaj">
            <a:extLst xmlns:a="http://schemas.openxmlformats.org/drawingml/2006/main">
              <a:ext uri="{FF2B5EF4-FFF2-40B4-BE49-F238E27FC236}">
                <a16:creationId xmlns:a16="http://schemas.microsoft.com/office/drawing/2014/main" id="{522F4FB0-6334-4951-8B66-68ABCB227577}"/>
              </a:ext>
            </a:extLst>
          </p:cNvPr>
          <p:cNvSpPr>
            <a:spLocks xmlns:a="http://schemas.openxmlformats.org/drawingml/2006/main" noGrp="1"/>
          </p:cNvSpPr>
          <p:nvPr/>
        </p:nvSpPr>
        <p:spPr>
          <a:xfrm xmlns:a="http://schemas.openxmlformats.org/drawingml/2006/main">
            <a:off x="819150" y="4600575"/>
            <a:ext cx="2138363" cy="1171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BED0D5"/>
                </a:solidFill>
                <a:latin typeface="DejaVu Sans"/>
                <a:ea typeface="DejaVu Sans"/>
                <a:cs typeface="DejaVu Sans"/>
              </a:defRPr>
            </a:defPPr>
            <a:lvl1pPr algn="l">
              <a:defRPr sz="1650" b="0">
                <a:solidFill>
                  <a:srgbClr val="BED0D5"/>
                </a:solidFill>
                <a:latin typeface="DejaVu Sans"/>
                <a:ea typeface="DejaVu Sans"/>
                <a:cs typeface="DejaVu Sans"/>
              </a:defRPr>
            </a:lvl1pPr>
            <a:lvl2pPr algn="l">
              <a:defRPr sz="1650" b="0">
                <a:solidFill>
                  <a:srgbClr val="BED0D5"/>
                </a:solidFill>
                <a:latin typeface="DejaVu Sans"/>
                <a:ea typeface="DejaVu Sans"/>
                <a:cs typeface="DejaVu Sans"/>
              </a:defRPr>
            </a:lvl2pPr>
            <a:lvl3pPr algn="l">
              <a:defRPr sz="1650" b="0">
                <a:solidFill>
                  <a:srgbClr val="BED0D5"/>
                </a:solidFill>
                <a:latin typeface="DejaVu Sans"/>
                <a:ea typeface="DejaVu Sans"/>
                <a:cs typeface="DejaVu Sans"/>
              </a:defRPr>
            </a:lvl3pPr>
            <a:lvl4pPr algn="l">
              <a:defRPr sz="1650" b="0">
                <a:solidFill>
                  <a:srgbClr val="BED0D5"/>
                </a:solidFill>
                <a:latin typeface="DejaVu Sans"/>
                <a:ea typeface="DejaVu Sans"/>
                <a:cs typeface="DejaVu Sans"/>
              </a:defRPr>
            </a:lvl4pPr>
            <a:lvl5pPr algn="l">
              <a:defRPr sz="1650" b="0">
                <a:solidFill>
                  <a:srgbClr val="BED0D5"/>
                </a:solidFill>
                <a:latin typeface="DejaVu Sans"/>
                <a:ea typeface="DejaVu Sans"/>
                <a:cs typeface="DejaVu Sans"/>
              </a:defRPr>
            </a:lvl5pPr>
            <a:lvl6pPr algn="l">
              <a:defRPr sz="1650" b="0">
                <a:solidFill>
                  <a:srgbClr val="BED0D5"/>
                </a:solidFill>
                <a:latin typeface="DejaVu Sans"/>
                <a:ea typeface="DejaVu Sans"/>
                <a:cs typeface="DejaVu Sans"/>
              </a:defRPr>
            </a:lvl6pPr>
            <a:lvl7pPr algn="l">
              <a:defRPr sz="1650" b="0">
                <a:solidFill>
                  <a:srgbClr val="BED0D5"/>
                </a:solidFill>
                <a:latin typeface="DejaVu Sans"/>
                <a:ea typeface="DejaVu Sans"/>
                <a:cs typeface="DejaVu Sans"/>
              </a:defRPr>
            </a:lvl7pPr>
            <a:lvl8pPr algn="l">
              <a:defRPr sz="1650" b="0">
                <a:solidFill>
                  <a:srgbClr val="BED0D5"/>
                </a:solidFill>
                <a:latin typeface="DejaVu Sans"/>
                <a:ea typeface="DejaVu Sans"/>
                <a:cs typeface="DejaVu Sans"/>
              </a:defRPr>
            </a:lvl8pPr>
            <a:lvl9pPr algn="l">
              <a:defRPr sz="1650" b="0">
                <a:solidFill>
                  <a:srgbClr val="BED0D5"/>
                </a:solidFill>
                <a:latin typeface="DejaVu Sans"/>
                <a:ea typeface="DejaVu Sans"/>
                <a:cs typeface="DejaVu Sans"/>
              </a:defRPr>
            </a:lvl9pPr>
          </a:lstStyle>
          <a:p xmlns:a="http://schemas.openxmlformats.org/drawingml/2006/main">
            <a:pPr algn="l">
              <a:lnSpc>
                <a:spcPct val="112000"/>
              </a:lnSpc>
              <a:buNone/>
              <a:defRPr sz="1650" b="0">
                <a:solidFill>
                  <a:srgbClr val="BED0D5"/>
                </a:solidFill>
                <a:latin typeface="DejaVu Sans"/>
                <a:ea typeface="DejaVu Sans"/>
                <a:cs typeface="DejaVu Sans"/>
              </a:defRPr>
            </a:pPr>
            <a:r>
              <a:rPr sz="1650" b="0">
                <a:solidFill>
                  <a:srgbClr val="BED0D5"/>
                </a:solidFill>
                <a:latin typeface="DejaVu Sans"/>
                <a:ea typeface="DejaVu Sans"/>
                <a:cs typeface="DejaVu Sans"/>
              </a:rPr>
              <a:t>What the agent can measure now.</a:t>
            </a:r>
          </a:p>
        </p:txBody>
      </p:sp>
      <p:sp>
        <p:nvSpPr>
          <p:cNvPr id="13" name="">
            <a:extLst xmlns:a="http://schemas.openxmlformats.org/drawingml/2006/main">
              <a:ext uri="{FF2B5EF4-FFF2-40B4-BE49-F238E27FC236}">
                <a16:creationId xmlns:a16="http://schemas.microsoft.com/office/drawing/2014/main" id="{0206D029-10DD-4F97-A49C-63EAE2B7F243}"/>
              </a:ext>
            </a:extLst>
          </p:cNvPr>
          <p:cNvSpPr>
            <a:spLocks xmlns:a="http://schemas.openxmlformats.org/drawingml/2006/main" noGrp="1"/>
          </p:cNvSpPr>
          <p:nvPr/>
        </p:nvSpPr>
        <p:spPr>
          <a:xfrm xmlns:a="http://schemas.openxmlformats.org/drawingml/2006/main">
            <a:off x="3414713" y="3810000"/>
            <a:ext cx="2557463" cy="2047875"/>
          </a:xfrm>
          <a:prstGeom xmlns:a="http://schemas.openxmlformats.org/drawingml/2006/main" prst="rect">
            <a:avLst/>
          </a:prstGeom>
          <a:solidFill xmlns:a="http://schemas.openxmlformats.org/drawingml/2006/main">
            <a:srgbClr val="102D3A"/>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62F95A10-03ED-4F3C-AB62-AC9D8EE43C65}"/>
              </a:ext>
            </a:extLst>
          </p:cNvPr>
          <p:cNvSpPr>
            <a:spLocks xmlns:a="http://schemas.openxmlformats.org/drawingml/2006/main" noGrp="1"/>
          </p:cNvSpPr>
          <p:nvPr/>
        </p:nvSpPr>
        <p:spPr>
          <a:xfrm xmlns:a="http://schemas.openxmlformats.org/drawingml/2006/main">
            <a:off x="3414713" y="3810000"/>
            <a:ext cx="38100" cy="2047875"/>
          </a:xfrm>
          <a:prstGeom xmlns:a="http://schemas.openxmlformats.org/drawingml/2006/main" prst="rect">
            <a:avLst/>
          </a:prstGeom>
          <a:solidFill xmlns:a="http://schemas.openxmlformats.org/drawingml/2006/main">
            <a:srgbClr val="D64136"/>
          </a:solidFill>
          <a:ln xmlns:a="http://schemas.openxmlformats.org/drawingml/2006/main" w="0">
            <a:noFill/>
            <a:prstDash val="solid"/>
          </a:ln>
        </p:spPr>
      </p:sp>
      <p:sp>
        <p:nvSpPr>
          <p:cNvPr id="15" name="text-derirvbapow">
            <a:extLst xmlns:a="http://schemas.openxmlformats.org/drawingml/2006/main">
              <a:ext uri="{FF2B5EF4-FFF2-40B4-BE49-F238E27FC236}">
                <a16:creationId xmlns:a16="http://schemas.microsoft.com/office/drawing/2014/main" id="{7353AC8D-D869-446B-9477-EF3B76B02228}"/>
              </a:ext>
            </a:extLst>
          </p:cNvPr>
          <p:cNvSpPr>
            <a:spLocks xmlns:a="http://schemas.openxmlformats.org/drawingml/2006/main" noGrp="1"/>
          </p:cNvSpPr>
          <p:nvPr/>
        </p:nvSpPr>
        <p:spPr>
          <a:xfrm xmlns:a="http://schemas.openxmlformats.org/drawingml/2006/main">
            <a:off x="3624263" y="3981450"/>
            <a:ext cx="2138363"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1">
                <a:solidFill>
                  <a:srgbClr val="FFFDFA"/>
                </a:solidFill>
                <a:latin typeface="DejaVu Sans"/>
                <a:ea typeface="DejaVu Sans"/>
                <a:cs typeface="DejaVu Sans"/>
              </a:defRPr>
            </a:defPPr>
            <a:lvl1pPr algn="l">
              <a:defRPr sz="1800" b="1">
                <a:solidFill>
                  <a:srgbClr val="FFFDFA"/>
                </a:solidFill>
                <a:latin typeface="DejaVu Sans"/>
                <a:ea typeface="DejaVu Sans"/>
                <a:cs typeface="DejaVu Sans"/>
              </a:defRPr>
            </a:lvl1pPr>
            <a:lvl2pPr algn="l">
              <a:defRPr sz="1800" b="1">
                <a:solidFill>
                  <a:srgbClr val="FFFDFA"/>
                </a:solidFill>
                <a:latin typeface="DejaVu Sans"/>
                <a:ea typeface="DejaVu Sans"/>
                <a:cs typeface="DejaVu Sans"/>
              </a:defRPr>
            </a:lvl2pPr>
            <a:lvl3pPr algn="l">
              <a:defRPr sz="1800" b="1">
                <a:solidFill>
                  <a:srgbClr val="FFFDFA"/>
                </a:solidFill>
                <a:latin typeface="DejaVu Sans"/>
                <a:ea typeface="DejaVu Sans"/>
                <a:cs typeface="DejaVu Sans"/>
              </a:defRPr>
            </a:lvl3pPr>
            <a:lvl4pPr algn="l">
              <a:defRPr sz="1800" b="1">
                <a:solidFill>
                  <a:srgbClr val="FFFDFA"/>
                </a:solidFill>
                <a:latin typeface="DejaVu Sans"/>
                <a:ea typeface="DejaVu Sans"/>
                <a:cs typeface="DejaVu Sans"/>
              </a:defRPr>
            </a:lvl4pPr>
            <a:lvl5pPr algn="l">
              <a:defRPr sz="1800" b="1">
                <a:solidFill>
                  <a:srgbClr val="FFFDFA"/>
                </a:solidFill>
                <a:latin typeface="DejaVu Sans"/>
                <a:ea typeface="DejaVu Sans"/>
                <a:cs typeface="DejaVu Sans"/>
              </a:defRPr>
            </a:lvl5pPr>
            <a:lvl6pPr algn="l">
              <a:defRPr sz="1800" b="1">
                <a:solidFill>
                  <a:srgbClr val="FFFDFA"/>
                </a:solidFill>
                <a:latin typeface="DejaVu Sans"/>
                <a:ea typeface="DejaVu Sans"/>
                <a:cs typeface="DejaVu Sans"/>
              </a:defRPr>
            </a:lvl6pPr>
            <a:lvl7pPr algn="l">
              <a:defRPr sz="1800" b="1">
                <a:solidFill>
                  <a:srgbClr val="FFFDFA"/>
                </a:solidFill>
                <a:latin typeface="DejaVu Sans"/>
                <a:ea typeface="DejaVu Sans"/>
                <a:cs typeface="DejaVu Sans"/>
              </a:defRPr>
            </a:lvl7pPr>
            <a:lvl8pPr algn="l">
              <a:defRPr sz="1800" b="1">
                <a:solidFill>
                  <a:srgbClr val="FFFDFA"/>
                </a:solidFill>
                <a:latin typeface="DejaVu Sans"/>
                <a:ea typeface="DejaVu Sans"/>
                <a:cs typeface="DejaVu Sans"/>
              </a:defRPr>
            </a:lvl8pPr>
            <a:lvl9pPr algn="l">
              <a:defRPr sz="1800" b="1">
                <a:solidFill>
                  <a:srgbClr val="FFFDFA"/>
                </a:solidFill>
                <a:latin typeface="DejaVu Sans"/>
                <a:ea typeface="DejaVu Sans"/>
                <a:cs typeface="DejaVu Sans"/>
              </a:defRPr>
            </a:lvl9pPr>
          </a:lstStyle>
          <a:p xmlns:a="http://schemas.openxmlformats.org/drawingml/2006/main">
            <a:pPr algn="l">
              <a:lnSpc>
                <a:spcPct val="112000"/>
              </a:lnSpc>
              <a:buNone/>
              <a:defRPr sz="1800" b="1">
                <a:solidFill>
                  <a:srgbClr val="FFFDFA"/>
                </a:solidFill>
                <a:latin typeface="DejaVu Sans"/>
                <a:ea typeface="DejaVu Sans"/>
                <a:cs typeface="DejaVu Sans"/>
              </a:defRPr>
            </a:pPr>
            <a:r>
              <a:rPr sz="1800" b="1">
                <a:solidFill>
                  <a:srgbClr val="FFFDFA"/>
                </a:solidFill>
                <a:latin typeface="DejaVu Sans"/>
                <a:ea typeface="DejaVu Sans"/>
                <a:cs typeface="DejaVu Sans"/>
              </a:rPr>
              <a:t>hₜ · history</a:t>
            </a:r>
          </a:p>
        </p:txBody>
      </p:sp>
      <p:sp>
        <p:nvSpPr>
          <p:cNvPr id="16" name="text-c5cjebq206c">
            <a:extLst xmlns:a="http://schemas.openxmlformats.org/drawingml/2006/main">
              <a:ext uri="{FF2B5EF4-FFF2-40B4-BE49-F238E27FC236}">
                <a16:creationId xmlns:a16="http://schemas.microsoft.com/office/drawing/2014/main" id="{6A12DA1C-61E9-4298-B956-35930D968D90}"/>
              </a:ext>
            </a:extLst>
          </p:cNvPr>
          <p:cNvSpPr>
            <a:spLocks xmlns:a="http://schemas.openxmlformats.org/drawingml/2006/main" noGrp="1"/>
          </p:cNvSpPr>
          <p:nvPr/>
        </p:nvSpPr>
        <p:spPr>
          <a:xfrm xmlns:a="http://schemas.openxmlformats.org/drawingml/2006/main">
            <a:off x="3624263" y="4600575"/>
            <a:ext cx="2138363" cy="1171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BED0D5"/>
                </a:solidFill>
                <a:latin typeface="DejaVu Sans"/>
                <a:ea typeface="DejaVu Sans"/>
                <a:cs typeface="DejaVu Sans"/>
              </a:defRPr>
            </a:defPPr>
            <a:lvl1pPr algn="l">
              <a:defRPr sz="1650" b="0">
                <a:solidFill>
                  <a:srgbClr val="BED0D5"/>
                </a:solidFill>
                <a:latin typeface="DejaVu Sans"/>
                <a:ea typeface="DejaVu Sans"/>
                <a:cs typeface="DejaVu Sans"/>
              </a:defRPr>
            </a:lvl1pPr>
            <a:lvl2pPr algn="l">
              <a:defRPr sz="1650" b="0">
                <a:solidFill>
                  <a:srgbClr val="BED0D5"/>
                </a:solidFill>
                <a:latin typeface="DejaVu Sans"/>
                <a:ea typeface="DejaVu Sans"/>
                <a:cs typeface="DejaVu Sans"/>
              </a:defRPr>
            </a:lvl2pPr>
            <a:lvl3pPr algn="l">
              <a:defRPr sz="1650" b="0">
                <a:solidFill>
                  <a:srgbClr val="BED0D5"/>
                </a:solidFill>
                <a:latin typeface="DejaVu Sans"/>
                <a:ea typeface="DejaVu Sans"/>
                <a:cs typeface="DejaVu Sans"/>
              </a:defRPr>
            </a:lvl3pPr>
            <a:lvl4pPr algn="l">
              <a:defRPr sz="1650" b="0">
                <a:solidFill>
                  <a:srgbClr val="BED0D5"/>
                </a:solidFill>
                <a:latin typeface="DejaVu Sans"/>
                <a:ea typeface="DejaVu Sans"/>
                <a:cs typeface="DejaVu Sans"/>
              </a:defRPr>
            </a:lvl4pPr>
            <a:lvl5pPr algn="l">
              <a:defRPr sz="1650" b="0">
                <a:solidFill>
                  <a:srgbClr val="BED0D5"/>
                </a:solidFill>
                <a:latin typeface="DejaVu Sans"/>
                <a:ea typeface="DejaVu Sans"/>
                <a:cs typeface="DejaVu Sans"/>
              </a:defRPr>
            </a:lvl5pPr>
            <a:lvl6pPr algn="l">
              <a:defRPr sz="1650" b="0">
                <a:solidFill>
                  <a:srgbClr val="BED0D5"/>
                </a:solidFill>
                <a:latin typeface="DejaVu Sans"/>
                <a:ea typeface="DejaVu Sans"/>
                <a:cs typeface="DejaVu Sans"/>
              </a:defRPr>
            </a:lvl6pPr>
            <a:lvl7pPr algn="l">
              <a:defRPr sz="1650" b="0">
                <a:solidFill>
                  <a:srgbClr val="BED0D5"/>
                </a:solidFill>
                <a:latin typeface="DejaVu Sans"/>
                <a:ea typeface="DejaVu Sans"/>
                <a:cs typeface="DejaVu Sans"/>
              </a:defRPr>
            </a:lvl7pPr>
            <a:lvl8pPr algn="l">
              <a:defRPr sz="1650" b="0">
                <a:solidFill>
                  <a:srgbClr val="BED0D5"/>
                </a:solidFill>
                <a:latin typeface="DejaVu Sans"/>
                <a:ea typeface="DejaVu Sans"/>
                <a:cs typeface="DejaVu Sans"/>
              </a:defRPr>
            </a:lvl8pPr>
            <a:lvl9pPr algn="l">
              <a:defRPr sz="1650" b="0">
                <a:solidFill>
                  <a:srgbClr val="BED0D5"/>
                </a:solidFill>
                <a:latin typeface="DejaVu Sans"/>
                <a:ea typeface="DejaVu Sans"/>
                <a:cs typeface="DejaVu Sans"/>
              </a:defRPr>
            </a:lvl9pPr>
          </a:lstStyle>
          <a:p xmlns:a="http://schemas.openxmlformats.org/drawingml/2006/main">
            <a:pPr algn="l">
              <a:lnSpc>
                <a:spcPct val="112000"/>
              </a:lnSpc>
              <a:buNone/>
              <a:defRPr sz="1650" b="0">
                <a:solidFill>
                  <a:srgbClr val="BED0D5"/>
                </a:solidFill>
                <a:latin typeface="DejaVu Sans"/>
                <a:ea typeface="DejaVu Sans"/>
                <a:cs typeface="DejaVu Sans"/>
              </a:defRPr>
            </a:pPr>
            <a:r>
              <a:rPr sz="1650" b="0">
                <a:solidFill>
                  <a:srgbClr val="BED0D5"/>
                </a:solidFill>
                <a:latin typeface="DejaVu Sans"/>
                <a:ea typeface="DejaVu Sans"/>
                <a:cs typeface="DejaVu Sans"/>
              </a:rPr>
              <a:t>Internal state or a summary of previous observations.</a:t>
            </a:r>
          </a:p>
        </p:txBody>
      </p:sp>
      <p:sp>
        <p:nvSpPr>
          <p:cNvPr id="17" name="">
            <a:extLst xmlns:a="http://schemas.openxmlformats.org/drawingml/2006/main">
              <a:ext uri="{FF2B5EF4-FFF2-40B4-BE49-F238E27FC236}">
                <a16:creationId xmlns:a16="http://schemas.microsoft.com/office/drawing/2014/main" id="{75FA8C53-F068-4546-8239-F078453DC923}"/>
              </a:ext>
            </a:extLst>
          </p:cNvPr>
          <p:cNvSpPr>
            <a:spLocks xmlns:a="http://schemas.openxmlformats.org/drawingml/2006/main" noGrp="1"/>
          </p:cNvSpPr>
          <p:nvPr/>
        </p:nvSpPr>
        <p:spPr>
          <a:xfrm xmlns:a="http://schemas.openxmlformats.org/drawingml/2006/main">
            <a:off x="6219825" y="3810000"/>
            <a:ext cx="2557463" cy="2047875"/>
          </a:xfrm>
          <a:prstGeom xmlns:a="http://schemas.openxmlformats.org/drawingml/2006/main" prst="rect">
            <a:avLst/>
          </a:prstGeom>
          <a:solidFill xmlns:a="http://schemas.openxmlformats.org/drawingml/2006/main">
            <a:srgbClr val="102D3A"/>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F3DFEB84-11D9-482A-9585-2AC25D31EDAA}"/>
              </a:ext>
            </a:extLst>
          </p:cNvPr>
          <p:cNvSpPr>
            <a:spLocks xmlns:a="http://schemas.openxmlformats.org/drawingml/2006/main" noGrp="1"/>
          </p:cNvSpPr>
          <p:nvPr/>
        </p:nvSpPr>
        <p:spPr>
          <a:xfrm xmlns:a="http://schemas.openxmlformats.org/drawingml/2006/main">
            <a:off x="6219825" y="3810000"/>
            <a:ext cx="38100" cy="2047875"/>
          </a:xfrm>
          <a:prstGeom xmlns:a="http://schemas.openxmlformats.org/drawingml/2006/main" prst="rect">
            <a:avLst/>
          </a:prstGeom>
          <a:solidFill xmlns:a="http://schemas.openxmlformats.org/drawingml/2006/main">
            <a:srgbClr val="E5B64B"/>
          </a:solidFill>
          <a:ln xmlns:a="http://schemas.openxmlformats.org/drawingml/2006/main" w="0">
            <a:noFill/>
            <a:prstDash val="solid"/>
          </a:ln>
        </p:spPr>
      </p:sp>
      <p:sp>
        <p:nvSpPr>
          <p:cNvPr id="19" name="text-g5bwuepyy8">
            <a:extLst xmlns:a="http://schemas.openxmlformats.org/drawingml/2006/main">
              <a:ext uri="{FF2B5EF4-FFF2-40B4-BE49-F238E27FC236}">
                <a16:creationId xmlns:a16="http://schemas.microsoft.com/office/drawing/2014/main" id="{3E42713C-BD28-4381-A285-F313FB4322F0}"/>
              </a:ext>
            </a:extLst>
          </p:cNvPr>
          <p:cNvSpPr>
            <a:spLocks xmlns:a="http://schemas.openxmlformats.org/drawingml/2006/main" noGrp="1"/>
          </p:cNvSpPr>
          <p:nvPr/>
        </p:nvSpPr>
        <p:spPr>
          <a:xfrm xmlns:a="http://schemas.openxmlformats.org/drawingml/2006/main">
            <a:off x="6429375" y="3981450"/>
            <a:ext cx="2138363"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1">
                <a:solidFill>
                  <a:srgbClr val="FFFDFA"/>
                </a:solidFill>
                <a:latin typeface="DejaVu Sans"/>
                <a:ea typeface="DejaVu Sans"/>
                <a:cs typeface="DejaVu Sans"/>
              </a:defRPr>
            </a:defPPr>
            <a:lvl1pPr algn="l">
              <a:defRPr sz="1800" b="1">
                <a:solidFill>
                  <a:srgbClr val="FFFDFA"/>
                </a:solidFill>
                <a:latin typeface="DejaVu Sans"/>
                <a:ea typeface="DejaVu Sans"/>
                <a:cs typeface="DejaVu Sans"/>
              </a:defRPr>
            </a:lvl1pPr>
            <a:lvl2pPr algn="l">
              <a:defRPr sz="1800" b="1">
                <a:solidFill>
                  <a:srgbClr val="FFFDFA"/>
                </a:solidFill>
                <a:latin typeface="DejaVu Sans"/>
                <a:ea typeface="DejaVu Sans"/>
                <a:cs typeface="DejaVu Sans"/>
              </a:defRPr>
            </a:lvl2pPr>
            <a:lvl3pPr algn="l">
              <a:defRPr sz="1800" b="1">
                <a:solidFill>
                  <a:srgbClr val="FFFDFA"/>
                </a:solidFill>
                <a:latin typeface="DejaVu Sans"/>
                <a:ea typeface="DejaVu Sans"/>
                <a:cs typeface="DejaVu Sans"/>
              </a:defRPr>
            </a:lvl3pPr>
            <a:lvl4pPr algn="l">
              <a:defRPr sz="1800" b="1">
                <a:solidFill>
                  <a:srgbClr val="FFFDFA"/>
                </a:solidFill>
                <a:latin typeface="DejaVu Sans"/>
                <a:ea typeface="DejaVu Sans"/>
                <a:cs typeface="DejaVu Sans"/>
              </a:defRPr>
            </a:lvl4pPr>
            <a:lvl5pPr algn="l">
              <a:defRPr sz="1800" b="1">
                <a:solidFill>
                  <a:srgbClr val="FFFDFA"/>
                </a:solidFill>
                <a:latin typeface="DejaVu Sans"/>
                <a:ea typeface="DejaVu Sans"/>
                <a:cs typeface="DejaVu Sans"/>
              </a:defRPr>
            </a:lvl5pPr>
            <a:lvl6pPr algn="l">
              <a:defRPr sz="1800" b="1">
                <a:solidFill>
                  <a:srgbClr val="FFFDFA"/>
                </a:solidFill>
                <a:latin typeface="DejaVu Sans"/>
                <a:ea typeface="DejaVu Sans"/>
                <a:cs typeface="DejaVu Sans"/>
              </a:defRPr>
            </a:lvl6pPr>
            <a:lvl7pPr algn="l">
              <a:defRPr sz="1800" b="1">
                <a:solidFill>
                  <a:srgbClr val="FFFDFA"/>
                </a:solidFill>
                <a:latin typeface="DejaVu Sans"/>
                <a:ea typeface="DejaVu Sans"/>
                <a:cs typeface="DejaVu Sans"/>
              </a:defRPr>
            </a:lvl7pPr>
            <a:lvl8pPr algn="l">
              <a:defRPr sz="1800" b="1">
                <a:solidFill>
                  <a:srgbClr val="FFFDFA"/>
                </a:solidFill>
                <a:latin typeface="DejaVu Sans"/>
                <a:ea typeface="DejaVu Sans"/>
                <a:cs typeface="DejaVu Sans"/>
              </a:defRPr>
            </a:lvl8pPr>
            <a:lvl9pPr algn="l">
              <a:defRPr sz="1800" b="1">
                <a:solidFill>
                  <a:srgbClr val="FFFDFA"/>
                </a:solidFill>
                <a:latin typeface="DejaVu Sans"/>
                <a:ea typeface="DejaVu Sans"/>
                <a:cs typeface="DejaVu Sans"/>
              </a:defRPr>
            </a:lvl9pPr>
          </a:lstStyle>
          <a:p xmlns:a="http://schemas.openxmlformats.org/drawingml/2006/main">
            <a:pPr algn="l">
              <a:lnSpc>
                <a:spcPct val="112000"/>
              </a:lnSpc>
              <a:buNone/>
              <a:defRPr sz="1800" b="1">
                <a:solidFill>
                  <a:srgbClr val="FFFDFA"/>
                </a:solidFill>
                <a:latin typeface="DejaVu Sans"/>
                <a:ea typeface="DejaVu Sans"/>
                <a:cs typeface="DejaVu Sans"/>
              </a:defRPr>
            </a:pPr>
            <a:r>
              <a:rPr sz="1800" b="1">
                <a:solidFill>
                  <a:srgbClr val="FFFDFA"/>
                </a:solidFill>
                <a:latin typeface="DejaVu Sans"/>
                <a:ea typeface="DejaVu Sans"/>
                <a:cs typeface="DejaVu Sans"/>
              </a:rPr>
              <a:t>π · policy</a:t>
            </a:r>
          </a:p>
        </p:txBody>
      </p:sp>
      <p:sp>
        <p:nvSpPr>
          <p:cNvPr id="20" name="text-77g7nwziu0c">
            <a:extLst xmlns:a="http://schemas.openxmlformats.org/drawingml/2006/main">
              <a:ext uri="{FF2B5EF4-FFF2-40B4-BE49-F238E27FC236}">
                <a16:creationId xmlns:a16="http://schemas.microsoft.com/office/drawing/2014/main" id="{D952C06A-DA56-47A1-84EA-EA7BBF71A499}"/>
              </a:ext>
            </a:extLst>
          </p:cNvPr>
          <p:cNvSpPr>
            <a:spLocks xmlns:a="http://schemas.openxmlformats.org/drawingml/2006/main" noGrp="1"/>
          </p:cNvSpPr>
          <p:nvPr/>
        </p:nvSpPr>
        <p:spPr>
          <a:xfrm xmlns:a="http://schemas.openxmlformats.org/drawingml/2006/main">
            <a:off x="6429375" y="4600575"/>
            <a:ext cx="2138363" cy="1171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BED0D5"/>
                </a:solidFill>
                <a:latin typeface="DejaVu Sans"/>
                <a:ea typeface="DejaVu Sans"/>
                <a:cs typeface="DejaVu Sans"/>
              </a:defRPr>
            </a:defPPr>
            <a:lvl1pPr algn="l">
              <a:defRPr sz="1650" b="0">
                <a:solidFill>
                  <a:srgbClr val="BED0D5"/>
                </a:solidFill>
                <a:latin typeface="DejaVu Sans"/>
                <a:ea typeface="DejaVu Sans"/>
                <a:cs typeface="DejaVu Sans"/>
              </a:defRPr>
            </a:lvl1pPr>
            <a:lvl2pPr algn="l">
              <a:defRPr sz="1650" b="0">
                <a:solidFill>
                  <a:srgbClr val="BED0D5"/>
                </a:solidFill>
                <a:latin typeface="DejaVu Sans"/>
                <a:ea typeface="DejaVu Sans"/>
                <a:cs typeface="DejaVu Sans"/>
              </a:defRPr>
            </a:lvl2pPr>
            <a:lvl3pPr algn="l">
              <a:defRPr sz="1650" b="0">
                <a:solidFill>
                  <a:srgbClr val="BED0D5"/>
                </a:solidFill>
                <a:latin typeface="DejaVu Sans"/>
                <a:ea typeface="DejaVu Sans"/>
                <a:cs typeface="DejaVu Sans"/>
              </a:defRPr>
            </a:lvl3pPr>
            <a:lvl4pPr algn="l">
              <a:defRPr sz="1650" b="0">
                <a:solidFill>
                  <a:srgbClr val="BED0D5"/>
                </a:solidFill>
                <a:latin typeface="DejaVu Sans"/>
                <a:ea typeface="DejaVu Sans"/>
                <a:cs typeface="DejaVu Sans"/>
              </a:defRPr>
            </a:lvl4pPr>
            <a:lvl5pPr algn="l">
              <a:defRPr sz="1650" b="0">
                <a:solidFill>
                  <a:srgbClr val="BED0D5"/>
                </a:solidFill>
                <a:latin typeface="DejaVu Sans"/>
                <a:ea typeface="DejaVu Sans"/>
                <a:cs typeface="DejaVu Sans"/>
              </a:defRPr>
            </a:lvl5pPr>
            <a:lvl6pPr algn="l">
              <a:defRPr sz="1650" b="0">
                <a:solidFill>
                  <a:srgbClr val="BED0D5"/>
                </a:solidFill>
                <a:latin typeface="DejaVu Sans"/>
                <a:ea typeface="DejaVu Sans"/>
                <a:cs typeface="DejaVu Sans"/>
              </a:defRPr>
            </a:lvl6pPr>
            <a:lvl7pPr algn="l">
              <a:defRPr sz="1650" b="0">
                <a:solidFill>
                  <a:srgbClr val="BED0D5"/>
                </a:solidFill>
                <a:latin typeface="DejaVu Sans"/>
                <a:ea typeface="DejaVu Sans"/>
                <a:cs typeface="DejaVu Sans"/>
              </a:defRPr>
            </a:lvl7pPr>
            <a:lvl8pPr algn="l">
              <a:defRPr sz="1650" b="0">
                <a:solidFill>
                  <a:srgbClr val="BED0D5"/>
                </a:solidFill>
                <a:latin typeface="DejaVu Sans"/>
                <a:ea typeface="DejaVu Sans"/>
                <a:cs typeface="DejaVu Sans"/>
              </a:defRPr>
            </a:lvl8pPr>
            <a:lvl9pPr algn="l">
              <a:defRPr sz="1650" b="0">
                <a:solidFill>
                  <a:srgbClr val="BED0D5"/>
                </a:solidFill>
                <a:latin typeface="DejaVu Sans"/>
                <a:ea typeface="DejaVu Sans"/>
                <a:cs typeface="DejaVu Sans"/>
              </a:defRPr>
            </a:lvl9pPr>
          </a:lstStyle>
          <a:p xmlns:a="http://schemas.openxmlformats.org/drawingml/2006/main">
            <a:pPr algn="l">
              <a:lnSpc>
                <a:spcPct val="112000"/>
              </a:lnSpc>
              <a:buNone/>
              <a:defRPr sz="1650" b="0">
                <a:solidFill>
                  <a:srgbClr val="BED0D5"/>
                </a:solidFill>
                <a:latin typeface="DejaVu Sans"/>
                <a:ea typeface="DejaVu Sans"/>
                <a:cs typeface="DejaVu Sans"/>
              </a:defRPr>
            </a:pPr>
            <a:r>
              <a:rPr sz="1650" b="0">
                <a:solidFill>
                  <a:srgbClr val="BED0D5"/>
                </a:solidFill>
                <a:latin typeface="DejaVu Sans"/>
                <a:ea typeface="DejaVu Sans"/>
                <a:cs typeface="DejaVu Sans"/>
              </a:rPr>
              <a:t>Rule selecting an admissible action.</a:t>
            </a:r>
          </a:p>
        </p:txBody>
      </p:sp>
      <p:sp>
        <p:nvSpPr>
          <p:cNvPr id="21" name="">
            <a:extLst xmlns:a="http://schemas.openxmlformats.org/drawingml/2006/main">
              <a:ext uri="{FF2B5EF4-FFF2-40B4-BE49-F238E27FC236}">
                <a16:creationId xmlns:a16="http://schemas.microsoft.com/office/drawing/2014/main" id="{E36DC3F5-DF3E-49CC-892E-B6C2F059398C}"/>
              </a:ext>
            </a:extLst>
          </p:cNvPr>
          <p:cNvSpPr>
            <a:spLocks xmlns:a="http://schemas.openxmlformats.org/drawingml/2006/main" noGrp="1"/>
          </p:cNvSpPr>
          <p:nvPr/>
        </p:nvSpPr>
        <p:spPr>
          <a:xfrm xmlns:a="http://schemas.openxmlformats.org/drawingml/2006/main">
            <a:off x="9024938" y="3810000"/>
            <a:ext cx="2557463" cy="2047875"/>
          </a:xfrm>
          <a:prstGeom xmlns:a="http://schemas.openxmlformats.org/drawingml/2006/main" prst="rect">
            <a:avLst/>
          </a:prstGeom>
          <a:solidFill xmlns:a="http://schemas.openxmlformats.org/drawingml/2006/main">
            <a:srgbClr val="102D3A"/>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E9C413AD-D158-4F3A-B82F-F0605118B282}"/>
              </a:ext>
            </a:extLst>
          </p:cNvPr>
          <p:cNvSpPr>
            <a:spLocks xmlns:a="http://schemas.openxmlformats.org/drawingml/2006/main" noGrp="1"/>
          </p:cNvSpPr>
          <p:nvPr/>
        </p:nvSpPr>
        <p:spPr>
          <a:xfrm xmlns:a="http://schemas.openxmlformats.org/drawingml/2006/main">
            <a:off x="9024938" y="3810000"/>
            <a:ext cx="38100" cy="2047875"/>
          </a:xfrm>
          <a:prstGeom xmlns:a="http://schemas.openxmlformats.org/drawingml/2006/main" prst="rect">
            <a:avLst/>
          </a:prstGeom>
          <a:solidFill xmlns:a="http://schemas.openxmlformats.org/drawingml/2006/main">
            <a:srgbClr val="5793B8"/>
          </a:solidFill>
          <a:ln xmlns:a="http://schemas.openxmlformats.org/drawingml/2006/main" w="0">
            <a:noFill/>
            <a:prstDash val="solid"/>
          </a:ln>
        </p:spPr>
      </p:sp>
      <p:sp>
        <p:nvSpPr>
          <p:cNvPr id="23" name="text-bkkujgyv60u">
            <a:extLst xmlns:a="http://schemas.openxmlformats.org/drawingml/2006/main">
              <a:ext uri="{FF2B5EF4-FFF2-40B4-BE49-F238E27FC236}">
                <a16:creationId xmlns:a16="http://schemas.microsoft.com/office/drawing/2014/main" id="{344A72EF-FC10-46C5-BF79-748C07A9D221}"/>
              </a:ext>
            </a:extLst>
          </p:cNvPr>
          <p:cNvSpPr>
            <a:spLocks xmlns:a="http://schemas.openxmlformats.org/drawingml/2006/main" noGrp="1"/>
          </p:cNvSpPr>
          <p:nvPr/>
        </p:nvSpPr>
        <p:spPr>
          <a:xfrm xmlns:a="http://schemas.openxmlformats.org/drawingml/2006/main">
            <a:off x="9234488" y="3981450"/>
            <a:ext cx="2138363"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1">
                <a:solidFill>
                  <a:srgbClr val="FFFDFA"/>
                </a:solidFill>
                <a:latin typeface="DejaVu Sans"/>
                <a:ea typeface="DejaVu Sans"/>
                <a:cs typeface="DejaVu Sans"/>
              </a:defRPr>
            </a:defPPr>
            <a:lvl1pPr algn="l">
              <a:defRPr sz="1800" b="1">
                <a:solidFill>
                  <a:srgbClr val="FFFDFA"/>
                </a:solidFill>
                <a:latin typeface="DejaVu Sans"/>
                <a:ea typeface="DejaVu Sans"/>
                <a:cs typeface="DejaVu Sans"/>
              </a:defRPr>
            </a:lvl1pPr>
            <a:lvl2pPr algn="l">
              <a:defRPr sz="1800" b="1">
                <a:solidFill>
                  <a:srgbClr val="FFFDFA"/>
                </a:solidFill>
                <a:latin typeface="DejaVu Sans"/>
                <a:ea typeface="DejaVu Sans"/>
                <a:cs typeface="DejaVu Sans"/>
              </a:defRPr>
            </a:lvl2pPr>
            <a:lvl3pPr algn="l">
              <a:defRPr sz="1800" b="1">
                <a:solidFill>
                  <a:srgbClr val="FFFDFA"/>
                </a:solidFill>
                <a:latin typeface="DejaVu Sans"/>
                <a:ea typeface="DejaVu Sans"/>
                <a:cs typeface="DejaVu Sans"/>
              </a:defRPr>
            </a:lvl3pPr>
            <a:lvl4pPr algn="l">
              <a:defRPr sz="1800" b="1">
                <a:solidFill>
                  <a:srgbClr val="FFFDFA"/>
                </a:solidFill>
                <a:latin typeface="DejaVu Sans"/>
                <a:ea typeface="DejaVu Sans"/>
                <a:cs typeface="DejaVu Sans"/>
              </a:defRPr>
            </a:lvl4pPr>
            <a:lvl5pPr algn="l">
              <a:defRPr sz="1800" b="1">
                <a:solidFill>
                  <a:srgbClr val="FFFDFA"/>
                </a:solidFill>
                <a:latin typeface="DejaVu Sans"/>
                <a:ea typeface="DejaVu Sans"/>
                <a:cs typeface="DejaVu Sans"/>
              </a:defRPr>
            </a:lvl5pPr>
            <a:lvl6pPr algn="l">
              <a:defRPr sz="1800" b="1">
                <a:solidFill>
                  <a:srgbClr val="FFFDFA"/>
                </a:solidFill>
                <a:latin typeface="DejaVu Sans"/>
                <a:ea typeface="DejaVu Sans"/>
                <a:cs typeface="DejaVu Sans"/>
              </a:defRPr>
            </a:lvl6pPr>
            <a:lvl7pPr algn="l">
              <a:defRPr sz="1800" b="1">
                <a:solidFill>
                  <a:srgbClr val="FFFDFA"/>
                </a:solidFill>
                <a:latin typeface="DejaVu Sans"/>
                <a:ea typeface="DejaVu Sans"/>
                <a:cs typeface="DejaVu Sans"/>
              </a:defRPr>
            </a:lvl7pPr>
            <a:lvl8pPr algn="l">
              <a:defRPr sz="1800" b="1">
                <a:solidFill>
                  <a:srgbClr val="FFFDFA"/>
                </a:solidFill>
                <a:latin typeface="DejaVu Sans"/>
                <a:ea typeface="DejaVu Sans"/>
                <a:cs typeface="DejaVu Sans"/>
              </a:defRPr>
            </a:lvl8pPr>
            <a:lvl9pPr algn="l">
              <a:defRPr sz="1800" b="1">
                <a:solidFill>
                  <a:srgbClr val="FFFDFA"/>
                </a:solidFill>
                <a:latin typeface="DejaVu Sans"/>
                <a:ea typeface="DejaVu Sans"/>
                <a:cs typeface="DejaVu Sans"/>
              </a:defRPr>
            </a:lvl9pPr>
          </a:lstStyle>
          <a:p xmlns:a="http://schemas.openxmlformats.org/drawingml/2006/main">
            <a:pPr algn="l">
              <a:lnSpc>
                <a:spcPct val="112000"/>
              </a:lnSpc>
              <a:buNone/>
              <a:defRPr sz="1800" b="1">
                <a:solidFill>
                  <a:srgbClr val="FFFDFA"/>
                </a:solidFill>
                <a:latin typeface="DejaVu Sans"/>
                <a:ea typeface="DejaVu Sans"/>
                <a:cs typeface="DejaVu Sans"/>
              </a:defRPr>
            </a:pPr>
            <a:r>
              <a:rPr sz="1800" b="1">
                <a:solidFill>
                  <a:srgbClr val="FFFDFA"/>
                </a:solidFill>
                <a:latin typeface="DejaVu Sans"/>
                <a:ea typeface="DejaVu Sans"/>
                <a:cs typeface="DejaVu Sans"/>
              </a:rPr>
              <a:t>aₜ · action</a:t>
            </a:r>
          </a:p>
        </p:txBody>
      </p:sp>
      <p:sp>
        <p:nvSpPr>
          <p:cNvPr id="24" name="text-krxp9owgfyg">
            <a:extLst xmlns:a="http://schemas.openxmlformats.org/drawingml/2006/main">
              <a:ext uri="{FF2B5EF4-FFF2-40B4-BE49-F238E27FC236}">
                <a16:creationId xmlns:a16="http://schemas.microsoft.com/office/drawing/2014/main" id="{551C975B-B341-4626-9C0E-A23C2CCF3593}"/>
              </a:ext>
            </a:extLst>
          </p:cNvPr>
          <p:cNvSpPr>
            <a:spLocks xmlns:a="http://schemas.openxmlformats.org/drawingml/2006/main" noGrp="1"/>
          </p:cNvSpPr>
          <p:nvPr/>
        </p:nvSpPr>
        <p:spPr>
          <a:xfrm xmlns:a="http://schemas.openxmlformats.org/drawingml/2006/main">
            <a:off x="9234488" y="4600575"/>
            <a:ext cx="2138363" cy="1171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BED0D5"/>
                </a:solidFill>
                <a:latin typeface="DejaVu Sans"/>
                <a:ea typeface="DejaVu Sans"/>
                <a:cs typeface="DejaVu Sans"/>
              </a:defRPr>
            </a:defPPr>
            <a:lvl1pPr algn="l">
              <a:defRPr sz="1650" b="0">
                <a:solidFill>
                  <a:srgbClr val="BED0D5"/>
                </a:solidFill>
                <a:latin typeface="DejaVu Sans"/>
                <a:ea typeface="DejaVu Sans"/>
                <a:cs typeface="DejaVu Sans"/>
              </a:defRPr>
            </a:lvl1pPr>
            <a:lvl2pPr algn="l">
              <a:defRPr sz="1650" b="0">
                <a:solidFill>
                  <a:srgbClr val="BED0D5"/>
                </a:solidFill>
                <a:latin typeface="DejaVu Sans"/>
                <a:ea typeface="DejaVu Sans"/>
                <a:cs typeface="DejaVu Sans"/>
              </a:defRPr>
            </a:lvl2pPr>
            <a:lvl3pPr algn="l">
              <a:defRPr sz="1650" b="0">
                <a:solidFill>
                  <a:srgbClr val="BED0D5"/>
                </a:solidFill>
                <a:latin typeface="DejaVu Sans"/>
                <a:ea typeface="DejaVu Sans"/>
                <a:cs typeface="DejaVu Sans"/>
              </a:defRPr>
            </a:lvl3pPr>
            <a:lvl4pPr algn="l">
              <a:defRPr sz="1650" b="0">
                <a:solidFill>
                  <a:srgbClr val="BED0D5"/>
                </a:solidFill>
                <a:latin typeface="DejaVu Sans"/>
                <a:ea typeface="DejaVu Sans"/>
                <a:cs typeface="DejaVu Sans"/>
              </a:defRPr>
            </a:lvl4pPr>
            <a:lvl5pPr algn="l">
              <a:defRPr sz="1650" b="0">
                <a:solidFill>
                  <a:srgbClr val="BED0D5"/>
                </a:solidFill>
                <a:latin typeface="DejaVu Sans"/>
                <a:ea typeface="DejaVu Sans"/>
                <a:cs typeface="DejaVu Sans"/>
              </a:defRPr>
            </a:lvl5pPr>
            <a:lvl6pPr algn="l">
              <a:defRPr sz="1650" b="0">
                <a:solidFill>
                  <a:srgbClr val="BED0D5"/>
                </a:solidFill>
                <a:latin typeface="DejaVu Sans"/>
                <a:ea typeface="DejaVu Sans"/>
                <a:cs typeface="DejaVu Sans"/>
              </a:defRPr>
            </a:lvl6pPr>
            <a:lvl7pPr algn="l">
              <a:defRPr sz="1650" b="0">
                <a:solidFill>
                  <a:srgbClr val="BED0D5"/>
                </a:solidFill>
                <a:latin typeface="DejaVu Sans"/>
                <a:ea typeface="DejaVu Sans"/>
                <a:cs typeface="DejaVu Sans"/>
              </a:defRPr>
            </a:lvl7pPr>
            <a:lvl8pPr algn="l">
              <a:defRPr sz="1650" b="0">
                <a:solidFill>
                  <a:srgbClr val="BED0D5"/>
                </a:solidFill>
                <a:latin typeface="DejaVu Sans"/>
                <a:ea typeface="DejaVu Sans"/>
                <a:cs typeface="DejaVu Sans"/>
              </a:defRPr>
            </a:lvl8pPr>
            <a:lvl9pPr algn="l">
              <a:defRPr sz="1650" b="0">
                <a:solidFill>
                  <a:srgbClr val="BED0D5"/>
                </a:solidFill>
                <a:latin typeface="DejaVu Sans"/>
                <a:ea typeface="DejaVu Sans"/>
                <a:cs typeface="DejaVu Sans"/>
              </a:defRPr>
            </a:lvl9pPr>
          </a:lstStyle>
          <a:p xmlns:a="http://schemas.openxmlformats.org/drawingml/2006/main">
            <a:pPr algn="l">
              <a:lnSpc>
                <a:spcPct val="112000"/>
              </a:lnSpc>
              <a:buNone/>
              <a:defRPr sz="1650" b="0">
                <a:solidFill>
                  <a:srgbClr val="BED0D5"/>
                </a:solidFill>
                <a:latin typeface="DejaVu Sans"/>
                <a:ea typeface="DejaVu Sans"/>
                <a:cs typeface="DejaVu Sans"/>
              </a:defRPr>
            </a:pPr>
            <a:r>
              <a:rPr sz="1650" b="0">
                <a:solidFill>
                  <a:srgbClr val="BED0D5"/>
                </a:solidFill>
                <a:latin typeface="DejaVu Sans"/>
                <a:ea typeface="DejaVu Sans"/>
                <a:cs typeface="DejaVu Sans"/>
              </a:rPr>
              <a:t>The executable decision at this step.</a:t>
            </a:r>
          </a:p>
        </p:txBody>
      </p:sp>
    </p:spTree>
    <p:extLst>
      <p:ext uri="{BB962C8B-B14F-4D97-AF65-F5344CB8AC3E}">
        <p14:creationId xmlns:p14="http://schemas.microsoft.com/office/powerpoint/2010/main" val="977876604"/>
      </p:ext>
    </p:extLst>
  </p:cSld>
</p:sld>
</file>

<file path=ppt/slides/slide6.xml><?xml version="1.0" encoding="utf-8"?>
<p:sld xmlns:p="http://schemas.openxmlformats.org/presentationml/2006/main">
  <p:cSld>
    <p:bg>
      <p:bgPr>
        <a:solidFill xmlns:a="http://schemas.openxmlformats.org/drawingml/2006/main">
          <a:srgbClr val="F4F1E9"/>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49A2347B-D882-4E22-BE42-F3CADD98D3A0}"/>
              </a:ext>
            </a:extLst>
          </p:cNvPr>
          <p:cNvSpPr>
            <a:spLocks xmlns:a="http://schemas.openxmlformats.org/drawingml/2006/main" noGrp="1"/>
          </p:cNvSpPr>
          <p:nvPr/>
        </p:nvSpPr>
        <p:spPr>
          <a:xfrm xmlns:a="http://schemas.openxmlformats.org/drawingml/2006/main">
            <a:off x="609600" y="323850"/>
            <a:ext cx="495300" cy="47625"/>
          </a:xfrm>
          <a:prstGeom xmlns:a="http://schemas.openxmlformats.org/drawingml/2006/main" prst="rect">
            <a:avLst/>
          </a:prstGeom>
          <a:solidFill xmlns:a="http://schemas.openxmlformats.org/drawingml/2006/main">
            <a:srgbClr val="D64136"/>
          </a:solidFill>
          <a:ln xmlns:a="http://schemas.openxmlformats.org/drawingml/2006/main" w="0">
            <a:noFill/>
            <a:prstDash val="solid"/>
          </a:ln>
        </p:spPr>
      </p:sp>
      <p:sp>
        <p:nvSpPr>
          <p:cNvPr id="2" name="text-6qyckhs0d45">
            <a:extLst xmlns:a="http://schemas.openxmlformats.org/drawingml/2006/main">
              <a:ext uri="{FF2B5EF4-FFF2-40B4-BE49-F238E27FC236}">
                <a16:creationId xmlns:a16="http://schemas.microsoft.com/office/drawing/2014/main" id="{03D7B50A-8702-48DA-A3F0-A98FA1E938D5}"/>
              </a:ext>
            </a:extLst>
          </p:cNvPr>
          <p:cNvSpPr>
            <a:spLocks xmlns:a="http://schemas.openxmlformats.org/drawingml/2006/main" noGrp="1"/>
          </p:cNvSpPr>
          <p:nvPr/>
        </p:nvSpPr>
        <p:spPr>
          <a:xfrm xmlns:a="http://schemas.openxmlformats.org/drawingml/2006/main">
            <a:off x="1257300" y="247650"/>
            <a:ext cx="809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50" b="1">
                <a:solidFill>
                  <a:srgbClr val="087D78"/>
                </a:solidFill>
                <a:latin typeface="DejaVu Sans"/>
                <a:ea typeface="DejaVu Sans"/>
                <a:cs typeface="DejaVu Sans"/>
              </a:defRPr>
            </a:defPPr>
            <a:lvl1pPr algn="l">
              <a:defRPr sz="1050" b="1">
                <a:solidFill>
                  <a:srgbClr val="087D78"/>
                </a:solidFill>
                <a:latin typeface="DejaVu Sans"/>
                <a:ea typeface="DejaVu Sans"/>
                <a:cs typeface="DejaVu Sans"/>
              </a:defRPr>
            </a:lvl1pPr>
            <a:lvl2pPr algn="l">
              <a:defRPr sz="1050" b="1">
                <a:solidFill>
                  <a:srgbClr val="087D78"/>
                </a:solidFill>
                <a:latin typeface="DejaVu Sans"/>
                <a:ea typeface="DejaVu Sans"/>
                <a:cs typeface="DejaVu Sans"/>
              </a:defRPr>
            </a:lvl2pPr>
            <a:lvl3pPr algn="l">
              <a:defRPr sz="1050" b="1">
                <a:solidFill>
                  <a:srgbClr val="087D78"/>
                </a:solidFill>
                <a:latin typeface="DejaVu Sans"/>
                <a:ea typeface="DejaVu Sans"/>
                <a:cs typeface="DejaVu Sans"/>
              </a:defRPr>
            </a:lvl3pPr>
            <a:lvl4pPr algn="l">
              <a:defRPr sz="1050" b="1">
                <a:solidFill>
                  <a:srgbClr val="087D78"/>
                </a:solidFill>
                <a:latin typeface="DejaVu Sans"/>
                <a:ea typeface="DejaVu Sans"/>
                <a:cs typeface="DejaVu Sans"/>
              </a:defRPr>
            </a:lvl4pPr>
            <a:lvl5pPr algn="l">
              <a:defRPr sz="1050" b="1">
                <a:solidFill>
                  <a:srgbClr val="087D78"/>
                </a:solidFill>
                <a:latin typeface="DejaVu Sans"/>
                <a:ea typeface="DejaVu Sans"/>
                <a:cs typeface="DejaVu Sans"/>
              </a:defRPr>
            </a:lvl5pPr>
            <a:lvl6pPr algn="l">
              <a:defRPr sz="1050" b="1">
                <a:solidFill>
                  <a:srgbClr val="087D78"/>
                </a:solidFill>
                <a:latin typeface="DejaVu Sans"/>
                <a:ea typeface="DejaVu Sans"/>
                <a:cs typeface="DejaVu Sans"/>
              </a:defRPr>
            </a:lvl6pPr>
            <a:lvl7pPr algn="l">
              <a:defRPr sz="1050" b="1">
                <a:solidFill>
                  <a:srgbClr val="087D78"/>
                </a:solidFill>
                <a:latin typeface="DejaVu Sans"/>
                <a:ea typeface="DejaVu Sans"/>
                <a:cs typeface="DejaVu Sans"/>
              </a:defRPr>
            </a:lvl7pPr>
            <a:lvl8pPr algn="l">
              <a:defRPr sz="1050" b="1">
                <a:solidFill>
                  <a:srgbClr val="087D78"/>
                </a:solidFill>
                <a:latin typeface="DejaVu Sans"/>
                <a:ea typeface="DejaVu Sans"/>
                <a:cs typeface="DejaVu Sans"/>
              </a:defRPr>
            </a:lvl8pPr>
            <a:lvl9pPr algn="l">
              <a:defRPr sz="1050" b="1">
                <a:solidFill>
                  <a:srgbClr val="087D78"/>
                </a:solidFill>
                <a:latin typeface="DejaVu Sans"/>
                <a:ea typeface="DejaVu Sans"/>
                <a:cs typeface="DejaVu Sans"/>
              </a:defRPr>
            </a:lvl9pPr>
          </a:lstStyle>
          <a:p xmlns:a="http://schemas.openxmlformats.org/drawingml/2006/main">
            <a:pPr algn="l">
              <a:lnSpc>
                <a:spcPct val="112000"/>
              </a:lnSpc>
              <a:buNone/>
              <a:defRPr sz="1050" b="1">
                <a:solidFill>
                  <a:srgbClr val="087D78"/>
                </a:solidFill>
                <a:latin typeface="DejaVu Sans"/>
                <a:ea typeface="DejaVu Sans"/>
                <a:cs typeface="DejaVu Sans"/>
              </a:defRPr>
            </a:pPr>
            <a:r>
              <a:rPr sz="1050" b="1">
                <a:solidFill>
                  <a:srgbClr val="087D78"/>
                </a:solidFill>
                <a:latin typeface="DejaVu Sans"/>
                <a:ea typeface="DejaVu Sans"/>
                <a:cs typeface="DejaVu Sans"/>
              </a:rPr>
              <a:t>TECHNOLOGICAL CHINA</a:t>
            </a:r>
          </a:p>
        </p:txBody>
      </p:sp>
      <p:sp>
        <p:nvSpPr>
          <p:cNvPr id="3" name="text-8wj61799r8a">
            <a:extLst xmlns:a="http://schemas.openxmlformats.org/drawingml/2006/main">
              <a:ext uri="{FF2B5EF4-FFF2-40B4-BE49-F238E27FC236}">
                <a16:creationId xmlns:a16="http://schemas.microsoft.com/office/drawing/2014/main" id="{AE9010B0-48DD-46F9-A3ED-8F2BA5FFF528}"/>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700" b="1">
                <a:solidFill>
                  <a:srgbClr val="10242B"/>
                </a:solidFill>
                <a:latin typeface="DejaVu Sans"/>
                <a:ea typeface="DejaVu Sans"/>
                <a:cs typeface="DejaVu Sans"/>
              </a:defRPr>
            </a:defPPr>
            <a:lvl1pPr algn="l">
              <a:defRPr sz="2700" b="1">
                <a:solidFill>
                  <a:srgbClr val="10242B"/>
                </a:solidFill>
                <a:latin typeface="DejaVu Sans"/>
                <a:ea typeface="DejaVu Sans"/>
                <a:cs typeface="DejaVu Sans"/>
              </a:defRPr>
            </a:lvl1pPr>
            <a:lvl2pPr algn="l">
              <a:defRPr sz="2700" b="1">
                <a:solidFill>
                  <a:srgbClr val="10242B"/>
                </a:solidFill>
                <a:latin typeface="DejaVu Sans"/>
                <a:ea typeface="DejaVu Sans"/>
                <a:cs typeface="DejaVu Sans"/>
              </a:defRPr>
            </a:lvl2pPr>
            <a:lvl3pPr algn="l">
              <a:defRPr sz="2700" b="1">
                <a:solidFill>
                  <a:srgbClr val="10242B"/>
                </a:solidFill>
                <a:latin typeface="DejaVu Sans"/>
                <a:ea typeface="DejaVu Sans"/>
                <a:cs typeface="DejaVu Sans"/>
              </a:defRPr>
            </a:lvl3pPr>
            <a:lvl4pPr algn="l">
              <a:defRPr sz="2700" b="1">
                <a:solidFill>
                  <a:srgbClr val="10242B"/>
                </a:solidFill>
                <a:latin typeface="DejaVu Sans"/>
                <a:ea typeface="DejaVu Sans"/>
                <a:cs typeface="DejaVu Sans"/>
              </a:defRPr>
            </a:lvl4pPr>
            <a:lvl5pPr algn="l">
              <a:defRPr sz="2700" b="1">
                <a:solidFill>
                  <a:srgbClr val="10242B"/>
                </a:solidFill>
                <a:latin typeface="DejaVu Sans"/>
                <a:ea typeface="DejaVu Sans"/>
                <a:cs typeface="DejaVu Sans"/>
              </a:defRPr>
            </a:lvl5pPr>
            <a:lvl6pPr algn="l">
              <a:defRPr sz="2700" b="1">
                <a:solidFill>
                  <a:srgbClr val="10242B"/>
                </a:solidFill>
                <a:latin typeface="DejaVu Sans"/>
                <a:ea typeface="DejaVu Sans"/>
                <a:cs typeface="DejaVu Sans"/>
              </a:defRPr>
            </a:lvl6pPr>
            <a:lvl7pPr algn="l">
              <a:defRPr sz="2700" b="1">
                <a:solidFill>
                  <a:srgbClr val="10242B"/>
                </a:solidFill>
                <a:latin typeface="DejaVu Sans"/>
                <a:ea typeface="DejaVu Sans"/>
                <a:cs typeface="DejaVu Sans"/>
              </a:defRPr>
            </a:lvl7pPr>
            <a:lvl8pPr algn="l">
              <a:defRPr sz="2700" b="1">
                <a:solidFill>
                  <a:srgbClr val="10242B"/>
                </a:solidFill>
                <a:latin typeface="DejaVu Sans"/>
                <a:ea typeface="DejaVu Sans"/>
                <a:cs typeface="DejaVu Sans"/>
              </a:defRPr>
            </a:lvl8pPr>
            <a:lvl9pPr algn="l">
              <a:defRPr sz="2700" b="1">
                <a:solidFill>
                  <a:srgbClr val="10242B"/>
                </a:solidFill>
                <a:latin typeface="DejaVu Sans"/>
                <a:ea typeface="DejaVu Sans"/>
                <a:cs typeface="DejaVu Sans"/>
              </a:defRPr>
            </a:lvl9pPr>
          </a:lstStyle>
          <a:p xmlns:a="http://schemas.openxmlformats.org/drawingml/2006/main">
            <a:pPr algn="l">
              <a:lnSpc>
                <a:spcPct val="112000"/>
              </a:lnSpc>
              <a:buNone/>
              <a:defRPr sz="2700" b="1">
                <a:solidFill>
                  <a:srgbClr val="10242B"/>
                </a:solidFill>
                <a:latin typeface="DejaVu Sans"/>
                <a:ea typeface="DejaVu Sans"/>
                <a:cs typeface="DejaVu Sans"/>
              </a:defRPr>
            </a:pPr>
            <a:r>
              <a:rPr sz="2700" b="1">
                <a:solidFill>
                  <a:srgbClr val="10242B"/>
                </a:solidFill>
                <a:latin typeface="DejaVu Sans"/>
                <a:ea typeface="DejaVu Sans"/>
                <a:cs typeface="DejaVu Sans"/>
              </a:rPr>
              <a:t>Four architectures solve different problems</a:t>
            </a:r>
          </a:p>
        </p:txBody>
      </p:sp>
      <p:sp>
        <p:nvSpPr>
          <p:cNvPr id="4" name="text-ix3nwifdwj">
            <a:extLst xmlns:a="http://schemas.openxmlformats.org/drawingml/2006/main">
              <a:ext uri="{FF2B5EF4-FFF2-40B4-BE49-F238E27FC236}">
                <a16:creationId xmlns:a16="http://schemas.microsoft.com/office/drawing/2014/main" id="{35B4C213-720B-4DE4-9CD3-2B593727DDA5}"/>
              </a:ext>
            </a:extLst>
          </p:cNvPr>
          <p:cNvSpPr>
            <a:spLocks xmlns:a="http://schemas.openxmlformats.org/drawingml/2006/main" noGrp="1"/>
          </p:cNvSpPr>
          <p:nvPr/>
        </p:nvSpPr>
        <p:spPr>
          <a:xfrm xmlns:a="http://schemas.openxmlformats.org/drawingml/2006/main">
            <a:off x="609600" y="1857375"/>
            <a:ext cx="109728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577078"/>
                </a:solidFill>
                <a:latin typeface="DejaVu Sans"/>
                <a:ea typeface="DejaVu Sans"/>
                <a:cs typeface="DejaVu Sans"/>
              </a:defRPr>
            </a:defPPr>
            <a:lvl1pPr algn="l">
              <a:defRPr sz="1575" b="0">
                <a:solidFill>
                  <a:srgbClr val="577078"/>
                </a:solidFill>
                <a:latin typeface="DejaVu Sans"/>
                <a:ea typeface="DejaVu Sans"/>
                <a:cs typeface="DejaVu Sans"/>
              </a:defRPr>
            </a:lvl1pPr>
            <a:lvl2pPr algn="l">
              <a:defRPr sz="1575" b="0">
                <a:solidFill>
                  <a:srgbClr val="577078"/>
                </a:solidFill>
                <a:latin typeface="DejaVu Sans"/>
                <a:ea typeface="DejaVu Sans"/>
                <a:cs typeface="DejaVu Sans"/>
              </a:defRPr>
            </a:lvl2pPr>
            <a:lvl3pPr algn="l">
              <a:defRPr sz="1575" b="0">
                <a:solidFill>
                  <a:srgbClr val="577078"/>
                </a:solidFill>
                <a:latin typeface="DejaVu Sans"/>
                <a:ea typeface="DejaVu Sans"/>
                <a:cs typeface="DejaVu Sans"/>
              </a:defRPr>
            </a:lvl3pPr>
            <a:lvl4pPr algn="l">
              <a:defRPr sz="1575" b="0">
                <a:solidFill>
                  <a:srgbClr val="577078"/>
                </a:solidFill>
                <a:latin typeface="DejaVu Sans"/>
                <a:ea typeface="DejaVu Sans"/>
                <a:cs typeface="DejaVu Sans"/>
              </a:defRPr>
            </a:lvl4pPr>
            <a:lvl5pPr algn="l">
              <a:defRPr sz="1575" b="0">
                <a:solidFill>
                  <a:srgbClr val="577078"/>
                </a:solidFill>
                <a:latin typeface="DejaVu Sans"/>
                <a:ea typeface="DejaVu Sans"/>
                <a:cs typeface="DejaVu Sans"/>
              </a:defRPr>
            </a:lvl5pPr>
            <a:lvl6pPr algn="l">
              <a:defRPr sz="1575" b="0">
                <a:solidFill>
                  <a:srgbClr val="577078"/>
                </a:solidFill>
                <a:latin typeface="DejaVu Sans"/>
                <a:ea typeface="DejaVu Sans"/>
                <a:cs typeface="DejaVu Sans"/>
              </a:defRPr>
            </a:lvl6pPr>
            <a:lvl7pPr algn="l">
              <a:defRPr sz="1575" b="0">
                <a:solidFill>
                  <a:srgbClr val="577078"/>
                </a:solidFill>
                <a:latin typeface="DejaVu Sans"/>
                <a:ea typeface="DejaVu Sans"/>
                <a:cs typeface="DejaVu Sans"/>
              </a:defRPr>
            </a:lvl7pPr>
            <a:lvl8pPr algn="l">
              <a:defRPr sz="1575" b="0">
                <a:solidFill>
                  <a:srgbClr val="577078"/>
                </a:solidFill>
                <a:latin typeface="DejaVu Sans"/>
                <a:ea typeface="DejaVu Sans"/>
                <a:cs typeface="DejaVu Sans"/>
              </a:defRPr>
            </a:lvl8pPr>
            <a:lvl9pPr algn="l">
              <a:defRPr sz="1575" b="0">
                <a:solidFill>
                  <a:srgbClr val="577078"/>
                </a:solidFill>
                <a:latin typeface="DejaVu Sans"/>
                <a:ea typeface="DejaVu Sans"/>
                <a:cs typeface="DejaVu Sans"/>
              </a:defRPr>
            </a:lvl9pPr>
          </a:lstStyle>
          <a:p xmlns:a="http://schemas.openxmlformats.org/drawingml/2006/main">
            <a:pPr algn="l">
              <a:lnSpc>
                <a:spcPct val="112000"/>
              </a:lnSpc>
              <a:buNone/>
              <a:defRPr sz="1575" b="0">
                <a:solidFill>
                  <a:srgbClr val="577078"/>
                </a:solidFill>
                <a:latin typeface="DejaVu Sans"/>
                <a:ea typeface="DejaVu Sans"/>
                <a:cs typeface="DejaVu Sans"/>
              </a:defRPr>
            </a:pPr>
            <a:r>
              <a:rPr sz="1575" b="0">
                <a:solidFill>
                  <a:srgbClr val="577078"/>
                </a:solidFill>
                <a:latin typeface="DejaVu Sans"/>
                <a:ea typeface="DejaVu Sans"/>
                <a:cs typeface="DejaVu Sans"/>
              </a:rPr>
              <a:t>These functional distinctions can be combined.</a:t>
            </a:r>
          </a:p>
        </p:txBody>
      </p:sp>
      <p:sp>
        <p:nvSpPr>
          <p:cNvPr id="5" name="">
            <a:extLst xmlns:a="http://schemas.openxmlformats.org/drawingml/2006/main">
              <a:ext uri="{FF2B5EF4-FFF2-40B4-BE49-F238E27FC236}">
                <a16:creationId xmlns:a16="http://schemas.microsoft.com/office/drawing/2014/main" id="{9C9978D1-BACB-455D-AF16-AB9C110E0A8D}"/>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CCD8D6"/>
          </a:solidFill>
          <a:ln xmlns:a="http://schemas.openxmlformats.org/drawingml/2006/main" w="0">
            <a:noFill/>
            <a:prstDash val="solid"/>
          </a:ln>
        </p:spPr>
      </p:sp>
      <p:sp>
        <p:nvSpPr>
          <p:cNvPr id="6" name="text-xdiocytoyrl">
            <a:extLst xmlns:a="http://schemas.openxmlformats.org/drawingml/2006/main">
              <a:ext uri="{FF2B5EF4-FFF2-40B4-BE49-F238E27FC236}">
                <a16:creationId xmlns:a16="http://schemas.microsoft.com/office/drawing/2014/main" id="{99AF8306-0B95-42E5-9655-F7C32DF7BDCA}"/>
              </a:ext>
            </a:extLst>
          </p:cNvPr>
          <p:cNvSpPr>
            <a:spLocks xmlns:a="http://schemas.openxmlformats.org/drawingml/2006/main" noGrp="1"/>
          </p:cNvSpPr>
          <p:nvPr/>
        </p:nvSpPr>
        <p:spPr>
          <a:xfrm xmlns:a="http://schemas.openxmlformats.org/drawingml/2006/main">
            <a:off x="609600" y="6362700"/>
            <a:ext cx="971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975" b="0">
                <a:solidFill>
                  <a:srgbClr val="577078"/>
                </a:solidFill>
                <a:latin typeface="DejaVu Sans"/>
                <a:ea typeface="DejaVu Sans"/>
                <a:cs typeface="DejaVu Sans"/>
              </a:defRPr>
            </a:defPPr>
            <a:lvl1pPr algn="l">
              <a:defRPr sz="975" b="0">
                <a:solidFill>
                  <a:srgbClr val="577078"/>
                </a:solidFill>
                <a:latin typeface="DejaVu Sans"/>
                <a:ea typeface="DejaVu Sans"/>
                <a:cs typeface="DejaVu Sans"/>
              </a:defRPr>
            </a:lvl1pPr>
            <a:lvl2pPr algn="l">
              <a:defRPr sz="975" b="0">
                <a:solidFill>
                  <a:srgbClr val="577078"/>
                </a:solidFill>
                <a:latin typeface="DejaVu Sans"/>
                <a:ea typeface="DejaVu Sans"/>
                <a:cs typeface="DejaVu Sans"/>
              </a:defRPr>
            </a:lvl2pPr>
            <a:lvl3pPr algn="l">
              <a:defRPr sz="975" b="0">
                <a:solidFill>
                  <a:srgbClr val="577078"/>
                </a:solidFill>
                <a:latin typeface="DejaVu Sans"/>
                <a:ea typeface="DejaVu Sans"/>
                <a:cs typeface="DejaVu Sans"/>
              </a:defRPr>
            </a:lvl3pPr>
            <a:lvl4pPr algn="l">
              <a:defRPr sz="975" b="0">
                <a:solidFill>
                  <a:srgbClr val="577078"/>
                </a:solidFill>
                <a:latin typeface="DejaVu Sans"/>
                <a:ea typeface="DejaVu Sans"/>
                <a:cs typeface="DejaVu Sans"/>
              </a:defRPr>
            </a:lvl4pPr>
            <a:lvl5pPr algn="l">
              <a:defRPr sz="975" b="0">
                <a:solidFill>
                  <a:srgbClr val="577078"/>
                </a:solidFill>
                <a:latin typeface="DejaVu Sans"/>
                <a:ea typeface="DejaVu Sans"/>
                <a:cs typeface="DejaVu Sans"/>
              </a:defRPr>
            </a:lvl5pPr>
            <a:lvl6pPr algn="l">
              <a:defRPr sz="975" b="0">
                <a:solidFill>
                  <a:srgbClr val="577078"/>
                </a:solidFill>
                <a:latin typeface="DejaVu Sans"/>
                <a:ea typeface="DejaVu Sans"/>
                <a:cs typeface="DejaVu Sans"/>
              </a:defRPr>
            </a:lvl6pPr>
            <a:lvl7pPr algn="l">
              <a:defRPr sz="975" b="0">
                <a:solidFill>
                  <a:srgbClr val="577078"/>
                </a:solidFill>
                <a:latin typeface="DejaVu Sans"/>
                <a:ea typeface="DejaVu Sans"/>
                <a:cs typeface="DejaVu Sans"/>
              </a:defRPr>
            </a:lvl7pPr>
            <a:lvl8pPr algn="l">
              <a:defRPr sz="975" b="0">
                <a:solidFill>
                  <a:srgbClr val="577078"/>
                </a:solidFill>
                <a:latin typeface="DejaVu Sans"/>
                <a:ea typeface="DejaVu Sans"/>
                <a:cs typeface="DejaVu Sans"/>
              </a:defRPr>
            </a:lvl8pPr>
            <a:lvl9pPr algn="l">
              <a:defRPr sz="975" b="0">
                <a:solidFill>
                  <a:srgbClr val="577078"/>
                </a:solidFill>
                <a:latin typeface="DejaVu Sans"/>
                <a:ea typeface="DejaVu Sans"/>
                <a:cs typeface="DejaVu Sans"/>
              </a:defRPr>
            </a:lvl9pPr>
          </a:lstStyle>
          <a:p xmlns:a="http://schemas.openxmlformats.org/drawingml/2006/main">
            <a:pPr algn="l">
              <a:lnSpc>
                <a:spcPct val="112000"/>
              </a:lnSpc>
              <a:buNone/>
              <a:defRPr sz="975" b="0">
                <a:solidFill>
                  <a:srgbClr val="577078"/>
                </a:solidFill>
                <a:latin typeface="DejaVu Sans"/>
                <a:ea typeface="DejaVu Sans"/>
                <a:cs typeface="DejaVu Sans"/>
              </a:defRPr>
            </a:pPr>
            <a:r>
              <a:rPr sz="975" b="0">
                <a:solidFill>
                  <a:srgbClr val="577078"/>
                </a:solidFill>
                <a:latin typeface="DejaVu Sans"/>
                <a:ea typeface="DejaVu Sans"/>
                <a:cs typeface="DejaVu Sans"/>
              </a:rPr>
              <a:t>Sergio Gevatschnaider  ·  Russell &amp; Norvig</a:t>
            </a:r>
          </a:p>
        </p:txBody>
      </p:sp>
      <p:sp>
        <p:nvSpPr>
          <p:cNvPr id="7" name="text-r4asthigl0k">
            <a:extLst xmlns:a="http://schemas.openxmlformats.org/drawingml/2006/main">
              <a:ext uri="{FF2B5EF4-FFF2-40B4-BE49-F238E27FC236}">
                <a16:creationId xmlns:a16="http://schemas.microsoft.com/office/drawing/2014/main" id="{CEADF110-A224-44F3-9B21-C45985364306}"/>
              </a:ext>
            </a:extLst>
          </p:cNvPr>
          <p:cNvSpPr>
            <a:spLocks xmlns:a="http://schemas.openxmlformats.org/drawingml/2006/main" noGrp="1"/>
          </p:cNvSpPr>
          <p:nvPr/>
        </p:nvSpPr>
        <p:spPr>
          <a:xfrm xmlns:a="http://schemas.openxmlformats.org/drawingml/2006/main">
            <a:off x="10934700" y="6296025"/>
            <a:ext cx="6477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725" b="1">
                <a:solidFill>
                  <a:srgbClr val="087D78"/>
                </a:solidFill>
                <a:latin typeface="DejaVu Sans"/>
                <a:ea typeface="DejaVu Sans"/>
                <a:cs typeface="DejaVu Sans"/>
              </a:defRPr>
            </a:defPPr>
            <a:lvl1pPr algn="r">
              <a:defRPr sz="1725" b="1">
                <a:solidFill>
                  <a:srgbClr val="087D78"/>
                </a:solidFill>
                <a:latin typeface="DejaVu Sans"/>
                <a:ea typeface="DejaVu Sans"/>
                <a:cs typeface="DejaVu Sans"/>
              </a:defRPr>
            </a:lvl1pPr>
            <a:lvl2pPr algn="r">
              <a:defRPr sz="1725" b="1">
                <a:solidFill>
                  <a:srgbClr val="087D78"/>
                </a:solidFill>
                <a:latin typeface="DejaVu Sans"/>
                <a:ea typeface="DejaVu Sans"/>
                <a:cs typeface="DejaVu Sans"/>
              </a:defRPr>
            </a:lvl2pPr>
            <a:lvl3pPr algn="r">
              <a:defRPr sz="1725" b="1">
                <a:solidFill>
                  <a:srgbClr val="087D78"/>
                </a:solidFill>
                <a:latin typeface="DejaVu Sans"/>
                <a:ea typeface="DejaVu Sans"/>
                <a:cs typeface="DejaVu Sans"/>
              </a:defRPr>
            </a:lvl3pPr>
            <a:lvl4pPr algn="r">
              <a:defRPr sz="1725" b="1">
                <a:solidFill>
                  <a:srgbClr val="087D78"/>
                </a:solidFill>
                <a:latin typeface="DejaVu Sans"/>
                <a:ea typeface="DejaVu Sans"/>
                <a:cs typeface="DejaVu Sans"/>
              </a:defRPr>
            </a:lvl4pPr>
            <a:lvl5pPr algn="r">
              <a:defRPr sz="1725" b="1">
                <a:solidFill>
                  <a:srgbClr val="087D78"/>
                </a:solidFill>
                <a:latin typeface="DejaVu Sans"/>
                <a:ea typeface="DejaVu Sans"/>
                <a:cs typeface="DejaVu Sans"/>
              </a:defRPr>
            </a:lvl5pPr>
            <a:lvl6pPr algn="r">
              <a:defRPr sz="1725" b="1">
                <a:solidFill>
                  <a:srgbClr val="087D78"/>
                </a:solidFill>
                <a:latin typeface="DejaVu Sans"/>
                <a:ea typeface="DejaVu Sans"/>
                <a:cs typeface="DejaVu Sans"/>
              </a:defRPr>
            </a:lvl6pPr>
            <a:lvl7pPr algn="r">
              <a:defRPr sz="1725" b="1">
                <a:solidFill>
                  <a:srgbClr val="087D78"/>
                </a:solidFill>
                <a:latin typeface="DejaVu Sans"/>
                <a:ea typeface="DejaVu Sans"/>
                <a:cs typeface="DejaVu Sans"/>
              </a:defRPr>
            </a:lvl7pPr>
            <a:lvl8pPr algn="r">
              <a:defRPr sz="1725" b="1">
                <a:solidFill>
                  <a:srgbClr val="087D78"/>
                </a:solidFill>
                <a:latin typeface="DejaVu Sans"/>
                <a:ea typeface="DejaVu Sans"/>
                <a:cs typeface="DejaVu Sans"/>
              </a:defRPr>
            </a:lvl8pPr>
            <a:lvl9pPr algn="r">
              <a:defRPr sz="1725" b="1">
                <a:solidFill>
                  <a:srgbClr val="087D78"/>
                </a:solidFill>
                <a:latin typeface="DejaVu Sans"/>
                <a:ea typeface="DejaVu Sans"/>
                <a:cs typeface="DejaVu Sans"/>
              </a:defRPr>
            </a:lvl9pPr>
          </a:lstStyle>
          <a:p xmlns:a="http://schemas.openxmlformats.org/drawingml/2006/main">
            <a:pPr algn="r">
              <a:lnSpc>
                <a:spcPct val="112000"/>
              </a:lnSpc>
              <a:buNone/>
              <a:defRPr sz="1725" b="1">
                <a:solidFill>
                  <a:srgbClr val="087D78"/>
                </a:solidFill>
                <a:latin typeface="DejaVu Sans"/>
                <a:ea typeface="DejaVu Sans"/>
                <a:cs typeface="DejaVu Sans"/>
              </a:defRPr>
            </a:pPr>
            <a:r>
              <a:rPr sz="1725" b="1">
                <a:solidFill>
                  <a:srgbClr val="087D78"/>
                </a:solidFill>
                <a:latin typeface="DejaVu Sans"/>
                <a:ea typeface="DejaVu Sans"/>
                <a:cs typeface="DejaVu Sans"/>
              </a:rPr>
              <a:t>06</a:t>
            </a:r>
          </a:p>
        </p:txBody>
      </p:sp>
      <p:sp>
        <p:nvSpPr>
          <p:cNvPr id="8" name="">
            <a:extLst xmlns:a="http://schemas.openxmlformats.org/drawingml/2006/main">
              <a:ext uri="{FF2B5EF4-FFF2-40B4-BE49-F238E27FC236}">
                <a16:creationId xmlns:a16="http://schemas.microsoft.com/office/drawing/2014/main" id="{5611CD99-D203-448C-82BE-7C4566E9E48B}"/>
              </a:ext>
            </a:extLst>
          </p:cNvPr>
          <p:cNvSpPr>
            <a:spLocks xmlns:a="http://schemas.openxmlformats.org/drawingml/2006/main" noGrp="1"/>
          </p:cNvSpPr>
          <p:nvPr/>
        </p:nvSpPr>
        <p:spPr>
          <a:xfrm xmlns:a="http://schemas.openxmlformats.org/drawingml/2006/main">
            <a:off x="609600" y="2571750"/>
            <a:ext cx="5353050" cy="1619250"/>
          </a:xfrm>
          <a:prstGeom xmlns:a="http://schemas.openxmlformats.org/drawingml/2006/main" prst="rect">
            <a:avLst/>
          </a:prstGeom>
          <a:solidFill xmlns:a="http://schemas.openxmlformats.org/drawingml/2006/main">
            <a:srgbClr val="FFFDFA"/>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C60632E2-C321-48A8-B7E0-FC9176C15EDD}"/>
              </a:ext>
            </a:extLst>
          </p:cNvPr>
          <p:cNvSpPr>
            <a:spLocks xmlns:a="http://schemas.openxmlformats.org/drawingml/2006/main" noGrp="1"/>
          </p:cNvSpPr>
          <p:nvPr/>
        </p:nvSpPr>
        <p:spPr>
          <a:xfrm xmlns:a="http://schemas.openxmlformats.org/drawingml/2006/main">
            <a:off x="609600" y="2571750"/>
            <a:ext cx="38100" cy="1619250"/>
          </a:xfrm>
          <a:prstGeom xmlns:a="http://schemas.openxmlformats.org/drawingml/2006/main" prst="rect">
            <a:avLst/>
          </a:prstGeom>
          <a:solidFill xmlns:a="http://schemas.openxmlformats.org/drawingml/2006/main">
            <a:srgbClr val="087D78"/>
          </a:solidFill>
          <a:ln xmlns:a="http://schemas.openxmlformats.org/drawingml/2006/main" w="0">
            <a:noFill/>
            <a:prstDash val="solid"/>
          </a:ln>
        </p:spPr>
      </p:sp>
      <p:sp>
        <p:nvSpPr>
          <p:cNvPr id="10" name="text-27c0e2lvlly">
            <a:extLst xmlns:a="http://schemas.openxmlformats.org/drawingml/2006/main">
              <a:ext uri="{FF2B5EF4-FFF2-40B4-BE49-F238E27FC236}">
                <a16:creationId xmlns:a16="http://schemas.microsoft.com/office/drawing/2014/main" id="{FA75B144-E690-4AAC-A811-9EB93438E4EF}"/>
              </a:ext>
            </a:extLst>
          </p:cNvPr>
          <p:cNvSpPr>
            <a:spLocks xmlns:a="http://schemas.openxmlformats.org/drawingml/2006/main" noGrp="1"/>
          </p:cNvSpPr>
          <p:nvPr/>
        </p:nvSpPr>
        <p:spPr>
          <a:xfrm xmlns:a="http://schemas.openxmlformats.org/drawingml/2006/main">
            <a:off x="819150" y="2743200"/>
            <a:ext cx="49339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1">
                <a:solidFill>
                  <a:srgbClr val="10242B"/>
                </a:solidFill>
                <a:latin typeface="DejaVu Sans"/>
                <a:ea typeface="DejaVu Sans"/>
                <a:cs typeface="DejaVu Sans"/>
              </a:defRPr>
            </a:defPPr>
            <a:lvl1pPr algn="l">
              <a:defRPr sz="1800" b="1">
                <a:solidFill>
                  <a:srgbClr val="10242B"/>
                </a:solidFill>
                <a:latin typeface="DejaVu Sans"/>
                <a:ea typeface="DejaVu Sans"/>
                <a:cs typeface="DejaVu Sans"/>
              </a:defRPr>
            </a:lvl1pPr>
            <a:lvl2pPr algn="l">
              <a:defRPr sz="1800" b="1">
                <a:solidFill>
                  <a:srgbClr val="10242B"/>
                </a:solidFill>
                <a:latin typeface="DejaVu Sans"/>
                <a:ea typeface="DejaVu Sans"/>
                <a:cs typeface="DejaVu Sans"/>
              </a:defRPr>
            </a:lvl2pPr>
            <a:lvl3pPr algn="l">
              <a:defRPr sz="1800" b="1">
                <a:solidFill>
                  <a:srgbClr val="10242B"/>
                </a:solidFill>
                <a:latin typeface="DejaVu Sans"/>
                <a:ea typeface="DejaVu Sans"/>
                <a:cs typeface="DejaVu Sans"/>
              </a:defRPr>
            </a:lvl3pPr>
            <a:lvl4pPr algn="l">
              <a:defRPr sz="1800" b="1">
                <a:solidFill>
                  <a:srgbClr val="10242B"/>
                </a:solidFill>
                <a:latin typeface="DejaVu Sans"/>
                <a:ea typeface="DejaVu Sans"/>
                <a:cs typeface="DejaVu Sans"/>
              </a:defRPr>
            </a:lvl4pPr>
            <a:lvl5pPr algn="l">
              <a:defRPr sz="1800" b="1">
                <a:solidFill>
                  <a:srgbClr val="10242B"/>
                </a:solidFill>
                <a:latin typeface="DejaVu Sans"/>
                <a:ea typeface="DejaVu Sans"/>
                <a:cs typeface="DejaVu Sans"/>
              </a:defRPr>
            </a:lvl5pPr>
            <a:lvl6pPr algn="l">
              <a:defRPr sz="1800" b="1">
                <a:solidFill>
                  <a:srgbClr val="10242B"/>
                </a:solidFill>
                <a:latin typeface="DejaVu Sans"/>
                <a:ea typeface="DejaVu Sans"/>
                <a:cs typeface="DejaVu Sans"/>
              </a:defRPr>
            </a:lvl6pPr>
            <a:lvl7pPr algn="l">
              <a:defRPr sz="1800" b="1">
                <a:solidFill>
                  <a:srgbClr val="10242B"/>
                </a:solidFill>
                <a:latin typeface="DejaVu Sans"/>
                <a:ea typeface="DejaVu Sans"/>
                <a:cs typeface="DejaVu Sans"/>
              </a:defRPr>
            </a:lvl7pPr>
            <a:lvl8pPr algn="l">
              <a:defRPr sz="1800" b="1">
                <a:solidFill>
                  <a:srgbClr val="10242B"/>
                </a:solidFill>
                <a:latin typeface="DejaVu Sans"/>
                <a:ea typeface="DejaVu Sans"/>
                <a:cs typeface="DejaVu Sans"/>
              </a:defRPr>
            </a:lvl8pPr>
            <a:lvl9pPr algn="l">
              <a:defRPr sz="1800" b="1">
                <a:solidFill>
                  <a:srgbClr val="10242B"/>
                </a:solidFill>
                <a:latin typeface="DejaVu Sans"/>
                <a:ea typeface="DejaVu Sans"/>
                <a:cs typeface="DejaVu Sans"/>
              </a:defRPr>
            </a:lvl9pPr>
          </a:lstStyle>
          <a:p xmlns:a="http://schemas.openxmlformats.org/drawingml/2006/main">
            <a:pPr algn="l">
              <a:lnSpc>
                <a:spcPct val="112000"/>
              </a:lnSpc>
              <a:buNone/>
              <a:defRPr sz="1800" b="1">
                <a:solidFill>
                  <a:srgbClr val="10242B"/>
                </a:solidFill>
                <a:latin typeface="DejaVu Sans"/>
                <a:ea typeface="DejaVu Sans"/>
                <a:cs typeface="DejaVu Sans"/>
              </a:defRPr>
            </a:pPr>
            <a:r>
              <a:rPr sz="1800" b="1">
                <a:solidFill>
                  <a:srgbClr val="10242B"/>
                </a:solidFill>
                <a:latin typeface="DejaVu Sans"/>
                <a:ea typeface="DejaVu Sans"/>
                <a:cs typeface="DejaVu Sans"/>
              </a:rPr>
              <a:t>Reflex</a:t>
            </a:r>
          </a:p>
        </p:txBody>
      </p:sp>
      <p:sp>
        <p:nvSpPr>
          <p:cNvPr id="11" name="text-eb2jmkguidc">
            <a:extLst xmlns:a="http://schemas.openxmlformats.org/drawingml/2006/main">
              <a:ext uri="{FF2B5EF4-FFF2-40B4-BE49-F238E27FC236}">
                <a16:creationId xmlns:a16="http://schemas.microsoft.com/office/drawing/2014/main" id="{F2E69340-4AE7-4501-8D9D-2497AEEE2541}"/>
              </a:ext>
            </a:extLst>
          </p:cNvPr>
          <p:cNvSpPr>
            <a:spLocks xmlns:a="http://schemas.openxmlformats.org/drawingml/2006/main" noGrp="1"/>
          </p:cNvSpPr>
          <p:nvPr/>
        </p:nvSpPr>
        <p:spPr>
          <a:xfrm xmlns:a="http://schemas.openxmlformats.org/drawingml/2006/main">
            <a:off x="819150" y="3362325"/>
            <a:ext cx="49339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577078"/>
                </a:solidFill>
                <a:latin typeface="DejaVu Sans"/>
                <a:ea typeface="DejaVu Sans"/>
                <a:cs typeface="DejaVu Sans"/>
              </a:defRPr>
            </a:defPPr>
            <a:lvl1pPr algn="l">
              <a:defRPr sz="1650" b="0">
                <a:solidFill>
                  <a:srgbClr val="577078"/>
                </a:solidFill>
                <a:latin typeface="DejaVu Sans"/>
                <a:ea typeface="DejaVu Sans"/>
                <a:cs typeface="DejaVu Sans"/>
              </a:defRPr>
            </a:lvl1pPr>
            <a:lvl2pPr algn="l">
              <a:defRPr sz="1650" b="0">
                <a:solidFill>
                  <a:srgbClr val="577078"/>
                </a:solidFill>
                <a:latin typeface="DejaVu Sans"/>
                <a:ea typeface="DejaVu Sans"/>
                <a:cs typeface="DejaVu Sans"/>
              </a:defRPr>
            </a:lvl2pPr>
            <a:lvl3pPr algn="l">
              <a:defRPr sz="1650" b="0">
                <a:solidFill>
                  <a:srgbClr val="577078"/>
                </a:solidFill>
                <a:latin typeface="DejaVu Sans"/>
                <a:ea typeface="DejaVu Sans"/>
                <a:cs typeface="DejaVu Sans"/>
              </a:defRPr>
            </a:lvl3pPr>
            <a:lvl4pPr algn="l">
              <a:defRPr sz="1650" b="0">
                <a:solidFill>
                  <a:srgbClr val="577078"/>
                </a:solidFill>
                <a:latin typeface="DejaVu Sans"/>
                <a:ea typeface="DejaVu Sans"/>
                <a:cs typeface="DejaVu Sans"/>
              </a:defRPr>
            </a:lvl4pPr>
            <a:lvl5pPr algn="l">
              <a:defRPr sz="1650" b="0">
                <a:solidFill>
                  <a:srgbClr val="577078"/>
                </a:solidFill>
                <a:latin typeface="DejaVu Sans"/>
                <a:ea typeface="DejaVu Sans"/>
                <a:cs typeface="DejaVu Sans"/>
              </a:defRPr>
            </a:lvl5pPr>
            <a:lvl6pPr algn="l">
              <a:defRPr sz="1650" b="0">
                <a:solidFill>
                  <a:srgbClr val="577078"/>
                </a:solidFill>
                <a:latin typeface="DejaVu Sans"/>
                <a:ea typeface="DejaVu Sans"/>
                <a:cs typeface="DejaVu Sans"/>
              </a:defRPr>
            </a:lvl6pPr>
            <a:lvl7pPr algn="l">
              <a:defRPr sz="1650" b="0">
                <a:solidFill>
                  <a:srgbClr val="577078"/>
                </a:solidFill>
                <a:latin typeface="DejaVu Sans"/>
                <a:ea typeface="DejaVu Sans"/>
                <a:cs typeface="DejaVu Sans"/>
              </a:defRPr>
            </a:lvl7pPr>
            <a:lvl8pPr algn="l">
              <a:defRPr sz="1650" b="0">
                <a:solidFill>
                  <a:srgbClr val="577078"/>
                </a:solidFill>
                <a:latin typeface="DejaVu Sans"/>
                <a:ea typeface="DejaVu Sans"/>
                <a:cs typeface="DejaVu Sans"/>
              </a:defRPr>
            </a:lvl8pPr>
            <a:lvl9pPr algn="l">
              <a:defRPr sz="1650" b="0">
                <a:solidFill>
                  <a:srgbClr val="577078"/>
                </a:solidFill>
                <a:latin typeface="DejaVu Sans"/>
                <a:ea typeface="DejaVu Sans"/>
                <a:cs typeface="DejaVu Sans"/>
              </a:defRPr>
            </a:lvl9pPr>
          </a:lstStyle>
          <a:p xmlns:a="http://schemas.openxmlformats.org/drawingml/2006/main">
            <a:pPr algn="l">
              <a:lnSpc>
                <a:spcPct val="112000"/>
              </a:lnSpc>
              <a:buNone/>
              <a:defRPr sz="1650" b="0">
                <a:solidFill>
                  <a:srgbClr val="577078"/>
                </a:solidFill>
                <a:latin typeface="DejaVu Sans"/>
                <a:ea typeface="DejaVu Sans"/>
                <a:cs typeface="DejaVu Sans"/>
              </a:defRPr>
            </a:pPr>
            <a:r>
              <a:rPr sz="1650" b="0">
                <a:solidFill>
                  <a:srgbClr val="577078"/>
                </a:solidFill>
                <a:latin typeface="DejaVu Sans"/>
                <a:ea typeface="DejaVu Sans"/>
                <a:cs typeface="DejaVu Sans"/>
              </a:rPr>
              <a:t>Responds to signals through rules. Example: thermostat.</a:t>
            </a:r>
          </a:p>
        </p:txBody>
      </p:sp>
      <p:sp>
        <p:nvSpPr>
          <p:cNvPr id="12" name="">
            <a:extLst xmlns:a="http://schemas.openxmlformats.org/drawingml/2006/main">
              <a:ext uri="{FF2B5EF4-FFF2-40B4-BE49-F238E27FC236}">
                <a16:creationId xmlns:a16="http://schemas.microsoft.com/office/drawing/2014/main" id="{46AB0225-8BC5-431B-8D4C-DE9E41F2E5EE}"/>
              </a:ext>
            </a:extLst>
          </p:cNvPr>
          <p:cNvSpPr>
            <a:spLocks xmlns:a="http://schemas.openxmlformats.org/drawingml/2006/main" noGrp="1"/>
          </p:cNvSpPr>
          <p:nvPr/>
        </p:nvSpPr>
        <p:spPr>
          <a:xfrm xmlns:a="http://schemas.openxmlformats.org/drawingml/2006/main">
            <a:off x="6229350" y="2571750"/>
            <a:ext cx="5353050" cy="1619250"/>
          </a:xfrm>
          <a:prstGeom xmlns:a="http://schemas.openxmlformats.org/drawingml/2006/main" prst="rect">
            <a:avLst/>
          </a:prstGeom>
          <a:solidFill xmlns:a="http://schemas.openxmlformats.org/drawingml/2006/main">
            <a:srgbClr val="FFFDFA"/>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2BB3188F-154E-4661-839B-5E4424E7BA8F}"/>
              </a:ext>
            </a:extLst>
          </p:cNvPr>
          <p:cNvSpPr>
            <a:spLocks xmlns:a="http://schemas.openxmlformats.org/drawingml/2006/main" noGrp="1"/>
          </p:cNvSpPr>
          <p:nvPr/>
        </p:nvSpPr>
        <p:spPr>
          <a:xfrm xmlns:a="http://schemas.openxmlformats.org/drawingml/2006/main">
            <a:off x="6229350" y="2571750"/>
            <a:ext cx="38100" cy="1619250"/>
          </a:xfrm>
          <a:prstGeom xmlns:a="http://schemas.openxmlformats.org/drawingml/2006/main" prst="rect">
            <a:avLst/>
          </a:prstGeom>
          <a:solidFill xmlns:a="http://schemas.openxmlformats.org/drawingml/2006/main">
            <a:srgbClr val="D64136"/>
          </a:solidFill>
          <a:ln xmlns:a="http://schemas.openxmlformats.org/drawingml/2006/main" w="0">
            <a:noFill/>
            <a:prstDash val="solid"/>
          </a:ln>
        </p:spPr>
      </p:sp>
      <p:sp>
        <p:nvSpPr>
          <p:cNvPr id="14" name="text-sbj1logzy9">
            <a:extLst xmlns:a="http://schemas.openxmlformats.org/drawingml/2006/main">
              <a:ext uri="{FF2B5EF4-FFF2-40B4-BE49-F238E27FC236}">
                <a16:creationId xmlns:a16="http://schemas.microsoft.com/office/drawing/2014/main" id="{819E0441-B21F-4D50-8F4A-096CBB7B9313}"/>
              </a:ext>
            </a:extLst>
          </p:cNvPr>
          <p:cNvSpPr>
            <a:spLocks xmlns:a="http://schemas.openxmlformats.org/drawingml/2006/main" noGrp="1"/>
          </p:cNvSpPr>
          <p:nvPr/>
        </p:nvSpPr>
        <p:spPr>
          <a:xfrm xmlns:a="http://schemas.openxmlformats.org/drawingml/2006/main">
            <a:off x="6438900" y="2743200"/>
            <a:ext cx="49339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1">
                <a:solidFill>
                  <a:srgbClr val="10242B"/>
                </a:solidFill>
                <a:latin typeface="DejaVu Sans"/>
                <a:ea typeface="DejaVu Sans"/>
                <a:cs typeface="DejaVu Sans"/>
              </a:defRPr>
            </a:defPPr>
            <a:lvl1pPr algn="l">
              <a:defRPr sz="1800" b="1">
                <a:solidFill>
                  <a:srgbClr val="10242B"/>
                </a:solidFill>
                <a:latin typeface="DejaVu Sans"/>
                <a:ea typeface="DejaVu Sans"/>
                <a:cs typeface="DejaVu Sans"/>
              </a:defRPr>
            </a:lvl1pPr>
            <a:lvl2pPr algn="l">
              <a:defRPr sz="1800" b="1">
                <a:solidFill>
                  <a:srgbClr val="10242B"/>
                </a:solidFill>
                <a:latin typeface="DejaVu Sans"/>
                <a:ea typeface="DejaVu Sans"/>
                <a:cs typeface="DejaVu Sans"/>
              </a:defRPr>
            </a:lvl2pPr>
            <a:lvl3pPr algn="l">
              <a:defRPr sz="1800" b="1">
                <a:solidFill>
                  <a:srgbClr val="10242B"/>
                </a:solidFill>
                <a:latin typeface="DejaVu Sans"/>
                <a:ea typeface="DejaVu Sans"/>
                <a:cs typeface="DejaVu Sans"/>
              </a:defRPr>
            </a:lvl3pPr>
            <a:lvl4pPr algn="l">
              <a:defRPr sz="1800" b="1">
                <a:solidFill>
                  <a:srgbClr val="10242B"/>
                </a:solidFill>
                <a:latin typeface="DejaVu Sans"/>
                <a:ea typeface="DejaVu Sans"/>
                <a:cs typeface="DejaVu Sans"/>
              </a:defRPr>
            </a:lvl4pPr>
            <a:lvl5pPr algn="l">
              <a:defRPr sz="1800" b="1">
                <a:solidFill>
                  <a:srgbClr val="10242B"/>
                </a:solidFill>
                <a:latin typeface="DejaVu Sans"/>
                <a:ea typeface="DejaVu Sans"/>
                <a:cs typeface="DejaVu Sans"/>
              </a:defRPr>
            </a:lvl5pPr>
            <a:lvl6pPr algn="l">
              <a:defRPr sz="1800" b="1">
                <a:solidFill>
                  <a:srgbClr val="10242B"/>
                </a:solidFill>
                <a:latin typeface="DejaVu Sans"/>
                <a:ea typeface="DejaVu Sans"/>
                <a:cs typeface="DejaVu Sans"/>
              </a:defRPr>
            </a:lvl6pPr>
            <a:lvl7pPr algn="l">
              <a:defRPr sz="1800" b="1">
                <a:solidFill>
                  <a:srgbClr val="10242B"/>
                </a:solidFill>
                <a:latin typeface="DejaVu Sans"/>
                <a:ea typeface="DejaVu Sans"/>
                <a:cs typeface="DejaVu Sans"/>
              </a:defRPr>
            </a:lvl7pPr>
            <a:lvl8pPr algn="l">
              <a:defRPr sz="1800" b="1">
                <a:solidFill>
                  <a:srgbClr val="10242B"/>
                </a:solidFill>
                <a:latin typeface="DejaVu Sans"/>
                <a:ea typeface="DejaVu Sans"/>
                <a:cs typeface="DejaVu Sans"/>
              </a:defRPr>
            </a:lvl8pPr>
            <a:lvl9pPr algn="l">
              <a:defRPr sz="1800" b="1">
                <a:solidFill>
                  <a:srgbClr val="10242B"/>
                </a:solidFill>
                <a:latin typeface="DejaVu Sans"/>
                <a:ea typeface="DejaVu Sans"/>
                <a:cs typeface="DejaVu Sans"/>
              </a:defRPr>
            </a:lvl9pPr>
          </a:lstStyle>
          <a:p xmlns:a="http://schemas.openxmlformats.org/drawingml/2006/main">
            <a:pPr algn="l">
              <a:lnSpc>
                <a:spcPct val="112000"/>
              </a:lnSpc>
              <a:buNone/>
              <a:defRPr sz="1800" b="1">
                <a:solidFill>
                  <a:srgbClr val="10242B"/>
                </a:solidFill>
                <a:latin typeface="DejaVu Sans"/>
                <a:ea typeface="DejaVu Sans"/>
                <a:cs typeface="DejaVu Sans"/>
              </a:defRPr>
            </a:pPr>
            <a:r>
              <a:rPr sz="1800" b="1">
                <a:solidFill>
                  <a:srgbClr val="10242B"/>
                </a:solidFill>
                <a:latin typeface="DejaVu Sans"/>
                <a:ea typeface="DejaVu Sans"/>
                <a:cs typeface="DejaVu Sans"/>
              </a:rPr>
              <a:t>Model based</a:t>
            </a:r>
          </a:p>
        </p:txBody>
      </p:sp>
      <p:sp>
        <p:nvSpPr>
          <p:cNvPr id="15" name="text-7fmp4dwv50s">
            <a:extLst xmlns:a="http://schemas.openxmlformats.org/drawingml/2006/main">
              <a:ext uri="{FF2B5EF4-FFF2-40B4-BE49-F238E27FC236}">
                <a16:creationId xmlns:a16="http://schemas.microsoft.com/office/drawing/2014/main" id="{F45C7ABC-F535-4AF4-B132-38106340845C}"/>
              </a:ext>
            </a:extLst>
          </p:cNvPr>
          <p:cNvSpPr>
            <a:spLocks xmlns:a="http://schemas.openxmlformats.org/drawingml/2006/main" noGrp="1"/>
          </p:cNvSpPr>
          <p:nvPr/>
        </p:nvSpPr>
        <p:spPr>
          <a:xfrm xmlns:a="http://schemas.openxmlformats.org/drawingml/2006/main">
            <a:off x="6438900" y="3362325"/>
            <a:ext cx="49339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577078"/>
                </a:solidFill>
                <a:latin typeface="DejaVu Sans"/>
                <a:ea typeface="DejaVu Sans"/>
                <a:cs typeface="DejaVu Sans"/>
              </a:defRPr>
            </a:defPPr>
            <a:lvl1pPr algn="l">
              <a:defRPr sz="1650" b="0">
                <a:solidFill>
                  <a:srgbClr val="577078"/>
                </a:solidFill>
                <a:latin typeface="DejaVu Sans"/>
                <a:ea typeface="DejaVu Sans"/>
                <a:cs typeface="DejaVu Sans"/>
              </a:defRPr>
            </a:lvl1pPr>
            <a:lvl2pPr algn="l">
              <a:defRPr sz="1650" b="0">
                <a:solidFill>
                  <a:srgbClr val="577078"/>
                </a:solidFill>
                <a:latin typeface="DejaVu Sans"/>
                <a:ea typeface="DejaVu Sans"/>
                <a:cs typeface="DejaVu Sans"/>
              </a:defRPr>
            </a:lvl2pPr>
            <a:lvl3pPr algn="l">
              <a:defRPr sz="1650" b="0">
                <a:solidFill>
                  <a:srgbClr val="577078"/>
                </a:solidFill>
                <a:latin typeface="DejaVu Sans"/>
                <a:ea typeface="DejaVu Sans"/>
                <a:cs typeface="DejaVu Sans"/>
              </a:defRPr>
            </a:lvl3pPr>
            <a:lvl4pPr algn="l">
              <a:defRPr sz="1650" b="0">
                <a:solidFill>
                  <a:srgbClr val="577078"/>
                </a:solidFill>
                <a:latin typeface="DejaVu Sans"/>
                <a:ea typeface="DejaVu Sans"/>
                <a:cs typeface="DejaVu Sans"/>
              </a:defRPr>
            </a:lvl4pPr>
            <a:lvl5pPr algn="l">
              <a:defRPr sz="1650" b="0">
                <a:solidFill>
                  <a:srgbClr val="577078"/>
                </a:solidFill>
                <a:latin typeface="DejaVu Sans"/>
                <a:ea typeface="DejaVu Sans"/>
                <a:cs typeface="DejaVu Sans"/>
              </a:defRPr>
            </a:lvl5pPr>
            <a:lvl6pPr algn="l">
              <a:defRPr sz="1650" b="0">
                <a:solidFill>
                  <a:srgbClr val="577078"/>
                </a:solidFill>
                <a:latin typeface="DejaVu Sans"/>
                <a:ea typeface="DejaVu Sans"/>
                <a:cs typeface="DejaVu Sans"/>
              </a:defRPr>
            </a:lvl6pPr>
            <a:lvl7pPr algn="l">
              <a:defRPr sz="1650" b="0">
                <a:solidFill>
                  <a:srgbClr val="577078"/>
                </a:solidFill>
                <a:latin typeface="DejaVu Sans"/>
                <a:ea typeface="DejaVu Sans"/>
                <a:cs typeface="DejaVu Sans"/>
              </a:defRPr>
            </a:lvl7pPr>
            <a:lvl8pPr algn="l">
              <a:defRPr sz="1650" b="0">
                <a:solidFill>
                  <a:srgbClr val="577078"/>
                </a:solidFill>
                <a:latin typeface="DejaVu Sans"/>
                <a:ea typeface="DejaVu Sans"/>
                <a:cs typeface="DejaVu Sans"/>
              </a:defRPr>
            </a:lvl8pPr>
            <a:lvl9pPr algn="l">
              <a:defRPr sz="1650" b="0">
                <a:solidFill>
                  <a:srgbClr val="577078"/>
                </a:solidFill>
                <a:latin typeface="DejaVu Sans"/>
                <a:ea typeface="DejaVu Sans"/>
                <a:cs typeface="DejaVu Sans"/>
              </a:defRPr>
            </a:lvl9pPr>
          </a:lstStyle>
          <a:p xmlns:a="http://schemas.openxmlformats.org/drawingml/2006/main">
            <a:pPr algn="l">
              <a:lnSpc>
                <a:spcPct val="112000"/>
              </a:lnSpc>
              <a:buNone/>
              <a:defRPr sz="1650" b="0">
                <a:solidFill>
                  <a:srgbClr val="577078"/>
                </a:solidFill>
                <a:latin typeface="DejaVu Sans"/>
                <a:ea typeface="DejaVu Sans"/>
                <a:cs typeface="DejaVu Sans"/>
              </a:defRPr>
            </a:pPr>
            <a:r>
              <a:rPr sz="1650" b="0">
                <a:solidFill>
                  <a:srgbClr val="577078"/>
                </a:solidFill>
                <a:latin typeface="DejaVu Sans"/>
                <a:ea typeface="DejaVu Sans"/>
                <a:cs typeface="DejaVu Sans"/>
              </a:rPr>
              <a:t>Estimates parts of the world it cannot directly observe.</a:t>
            </a:r>
          </a:p>
        </p:txBody>
      </p:sp>
      <p:sp>
        <p:nvSpPr>
          <p:cNvPr id="16" name="">
            <a:extLst xmlns:a="http://schemas.openxmlformats.org/drawingml/2006/main">
              <a:ext uri="{FF2B5EF4-FFF2-40B4-BE49-F238E27FC236}">
                <a16:creationId xmlns:a16="http://schemas.microsoft.com/office/drawing/2014/main" id="{19BB36DD-EB45-4A5B-8827-395430603053}"/>
              </a:ext>
            </a:extLst>
          </p:cNvPr>
          <p:cNvSpPr>
            <a:spLocks xmlns:a="http://schemas.openxmlformats.org/drawingml/2006/main" noGrp="1"/>
          </p:cNvSpPr>
          <p:nvPr/>
        </p:nvSpPr>
        <p:spPr>
          <a:xfrm xmlns:a="http://schemas.openxmlformats.org/drawingml/2006/main">
            <a:off x="609600" y="4381500"/>
            <a:ext cx="5353050" cy="1619250"/>
          </a:xfrm>
          <a:prstGeom xmlns:a="http://schemas.openxmlformats.org/drawingml/2006/main" prst="rect">
            <a:avLst/>
          </a:prstGeom>
          <a:solidFill xmlns:a="http://schemas.openxmlformats.org/drawingml/2006/main">
            <a:srgbClr val="FFFDFA"/>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56565D0A-6D17-464F-B184-4B117A04889E}"/>
              </a:ext>
            </a:extLst>
          </p:cNvPr>
          <p:cNvSpPr>
            <a:spLocks xmlns:a="http://schemas.openxmlformats.org/drawingml/2006/main" noGrp="1"/>
          </p:cNvSpPr>
          <p:nvPr/>
        </p:nvSpPr>
        <p:spPr>
          <a:xfrm xmlns:a="http://schemas.openxmlformats.org/drawingml/2006/main">
            <a:off x="609600" y="4381500"/>
            <a:ext cx="38100" cy="1619250"/>
          </a:xfrm>
          <a:prstGeom xmlns:a="http://schemas.openxmlformats.org/drawingml/2006/main" prst="rect">
            <a:avLst/>
          </a:prstGeom>
          <a:solidFill xmlns:a="http://schemas.openxmlformats.org/drawingml/2006/main">
            <a:srgbClr val="E5B64B"/>
          </a:solidFill>
          <a:ln xmlns:a="http://schemas.openxmlformats.org/drawingml/2006/main" w="0">
            <a:noFill/>
            <a:prstDash val="solid"/>
          </a:ln>
        </p:spPr>
      </p:sp>
      <p:sp>
        <p:nvSpPr>
          <p:cNvPr id="18" name="text-2nc5y0ywpcb">
            <a:extLst xmlns:a="http://schemas.openxmlformats.org/drawingml/2006/main">
              <a:ext uri="{FF2B5EF4-FFF2-40B4-BE49-F238E27FC236}">
                <a16:creationId xmlns:a16="http://schemas.microsoft.com/office/drawing/2014/main" id="{D835F268-7FC6-4849-AE1A-752A3F6C786B}"/>
              </a:ext>
            </a:extLst>
          </p:cNvPr>
          <p:cNvSpPr>
            <a:spLocks xmlns:a="http://schemas.openxmlformats.org/drawingml/2006/main" noGrp="1"/>
          </p:cNvSpPr>
          <p:nvPr/>
        </p:nvSpPr>
        <p:spPr>
          <a:xfrm xmlns:a="http://schemas.openxmlformats.org/drawingml/2006/main">
            <a:off x="819150" y="4552950"/>
            <a:ext cx="49339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1">
                <a:solidFill>
                  <a:srgbClr val="10242B"/>
                </a:solidFill>
                <a:latin typeface="DejaVu Sans"/>
                <a:ea typeface="DejaVu Sans"/>
                <a:cs typeface="DejaVu Sans"/>
              </a:defRPr>
            </a:defPPr>
            <a:lvl1pPr algn="l">
              <a:defRPr sz="1800" b="1">
                <a:solidFill>
                  <a:srgbClr val="10242B"/>
                </a:solidFill>
                <a:latin typeface="DejaVu Sans"/>
                <a:ea typeface="DejaVu Sans"/>
                <a:cs typeface="DejaVu Sans"/>
              </a:defRPr>
            </a:lvl1pPr>
            <a:lvl2pPr algn="l">
              <a:defRPr sz="1800" b="1">
                <a:solidFill>
                  <a:srgbClr val="10242B"/>
                </a:solidFill>
                <a:latin typeface="DejaVu Sans"/>
                <a:ea typeface="DejaVu Sans"/>
                <a:cs typeface="DejaVu Sans"/>
              </a:defRPr>
            </a:lvl2pPr>
            <a:lvl3pPr algn="l">
              <a:defRPr sz="1800" b="1">
                <a:solidFill>
                  <a:srgbClr val="10242B"/>
                </a:solidFill>
                <a:latin typeface="DejaVu Sans"/>
                <a:ea typeface="DejaVu Sans"/>
                <a:cs typeface="DejaVu Sans"/>
              </a:defRPr>
            </a:lvl3pPr>
            <a:lvl4pPr algn="l">
              <a:defRPr sz="1800" b="1">
                <a:solidFill>
                  <a:srgbClr val="10242B"/>
                </a:solidFill>
                <a:latin typeface="DejaVu Sans"/>
                <a:ea typeface="DejaVu Sans"/>
                <a:cs typeface="DejaVu Sans"/>
              </a:defRPr>
            </a:lvl4pPr>
            <a:lvl5pPr algn="l">
              <a:defRPr sz="1800" b="1">
                <a:solidFill>
                  <a:srgbClr val="10242B"/>
                </a:solidFill>
                <a:latin typeface="DejaVu Sans"/>
                <a:ea typeface="DejaVu Sans"/>
                <a:cs typeface="DejaVu Sans"/>
              </a:defRPr>
            </a:lvl5pPr>
            <a:lvl6pPr algn="l">
              <a:defRPr sz="1800" b="1">
                <a:solidFill>
                  <a:srgbClr val="10242B"/>
                </a:solidFill>
                <a:latin typeface="DejaVu Sans"/>
                <a:ea typeface="DejaVu Sans"/>
                <a:cs typeface="DejaVu Sans"/>
              </a:defRPr>
            </a:lvl6pPr>
            <a:lvl7pPr algn="l">
              <a:defRPr sz="1800" b="1">
                <a:solidFill>
                  <a:srgbClr val="10242B"/>
                </a:solidFill>
                <a:latin typeface="DejaVu Sans"/>
                <a:ea typeface="DejaVu Sans"/>
                <a:cs typeface="DejaVu Sans"/>
              </a:defRPr>
            </a:lvl7pPr>
            <a:lvl8pPr algn="l">
              <a:defRPr sz="1800" b="1">
                <a:solidFill>
                  <a:srgbClr val="10242B"/>
                </a:solidFill>
                <a:latin typeface="DejaVu Sans"/>
                <a:ea typeface="DejaVu Sans"/>
                <a:cs typeface="DejaVu Sans"/>
              </a:defRPr>
            </a:lvl8pPr>
            <a:lvl9pPr algn="l">
              <a:defRPr sz="1800" b="1">
                <a:solidFill>
                  <a:srgbClr val="10242B"/>
                </a:solidFill>
                <a:latin typeface="DejaVu Sans"/>
                <a:ea typeface="DejaVu Sans"/>
                <a:cs typeface="DejaVu Sans"/>
              </a:defRPr>
            </a:lvl9pPr>
          </a:lstStyle>
          <a:p xmlns:a="http://schemas.openxmlformats.org/drawingml/2006/main">
            <a:pPr algn="l">
              <a:lnSpc>
                <a:spcPct val="112000"/>
              </a:lnSpc>
              <a:buNone/>
              <a:defRPr sz="1800" b="1">
                <a:solidFill>
                  <a:srgbClr val="10242B"/>
                </a:solidFill>
                <a:latin typeface="DejaVu Sans"/>
                <a:ea typeface="DejaVu Sans"/>
                <a:cs typeface="DejaVu Sans"/>
              </a:defRPr>
            </a:pPr>
            <a:r>
              <a:rPr sz="1800" b="1">
                <a:solidFill>
                  <a:srgbClr val="10242B"/>
                </a:solidFill>
                <a:latin typeface="DejaVu Sans"/>
                <a:ea typeface="DejaVu Sans"/>
                <a:cs typeface="DejaVu Sans"/>
              </a:rPr>
              <a:t>Goal based</a:t>
            </a:r>
          </a:p>
        </p:txBody>
      </p:sp>
      <p:sp>
        <p:nvSpPr>
          <p:cNvPr id="19" name="text-jokj2mw5ih">
            <a:extLst xmlns:a="http://schemas.openxmlformats.org/drawingml/2006/main">
              <a:ext uri="{FF2B5EF4-FFF2-40B4-BE49-F238E27FC236}">
                <a16:creationId xmlns:a16="http://schemas.microsoft.com/office/drawing/2014/main" id="{DA362A99-4E71-4C0E-891D-5995F65F5AEA}"/>
              </a:ext>
            </a:extLst>
          </p:cNvPr>
          <p:cNvSpPr>
            <a:spLocks xmlns:a="http://schemas.openxmlformats.org/drawingml/2006/main" noGrp="1"/>
          </p:cNvSpPr>
          <p:nvPr/>
        </p:nvSpPr>
        <p:spPr>
          <a:xfrm xmlns:a="http://schemas.openxmlformats.org/drawingml/2006/main">
            <a:off x="819150" y="5172075"/>
            <a:ext cx="49339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577078"/>
                </a:solidFill>
                <a:latin typeface="DejaVu Sans"/>
                <a:ea typeface="DejaVu Sans"/>
                <a:cs typeface="DejaVu Sans"/>
              </a:defRPr>
            </a:defPPr>
            <a:lvl1pPr algn="l">
              <a:defRPr sz="1650" b="0">
                <a:solidFill>
                  <a:srgbClr val="577078"/>
                </a:solidFill>
                <a:latin typeface="DejaVu Sans"/>
                <a:ea typeface="DejaVu Sans"/>
                <a:cs typeface="DejaVu Sans"/>
              </a:defRPr>
            </a:lvl1pPr>
            <a:lvl2pPr algn="l">
              <a:defRPr sz="1650" b="0">
                <a:solidFill>
                  <a:srgbClr val="577078"/>
                </a:solidFill>
                <a:latin typeface="DejaVu Sans"/>
                <a:ea typeface="DejaVu Sans"/>
                <a:cs typeface="DejaVu Sans"/>
              </a:defRPr>
            </a:lvl2pPr>
            <a:lvl3pPr algn="l">
              <a:defRPr sz="1650" b="0">
                <a:solidFill>
                  <a:srgbClr val="577078"/>
                </a:solidFill>
                <a:latin typeface="DejaVu Sans"/>
                <a:ea typeface="DejaVu Sans"/>
                <a:cs typeface="DejaVu Sans"/>
              </a:defRPr>
            </a:lvl3pPr>
            <a:lvl4pPr algn="l">
              <a:defRPr sz="1650" b="0">
                <a:solidFill>
                  <a:srgbClr val="577078"/>
                </a:solidFill>
                <a:latin typeface="DejaVu Sans"/>
                <a:ea typeface="DejaVu Sans"/>
                <a:cs typeface="DejaVu Sans"/>
              </a:defRPr>
            </a:lvl4pPr>
            <a:lvl5pPr algn="l">
              <a:defRPr sz="1650" b="0">
                <a:solidFill>
                  <a:srgbClr val="577078"/>
                </a:solidFill>
                <a:latin typeface="DejaVu Sans"/>
                <a:ea typeface="DejaVu Sans"/>
                <a:cs typeface="DejaVu Sans"/>
              </a:defRPr>
            </a:lvl5pPr>
            <a:lvl6pPr algn="l">
              <a:defRPr sz="1650" b="0">
                <a:solidFill>
                  <a:srgbClr val="577078"/>
                </a:solidFill>
                <a:latin typeface="DejaVu Sans"/>
                <a:ea typeface="DejaVu Sans"/>
                <a:cs typeface="DejaVu Sans"/>
              </a:defRPr>
            </a:lvl6pPr>
            <a:lvl7pPr algn="l">
              <a:defRPr sz="1650" b="0">
                <a:solidFill>
                  <a:srgbClr val="577078"/>
                </a:solidFill>
                <a:latin typeface="DejaVu Sans"/>
                <a:ea typeface="DejaVu Sans"/>
                <a:cs typeface="DejaVu Sans"/>
              </a:defRPr>
            </a:lvl7pPr>
            <a:lvl8pPr algn="l">
              <a:defRPr sz="1650" b="0">
                <a:solidFill>
                  <a:srgbClr val="577078"/>
                </a:solidFill>
                <a:latin typeface="DejaVu Sans"/>
                <a:ea typeface="DejaVu Sans"/>
                <a:cs typeface="DejaVu Sans"/>
              </a:defRPr>
            </a:lvl8pPr>
            <a:lvl9pPr algn="l">
              <a:defRPr sz="1650" b="0">
                <a:solidFill>
                  <a:srgbClr val="577078"/>
                </a:solidFill>
                <a:latin typeface="DejaVu Sans"/>
                <a:ea typeface="DejaVu Sans"/>
                <a:cs typeface="DejaVu Sans"/>
              </a:defRPr>
            </a:lvl9pPr>
          </a:lstStyle>
          <a:p xmlns:a="http://schemas.openxmlformats.org/drawingml/2006/main">
            <a:pPr algn="l">
              <a:lnSpc>
                <a:spcPct val="112000"/>
              </a:lnSpc>
              <a:buNone/>
              <a:defRPr sz="1650" b="0">
                <a:solidFill>
                  <a:srgbClr val="577078"/>
                </a:solidFill>
                <a:latin typeface="DejaVu Sans"/>
                <a:ea typeface="DejaVu Sans"/>
                <a:cs typeface="DejaVu Sans"/>
              </a:defRPr>
            </a:pPr>
            <a:r>
              <a:rPr sz="1650" b="0">
                <a:solidFill>
                  <a:srgbClr val="577078"/>
                </a:solidFill>
                <a:latin typeface="DejaVu Sans"/>
                <a:ea typeface="DejaVu Sans"/>
                <a:cs typeface="DejaVu Sans"/>
              </a:rPr>
              <a:t>Searches for action sequences that reach a goal.</a:t>
            </a:r>
          </a:p>
        </p:txBody>
      </p:sp>
      <p:sp>
        <p:nvSpPr>
          <p:cNvPr id="20" name="">
            <a:extLst xmlns:a="http://schemas.openxmlformats.org/drawingml/2006/main">
              <a:ext uri="{FF2B5EF4-FFF2-40B4-BE49-F238E27FC236}">
                <a16:creationId xmlns:a16="http://schemas.microsoft.com/office/drawing/2014/main" id="{C9BC5E46-D555-4BE8-9E54-44AA99A49DD7}"/>
              </a:ext>
            </a:extLst>
          </p:cNvPr>
          <p:cNvSpPr>
            <a:spLocks xmlns:a="http://schemas.openxmlformats.org/drawingml/2006/main" noGrp="1"/>
          </p:cNvSpPr>
          <p:nvPr/>
        </p:nvSpPr>
        <p:spPr>
          <a:xfrm xmlns:a="http://schemas.openxmlformats.org/drawingml/2006/main">
            <a:off x="6229350" y="4381500"/>
            <a:ext cx="5353050" cy="1619250"/>
          </a:xfrm>
          <a:prstGeom xmlns:a="http://schemas.openxmlformats.org/drawingml/2006/main" prst="rect">
            <a:avLst/>
          </a:prstGeom>
          <a:solidFill xmlns:a="http://schemas.openxmlformats.org/drawingml/2006/main">
            <a:srgbClr val="FFFDFA"/>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B80A5C5A-405E-42AF-9101-F517B922AAA6}"/>
              </a:ext>
            </a:extLst>
          </p:cNvPr>
          <p:cNvSpPr>
            <a:spLocks xmlns:a="http://schemas.openxmlformats.org/drawingml/2006/main" noGrp="1"/>
          </p:cNvSpPr>
          <p:nvPr/>
        </p:nvSpPr>
        <p:spPr>
          <a:xfrm xmlns:a="http://schemas.openxmlformats.org/drawingml/2006/main">
            <a:off x="6229350" y="4381500"/>
            <a:ext cx="38100" cy="1619250"/>
          </a:xfrm>
          <a:prstGeom xmlns:a="http://schemas.openxmlformats.org/drawingml/2006/main" prst="rect">
            <a:avLst/>
          </a:prstGeom>
          <a:solidFill xmlns:a="http://schemas.openxmlformats.org/drawingml/2006/main">
            <a:srgbClr val="5793B8"/>
          </a:solidFill>
          <a:ln xmlns:a="http://schemas.openxmlformats.org/drawingml/2006/main" w="0">
            <a:noFill/>
            <a:prstDash val="solid"/>
          </a:ln>
        </p:spPr>
      </p:sp>
      <p:sp>
        <p:nvSpPr>
          <p:cNvPr id="22" name="text-6srx4lmc2ff">
            <a:extLst xmlns:a="http://schemas.openxmlformats.org/drawingml/2006/main">
              <a:ext uri="{FF2B5EF4-FFF2-40B4-BE49-F238E27FC236}">
                <a16:creationId xmlns:a16="http://schemas.microsoft.com/office/drawing/2014/main" id="{D3CE6996-609A-456B-99F8-1D3B4F274C47}"/>
              </a:ext>
            </a:extLst>
          </p:cNvPr>
          <p:cNvSpPr>
            <a:spLocks xmlns:a="http://schemas.openxmlformats.org/drawingml/2006/main" noGrp="1"/>
          </p:cNvSpPr>
          <p:nvPr/>
        </p:nvSpPr>
        <p:spPr>
          <a:xfrm xmlns:a="http://schemas.openxmlformats.org/drawingml/2006/main">
            <a:off x="6438900" y="4552950"/>
            <a:ext cx="49339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1">
                <a:solidFill>
                  <a:srgbClr val="10242B"/>
                </a:solidFill>
                <a:latin typeface="DejaVu Sans"/>
                <a:ea typeface="DejaVu Sans"/>
                <a:cs typeface="DejaVu Sans"/>
              </a:defRPr>
            </a:defPPr>
            <a:lvl1pPr algn="l">
              <a:defRPr sz="1800" b="1">
                <a:solidFill>
                  <a:srgbClr val="10242B"/>
                </a:solidFill>
                <a:latin typeface="DejaVu Sans"/>
                <a:ea typeface="DejaVu Sans"/>
                <a:cs typeface="DejaVu Sans"/>
              </a:defRPr>
            </a:lvl1pPr>
            <a:lvl2pPr algn="l">
              <a:defRPr sz="1800" b="1">
                <a:solidFill>
                  <a:srgbClr val="10242B"/>
                </a:solidFill>
                <a:latin typeface="DejaVu Sans"/>
                <a:ea typeface="DejaVu Sans"/>
                <a:cs typeface="DejaVu Sans"/>
              </a:defRPr>
            </a:lvl2pPr>
            <a:lvl3pPr algn="l">
              <a:defRPr sz="1800" b="1">
                <a:solidFill>
                  <a:srgbClr val="10242B"/>
                </a:solidFill>
                <a:latin typeface="DejaVu Sans"/>
                <a:ea typeface="DejaVu Sans"/>
                <a:cs typeface="DejaVu Sans"/>
              </a:defRPr>
            </a:lvl3pPr>
            <a:lvl4pPr algn="l">
              <a:defRPr sz="1800" b="1">
                <a:solidFill>
                  <a:srgbClr val="10242B"/>
                </a:solidFill>
                <a:latin typeface="DejaVu Sans"/>
                <a:ea typeface="DejaVu Sans"/>
                <a:cs typeface="DejaVu Sans"/>
              </a:defRPr>
            </a:lvl4pPr>
            <a:lvl5pPr algn="l">
              <a:defRPr sz="1800" b="1">
                <a:solidFill>
                  <a:srgbClr val="10242B"/>
                </a:solidFill>
                <a:latin typeface="DejaVu Sans"/>
                <a:ea typeface="DejaVu Sans"/>
                <a:cs typeface="DejaVu Sans"/>
              </a:defRPr>
            </a:lvl5pPr>
            <a:lvl6pPr algn="l">
              <a:defRPr sz="1800" b="1">
                <a:solidFill>
                  <a:srgbClr val="10242B"/>
                </a:solidFill>
                <a:latin typeface="DejaVu Sans"/>
                <a:ea typeface="DejaVu Sans"/>
                <a:cs typeface="DejaVu Sans"/>
              </a:defRPr>
            </a:lvl6pPr>
            <a:lvl7pPr algn="l">
              <a:defRPr sz="1800" b="1">
                <a:solidFill>
                  <a:srgbClr val="10242B"/>
                </a:solidFill>
                <a:latin typeface="DejaVu Sans"/>
                <a:ea typeface="DejaVu Sans"/>
                <a:cs typeface="DejaVu Sans"/>
              </a:defRPr>
            </a:lvl7pPr>
            <a:lvl8pPr algn="l">
              <a:defRPr sz="1800" b="1">
                <a:solidFill>
                  <a:srgbClr val="10242B"/>
                </a:solidFill>
                <a:latin typeface="DejaVu Sans"/>
                <a:ea typeface="DejaVu Sans"/>
                <a:cs typeface="DejaVu Sans"/>
              </a:defRPr>
            </a:lvl8pPr>
            <a:lvl9pPr algn="l">
              <a:defRPr sz="1800" b="1">
                <a:solidFill>
                  <a:srgbClr val="10242B"/>
                </a:solidFill>
                <a:latin typeface="DejaVu Sans"/>
                <a:ea typeface="DejaVu Sans"/>
                <a:cs typeface="DejaVu Sans"/>
              </a:defRPr>
            </a:lvl9pPr>
          </a:lstStyle>
          <a:p xmlns:a="http://schemas.openxmlformats.org/drawingml/2006/main">
            <a:pPr algn="l">
              <a:lnSpc>
                <a:spcPct val="112000"/>
              </a:lnSpc>
              <a:buNone/>
              <a:defRPr sz="1800" b="1">
                <a:solidFill>
                  <a:srgbClr val="10242B"/>
                </a:solidFill>
                <a:latin typeface="DejaVu Sans"/>
                <a:ea typeface="DejaVu Sans"/>
                <a:cs typeface="DejaVu Sans"/>
              </a:defRPr>
            </a:pPr>
            <a:r>
              <a:rPr sz="1800" b="1">
                <a:solidFill>
                  <a:srgbClr val="10242B"/>
                </a:solidFill>
                <a:latin typeface="DejaVu Sans"/>
                <a:ea typeface="DejaVu Sans"/>
                <a:cs typeface="DejaVu Sans"/>
              </a:rPr>
              <a:t>Utility based</a:t>
            </a:r>
          </a:p>
        </p:txBody>
      </p:sp>
      <p:sp>
        <p:nvSpPr>
          <p:cNvPr id="23" name="text-hcdq0yboqzj">
            <a:extLst xmlns:a="http://schemas.openxmlformats.org/drawingml/2006/main">
              <a:ext uri="{FF2B5EF4-FFF2-40B4-BE49-F238E27FC236}">
                <a16:creationId xmlns:a16="http://schemas.microsoft.com/office/drawing/2014/main" id="{6E2D6987-0961-48C8-A521-7B7099C40017}"/>
              </a:ext>
            </a:extLst>
          </p:cNvPr>
          <p:cNvSpPr>
            <a:spLocks xmlns:a="http://schemas.openxmlformats.org/drawingml/2006/main" noGrp="1"/>
          </p:cNvSpPr>
          <p:nvPr/>
        </p:nvSpPr>
        <p:spPr>
          <a:xfrm xmlns:a="http://schemas.openxmlformats.org/drawingml/2006/main">
            <a:off x="6438900" y="5172075"/>
            <a:ext cx="49339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577078"/>
                </a:solidFill>
                <a:latin typeface="DejaVu Sans"/>
                <a:ea typeface="DejaVu Sans"/>
                <a:cs typeface="DejaVu Sans"/>
              </a:defRPr>
            </a:defPPr>
            <a:lvl1pPr algn="l">
              <a:defRPr sz="1650" b="0">
                <a:solidFill>
                  <a:srgbClr val="577078"/>
                </a:solidFill>
                <a:latin typeface="DejaVu Sans"/>
                <a:ea typeface="DejaVu Sans"/>
                <a:cs typeface="DejaVu Sans"/>
              </a:defRPr>
            </a:lvl1pPr>
            <a:lvl2pPr algn="l">
              <a:defRPr sz="1650" b="0">
                <a:solidFill>
                  <a:srgbClr val="577078"/>
                </a:solidFill>
                <a:latin typeface="DejaVu Sans"/>
                <a:ea typeface="DejaVu Sans"/>
                <a:cs typeface="DejaVu Sans"/>
              </a:defRPr>
            </a:lvl2pPr>
            <a:lvl3pPr algn="l">
              <a:defRPr sz="1650" b="0">
                <a:solidFill>
                  <a:srgbClr val="577078"/>
                </a:solidFill>
                <a:latin typeface="DejaVu Sans"/>
                <a:ea typeface="DejaVu Sans"/>
                <a:cs typeface="DejaVu Sans"/>
              </a:defRPr>
            </a:lvl3pPr>
            <a:lvl4pPr algn="l">
              <a:defRPr sz="1650" b="0">
                <a:solidFill>
                  <a:srgbClr val="577078"/>
                </a:solidFill>
                <a:latin typeface="DejaVu Sans"/>
                <a:ea typeface="DejaVu Sans"/>
                <a:cs typeface="DejaVu Sans"/>
              </a:defRPr>
            </a:lvl4pPr>
            <a:lvl5pPr algn="l">
              <a:defRPr sz="1650" b="0">
                <a:solidFill>
                  <a:srgbClr val="577078"/>
                </a:solidFill>
                <a:latin typeface="DejaVu Sans"/>
                <a:ea typeface="DejaVu Sans"/>
                <a:cs typeface="DejaVu Sans"/>
              </a:defRPr>
            </a:lvl5pPr>
            <a:lvl6pPr algn="l">
              <a:defRPr sz="1650" b="0">
                <a:solidFill>
                  <a:srgbClr val="577078"/>
                </a:solidFill>
                <a:latin typeface="DejaVu Sans"/>
                <a:ea typeface="DejaVu Sans"/>
                <a:cs typeface="DejaVu Sans"/>
              </a:defRPr>
            </a:lvl6pPr>
            <a:lvl7pPr algn="l">
              <a:defRPr sz="1650" b="0">
                <a:solidFill>
                  <a:srgbClr val="577078"/>
                </a:solidFill>
                <a:latin typeface="DejaVu Sans"/>
                <a:ea typeface="DejaVu Sans"/>
                <a:cs typeface="DejaVu Sans"/>
              </a:defRPr>
            </a:lvl7pPr>
            <a:lvl8pPr algn="l">
              <a:defRPr sz="1650" b="0">
                <a:solidFill>
                  <a:srgbClr val="577078"/>
                </a:solidFill>
                <a:latin typeface="DejaVu Sans"/>
                <a:ea typeface="DejaVu Sans"/>
                <a:cs typeface="DejaVu Sans"/>
              </a:defRPr>
            </a:lvl8pPr>
            <a:lvl9pPr algn="l">
              <a:defRPr sz="1650" b="0">
                <a:solidFill>
                  <a:srgbClr val="577078"/>
                </a:solidFill>
                <a:latin typeface="DejaVu Sans"/>
                <a:ea typeface="DejaVu Sans"/>
                <a:cs typeface="DejaVu Sans"/>
              </a:defRPr>
            </a:lvl9pPr>
          </a:lstStyle>
          <a:p xmlns:a="http://schemas.openxmlformats.org/drawingml/2006/main">
            <a:pPr algn="l">
              <a:lnSpc>
                <a:spcPct val="112000"/>
              </a:lnSpc>
              <a:buNone/>
              <a:defRPr sz="1650" b="0">
                <a:solidFill>
                  <a:srgbClr val="577078"/>
                </a:solidFill>
                <a:latin typeface="DejaVu Sans"/>
                <a:ea typeface="DejaVu Sans"/>
                <a:cs typeface="DejaVu Sans"/>
              </a:defRPr>
            </a:pPr>
            <a:r>
              <a:rPr sz="1650" b="0">
                <a:solidFill>
                  <a:srgbClr val="577078"/>
                </a:solidFill>
                <a:latin typeface="DejaVu Sans"/>
                <a:ea typeface="DejaVu Sans"/>
                <a:cs typeface="DejaVu Sans"/>
              </a:rPr>
              <a:t>Compares outcomes through value, cost and risk.</a:t>
            </a:r>
          </a:p>
        </p:txBody>
      </p:sp>
    </p:spTree>
    <p:extLst>
      <p:ext uri="{BB962C8B-B14F-4D97-AF65-F5344CB8AC3E}">
        <p14:creationId xmlns:p14="http://schemas.microsoft.com/office/powerpoint/2010/main" val="1226575955"/>
      </p:ext>
    </p:extLst>
  </p:cSld>
</p:sld>
</file>

<file path=ppt/slides/slide7.xml><?xml version="1.0" encoding="utf-8"?>
<p:sld xmlns:p="http://schemas.openxmlformats.org/presentationml/2006/main">
  <p:cSld>
    <p:bg>
      <p:bgPr>
        <a:solidFill xmlns:a="http://schemas.openxmlformats.org/drawingml/2006/main">
          <a:srgbClr val="F4F1E9"/>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17A56746-5090-4B81-8472-54CBD4191B0F}"/>
              </a:ext>
            </a:extLst>
          </p:cNvPr>
          <p:cNvSpPr>
            <a:spLocks xmlns:a="http://schemas.openxmlformats.org/drawingml/2006/main" noGrp="1"/>
          </p:cNvSpPr>
          <p:nvPr/>
        </p:nvSpPr>
        <p:spPr>
          <a:xfrm xmlns:a="http://schemas.openxmlformats.org/drawingml/2006/main">
            <a:off x="609600" y="323850"/>
            <a:ext cx="495300" cy="47625"/>
          </a:xfrm>
          <a:prstGeom xmlns:a="http://schemas.openxmlformats.org/drawingml/2006/main" prst="rect">
            <a:avLst/>
          </a:prstGeom>
          <a:solidFill xmlns:a="http://schemas.openxmlformats.org/drawingml/2006/main">
            <a:srgbClr val="D64136"/>
          </a:solidFill>
          <a:ln xmlns:a="http://schemas.openxmlformats.org/drawingml/2006/main" w="0">
            <a:noFill/>
            <a:prstDash val="solid"/>
          </a:ln>
        </p:spPr>
      </p:sp>
      <p:sp>
        <p:nvSpPr>
          <p:cNvPr id="2" name="text-g1ypaos8fi9">
            <a:extLst xmlns:a="http://schemas.openxmlformats.org/drawingml/2006/main">
              <a:ext uri="{FF2B5EF4-FFF2-40B4-BE49-F238E27FC236}">
                <a16:creationId xmlns:a16="http://schemas.microsoft.com/office/drawing/2014/main" id="{E07A122D-BA17-4E41-A6EE-7E7B3EAB053E}"/>
              </a:ext>
            </a:extLst>
          </p:cNvPr>
          <p:cNvSpPr>
            <a:spLocks xmlns:a="http://schemas.openxmlformats.org/drawingml/2006/main" noGrp="1"/>
          </p:cNvSpPr>
          <p:nvPr/>
        </p:nvSpPr>
        <p:spPr>
          <a:xfrm xmlns:a="http://schemas.openxmlformats.org/drawingml/2006/main">
            <a:off x="1257300" y="247650"/>
            <a:ext cx="809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50" b="1">
                <a:solidFill>
                  <a:srgbClr val="087D78"/>
                </a:solidFill>
                <a:latin typeface="DejaVu Sans"/>
                <a:ea typeface="DejaVu Sans"/>
                <a:cs typeface="DejaVu Sans"/>
              </a:defRPr>
            </a:defPPr>
            <a:lvl1pPr algn="l">
              <a:defRPr sz="1050" b="1">
                <a:solidFill>
                  <a:srgbClr val="087D78"/>
                </a:solidFill>
                <a:latin typeface="DejaVu Sans"/>
                <a:ea typeface="DejaVu Sans"/>
                <a:cs typeface="DejaVu Sans"/>
              </a:defRPr>
            </a:lvl1pPr>
            <a:lvl2pPr algn="l">
              <a:defRPr sz="1050" b="1">
                <a:solidFill>
                  <a:srgbClr val="087D78"/>
                </a:solidFill>
                <a:latin typeface="DejaVu Sans"/>
                <a:ea typeface="DejaVu Sans"/>
                <a:cs typeface="DejaVu Sans"/>
              </a:defRPr>
            </a:lvl2pPr>
            <a:lvl3pPr algn="l">
              <a:defRPr sz="1050" b="1">
                <a:solidFill>
                  <a:srgbClr val="087D78"/>
                </a:solidFill>
                <a:latin typeface="DejaVu Sans"/>
                <a:ea typeface="DejaVu Sans"/>
                <a:cs typeface="DejaVu Sans"/>
              </a:defRPr>
            </a:lvl3pPr>
            <a:lvl4pPr algn="l">
              <a:defRPr sz="1050" b="1">
                <a:solidFill>
                  <a:srgbClr val="087D78"/>
                </a:solidFill>
                <a:latin typeface="DejaVu Sans"/>
                <a:ea typeface="DejaVu Sans"/>
                <a:cs typeface="DejaVu Sans"/>
              </a:defRPr>
            </a:lvl4pPr>
            <a:lvl5pPr algn="l">
              <a:defRPr sz="1050" b="1">
                <a:solidFill>
                  <a:srgbClr val="087D78"/>
                </a:solidFill>
                <a:latin typeface="DejaVu Sans"/>
                <a:ea typeface="DejaVu Sans"/>
                <a:cs typeface="DejaVu Sans"/>
              </a:defRPr>
            </a:lvl5pPr>
            <a:lvl6pPr algn="l">
              <a:defRPr sz="1050" b="1">
                <a:solidFill>
                  <a:srgbClr val="087D78"/>
                </a:solidFill>
                <a:latin typeface="DejaVu Sans"/>
                <a:ea typeface="DejaVu Sans"/>
                <a:cs typeface="DejaVu Sans"/>
              </a:defRPr>
            </a:lvl6pPr>
            <a:lvl7pPr algn="l">
              <a:defRPr sz="1050" b="1">
                <a:solidFill>
                  <a:srgbClr val="087D78"/>
                </a:solidFill>
                <a:latin typeface="DejaVu Sans"/>
                <a:ea typeface="DejaVu Sans"/>
                <a:cs typeface="DejaVu Sans"/>
              </a:defRPr>
            </a:lvl7pPr>
            <a:lvl8pPr algn="l">
              <a:defRPr sz="1050" b="1">
                <a:solidFill>
                  <a:srgbClr val="087D78"/>
                </a:solidFill>
                <a:latin typeface="DejaVu Sans"/>
                <a:ea typeface="DejaVu Sans"/>
                <a:cs typeface="DejaVu Sans"/>
              </a:defRPr>
            </a:lvl8pPr>
            <a:lvl9pPr algn="l">
              <a:defRPr sz="1050" b="1">
                <a:solidFill>
                  <a:srgbClr val="087D78"/>
                </a:solidFill>
                <a:latin typeface="DejaVu Sans"/>
                <a:ea typeface="DejaVu Sans"/>
                <a:cs typeface="DejaVu Sans"/>
              </a:defRPr>
            </a:lvl9pPr>
          </a:lstStyle>
          <a:p xmlns:a="http://schemas.openxmlformats.org/drawingml/2006/main">
            <a:pPr algn="l">
              <a:lnSpc>
                <a:spcPct val="112000"/>
              </a:lnSpc>
              <a:buNone/>
              <a:defRPr sz="1050" b="1">
                <a:solidFill>
                  <a:srgbClr val="087D78"/>
                </a:solidFill>
                <a:latin typeface="DejaVu Sans"/>
                <a:ea typeface="DejaVu Sans"/>
                <a:cs typeface="DejaVu Sans"/>
              </a:defRPr>
            </a:pPr>
            <a:r>
              <a:rPr sz="1050" b="1">
                <a:solidFill>
                  <a:srgbClr val="087D78"/>
                </a:solidFill>
                <a:latin typeface="DejaVu Sans"/>
                <a:ea typeface="DejaVu Sans"/>
                <a:cs typeface="DejaVu Sans"/>
              </a:rPr>
              <a:t>TECHNOLOGICAL CHINA</a:t>
            </a:r>
          </a:p>
        </p:txBody>
      </p:sp>
      <p:sp>
        <p:nvSpPr>
          <p:cNvPr id="3" name="text-pattwcwvl2i">
            <a:extLst xmlns:a="http://schemas.openxmlformats.org/drawingml/2006/main">
              <a:ext uri="{FF2B5EF4-FFF2-40B4-BE49-F238E27FC236}">
                <a16:creationId xmlns:a16="http://schemas.microsoft.com/office/drawing/2014/main" id="{EAD5DDC6-16A0-4FE8-9892-C49713AF560E}"/>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700" b="1">
                <a:solidFill>
                  <a:srgbClr val="10242B"/>
                </a:solidFill>
                <a:latin typeface="DejaVu Sans"/>
                <a:ea typeface="DejaVu Sans"/>
                <a:cs typeface="DejaVu Sans"/>
              </a:defRPr>
            </a:defPPr>
            <a:lvl1pPr algn="l">
              <a:defRPr sz="2700" b="1">
                <a:solidFill>
                  <a:srgbClr val="10242B"/>
                </a:solidFill>
                <a:latin typeface="DejaVu Sans"/>
                <a:ea typeface="DejaVu Sans"/>
                <a:cs typeface="DejaVu Sans"/>
              </a:defRPr>
            </a:lvl1pPr>
            <a:lvl2pPr algn="l">
              <a:defRPr sz="2700" b="1">
                <a:solidFill>
                  <a:srgbClr val="10242B"/>
                </a:solidFill>
                <a:latin typeface="DejaVu Sans"/>
                <a:ea typeface="DejaVu Sans"/>
                <a:cs typeface="DejaVu Sans"/>
              </a:defRPr>
            </a:lvl2pPr>
            <a:lvl3pPr algn="l">
              <a:defRPr sz="2700" b="1">
                <a:solidFill>
                  <a:srgbClr val="10242B"/>
                </a:solidFill>
                <a:latin typeface="DejaVu Sans"/>
                <a:ea typeface="DejaVu Sans"/>
                <a:cs typeface="DejaVu Sans"/>
              </a:defRPr>
            </a:lvl3pPr>
            <a:lvl4pPr algn="l">
              <a:defRPr sz="2700" b="1">
                <a:solidFill>
                  <a:srgbClr val="10242B"/>
                </a:solidFill>
                <a:latin typeface="DejaVu Sans"/>
                <a:ea typeface="DejaVu Sans"/>
                <a:cs typeface="DejaVu Sans"/>
              </a:defRPr>
            </a:lvl4pPr>
            <a:lvl5pPr algn="l">
              <a:defRPr sz="2700" b="1">
                <a:solidFill>
                  <a:srgbClr val="10242B"/>
                </a:solidFill>
                <a:latin typeface="DejaVu Sans"/>
                <a:ea typeface="DejaVu Sans"/>
                <a:cs typeface="DejaVu Sans"/>
              </a:defRPr>
            </a:lvl5pPr>
            <a:lvl6pPr algn="l">
              <a:defRPr sz="2700" b="1">
                <a:solidFill>
                  <a:srgbClr val="10242B"/>
                </a:solidFill>
                <a:latin typeface="DejaVu Sans"/>
                <a:ea typeface="DejaVu Sans"/>
                <a:cs typeface="DejaVu Sans"/>
              </a:defRPr>
            </a:lvl6pPr>
            <a:lvl7pPr algn="l">
              <a:defRPr sz="2700" b="1">
                <a:solidFill>
                  <a:srgbClr val="10242B"/>
                </a:solidFill>
                <a:latin typeface="DejaVu Sans"/>
                <a:ea typeface="DejaVu Sans"/>
                <a:cs typeface="DejaVu Sans"/>
              </a:defRPr>
            </a:lvl7pPr>
            <a:lvl8pPr algn="l">
              <a:defRPr sz="2700" b="1">
                <a:solidFill>
                  <a:srgbClr val="10242B"/>
                </a:solidFill>
                <a:latin typeface="DejaVu Sans"/>
                <a:ea typeface="DejaVu Sans"/>
                <a:cs typeface="DejaVu Sans"/>
              </a:defRPr>
            </a:lvl8pPr>
            <a:lvl9pPr algn="l">
              <a:defRPr sz="2700" b="1">
                <a:solidFill>
                  <a:srgbClr val="10242B"/>
                </a:solidFill>
                <a:latin typeface="DejaVu Sans"/>
                <a:ea typeface="DejaVu Sans"/>
                <a:cs typeface="DejaVu Sans"/>
              </a:defRPr>
            </a:lvl9pPr>
          </a:lstStyle>
          <a:p xmlns:a="http://schemas.openxmlformats.org/drawingml/2006/main">
            <a:pPr algn="l">
              <a:lnSpc>
                <a:spcPct val="112000"/>
              </a:lnSpc>
              <a:buNone/>
              <a:defRPr sz="2700" b="1">
                <a:solidFill>
                  <a:srgbClr val="10242B"/>
                </a:solidFill>
                <a:latin typeface="DejaVu Sans"/>
                <a:ea typeface="DejaVu Sans"/>
                <a:cs typeface="DejaVu Sans"/>
              </a:defRPr>
            </a:pPr>
            <a:r>
              <a:rPr sz="2700" b="1">
                <a:solidFill>
                  <a:srgbClr val="10242B"/>
                </a:solidFill>
                <a:latin typeface="DejaVu Sans"/>
                <a:ea typeface="DejaVu Sans"/>
                <a:cs typeface="DejaVu Sans"/>
              </a:rPr>
              <a:t>Learning can change the policy or the model</a:t>
            </a:r>
          </a:p>
        </p:txBody>
      </p:sp>
      <p:sp>
        <p:nvSpPr>
          <p:cNvPr id="4" name="text-t8p361r1vjs">
            <a:extLst xmlns:a="http://schemas.openxmlformats.org/drawingml/2006/main">
              <a:ext uri="{FF2B5EF4-FFF2-40B4-BE49-F238E27FC236}">
                <a16:creationId xmlns:a16="http://schemas.microsoft.com/office/drawing/2014/main" id="{8EE76915-C8A4-40DD-AE17-9C18133B7D67}"/>
              </a:ext>
            </a:extLst>
          </p:cNvPr>
          <p:cNvSpPr>
            <a:spLocks xmlns:a="http://schemas.openxmlformats.org/drawingml/2006/main" noGrp="1"/>
          </p:cNvSpPr>
          <p:nvPr/>
        </p:nvSpPr>
        <p:spPr>
          <a:xfrm xmlns:a="http://schemas.openxmlformats.org/drawingml/2006/main">
            <a:off x="609600" y="1857375"/>
            <a:ext cx="109728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577078"/>
                </a:solidFill>
                <a:latin typeface="DejaVu Sans"/>
                <a:ea typeface="DejaVu Sans"/>
                <a:cs typeface="DejaVu Sans"/>
              </a:defRPr>
            </a:defPPr>
            <a:lvl1pPr algn="l">
              <a:defRPr sz="1575" b="0">
                <a:solidFill>
                  <a:srgbClr val="577078"/>
                </a:solidFill>
                <a:latin typeface="DejaVu Sans"/>
                <a:ea typeface="DejaVu Sans"/>
                <a:cs typeface="DejaVu Sans"/>
              </a:defRPr>
            </a:lvl1pPr>
            <a:lvl2pPr algn="l">
              <a:defRPr sz="1575" b="0">
                <a:solidFill>
                  <a:srgbClr val="577078"/>
                </a:solidFill>
                <a:latin typeface="DejaVu Sans"/>
                <a:ea typeface="DejaVu Sans"/>
                <a:cs typeface="DejaVu Sans"/>
              </a:defRPr>
            </a:lvl2pPr>
            <a:lvl3pPr algn="l">
              <a:defRPr sz="1575" b="0">
                <a:solidFill>
                  <a:srgbClr val="577078"/>
                </a:solidFill>
                <a:latin typeface="DejaVu Sans"/>
                <a:ea typeface="DejaVu Sans"/>
                <a:cs typeface="DejaVu Sans"/>
              </a:defRPr>
            </a:lvl3pPr>
            <a:lvl4pPr algn="l">
              <a:defRPr sz="1575" b="0">
                <a:solidFill>
                  <a:srgbClr val="577078"/>
                </a:solidFill>
                <a:latin typeface="DejaVu Sans"/>
                <a:ea typeface="DejaVu Sans"/>
                <a:cs typeface="DejaVu Sans"/>
              </a:defRPr>
            </a:lvl4pPr>
            <a:lvl5pPr algn="l">
              <a:defRPr sz="1575" b="0">
                <a:solidFill>
                  <a:srgbClr val="577078"/>
                </a:solidFill>
                <a:latin typeface="DejaVu Sans"/>
                <a:ea typeface="DejaVu Sans"/>
                <a:cs typeface="DejaVu Sans"/>
              </a:defRPr>
            </a:lvl5pPr>
            <a:lvl6pPr algn="l">
              <a:defRPr sz="1575" b="0">
                <a:solidFill>
                  <a:srgbClr val="577078"/>
                </a:solidFill>
                <a:latin typeface="DejaVu Sans"/>
                <a:ea typeface="DejaVu Sans"/>
                <a:cs typeface="DejaVu Sans"/>
              </a:defRPr>
            </a:lvl6pPr>
            <a:lvl7pPr algn="l">
              <a:defRPr sz="1575" b="0">
                <a:solidFill>
                  <a:srgbClr val="577078"/>
                </a:solidFill>
                <a:latin typeface="DejaVu Sans"/>
                <a:ea typeface="DejaVu Sans"/>
                <a:cs typeface="DejaVu Sans"/>
              </a:defRPr>
            </a:lvl7pPr>
            <a:lvl8pPr algn="l">
              <a:defRPr sz="1575" b="0">
                <a:solidFill>
                  <a:srgbClr val="577078"/>
                </a:solidFill>
                <a:latin typeface="DejaVu Sans"/>
                <a:ea typeface="DejaVu Sans"/>
                <a:cs typeface="DejaVu Sans"/>
              </a:defRPr>
            </a:lvl8pPr>
            <a:lvl9pPr algn="l">
              <a:defRPr sz="1575" b="0">
                <a:solidFill>
                  <a:srgbClr val="577078"/>
                </a:solidFill>
                <a:latin typeface="DejaVu Sans"/>
                <a:ea typeface="DejaVu Sans"/>
                <a:cs typeface="DejaVu Sans"/>
              </a:defRPr>
            </a:lvl9pPr>
          </a:lstStyle>
          <a:p xmlns:a="http://schemas.openxmlformats.org/drawingml/2006/main">
            <a:pPr algn="l">
              <a:lnSpc>
                <a:spcPct val="112000"/>
              </a:lnSpc>
              <a:buNone/>
              <a:defRPr sz="1575" b="0">
                <a:solidFill>
                  <a:srgbClr val="577078"/>
                </a:solidFill>
                <a:latin typeface="DejaVu Sans"/>
                <a:ea typeface="DejaVu Sans"/>
                <a:cs typeface="DejaVu Sans"/>
              </a:defRPr>
            </a:pPr>
            <a:r>
              <a:rPr sz="1575" b="0">
                <a:solidFill>
                  <a:srgbClr val="577078"/>
                </a:solidFill>
                <a:latin typeface="DejaVu Sans"/>
                <a:ea typeface="DejaVu Sans"/>
                <a:cs typeface="DejaVu Sans"/>
              </a:rPr>
              <a:t>Receiving feedback and learning from it are different processes.</a:t>
            </a:r>
          </a:p>
        </p:txBody>
      </p:sp>
      <p:sp>
        <p:nvSpPr>
          <p:cNvPr id="5" name="">
            <a:extLst xmlns:a="http://schemas.openxmlformats.org/drawingml/2006/main">
              <a:ext uri="{FF2B5EF4-FFF2-40B4-BE49-F238E27FC236}">
                <a16:creationId xmlns:a16="http://schemas.microsoft.com/office/drawing/2014/main" id="{594483F9-FFC1-46B7-9977-D1FA5917325F}"/>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CCD8D6"/>
          </a:solidFill>
          <a:ln xmlns:a="http://schemas.openxmlformats.org/drawingml/2006/main" w="0">
            <a:noFill/>
            <a:prstDash val="solid"/>
          </a:ln>
        </p:spPr>
      </p:sp>
      <p:sp>
        <p:nvSpPr>
          <p:cNvPr id="6" name="text-x3tsna2m78">
            <a:extLst xmlns:a="http://schemas.openxmlformats.org/drawingml/2006/main">
              <a:ext uri="{FF2B5EF4-FFF2-40B4-BE49-F238E27FC236}">
                <a16:creationId xmlns:a16="http://schemas.microsoft.com/office/drawing/2014/main" id="{5DDE6704-2B7B-4F57-A0CC-CCE18A423324}"/>
              </a:ext>
            </a:extLst>
          </p:cNvPr>
          <p:cNvSpPr>
            <a:spLocks xmlns:a="http://schemas.openxmlformats.org/drawingml/2006/main" noGrp="1"/>
          </p:cNvSpPr>
          <p:nvPr/>
        </p:nvSpPr>
        <p:spPr>
          <a:xfrm xmlns:a="http://schemas.openxmlformats.org/drawingml/2006/main">
            <a:off x="609600" y="6362700"/>
            <a:ext cx="971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975" b="0">
                <a:solidFill>
                  <a:srgbClr val="577078"/>
                </a:solidFill>
                <a:latin typeface="DejaVu Sans"/>
                <a:ea typeface="DejaVu Sans"/>
                <a:cs typeface="DejaVu Sans"/>
              </a:defRPr>
            </a:defPPr>
            <a:lvl1pPr algn="l">
              <a:defRPr sz="975" b="0">
                <a:solidFill>
                  <a:srgbClr val="577078"/>
                </a:solidFill>
                <a:latin typeface="DejaVu Sans"/>
                <a:ea typeface="DejaVu Sans"/>
                <a:cs typeface="DejaVu Sans"/>
              </a:defRPr>
            </a:lvl1pPr>
            <a:lvl2pPr algn="l">
              <a:defRPr sz="975" b="0">
                <a:solidFill>
                  <a:srgbClr val="577078"/>
                </a:solidFill>
                <a:latin typeface="DejaVu Sans"/>
                <a:ea typeface="DejaVu Sans"/>
                <a:cs typeface="DejaVu Sans"/>
              </a:defRPr>
            </a:lvl2pPr>
            <a:lvl3pPr algn="l">
              <a:defRPr sz="975" b="0">
                <a:solidFill>
                  <a:srgbClr val="577078"/>
                </a:solidFill>
                <a:latin typeface="DejaVu Sans"/>
                <a:ea typeface="DejaVu Sans"/>
                <a:cs typeface="DejaVu Sans"/>
              </a:defRPr>
            </a:lvl3pPr>
            <a:lvl4pPr algn="l">
              <a:defRPr sz="975" b="0">
                <a:solidFill>
                  <a:srgbClr val="577078"/>
                </a:solidFill>
                <a:latin typeface="DejaVu Sans"/>
                <a:ea typeface="DejaVu Sans"/>
                <a:cs typeface="DejaVu Sans"/>
              </a:defRPr>
            </a:lvl4pPr>
            <a:lvl5pPr algn="l">
              <a:defRPr sz="975" b="0">
                <a:solidFill>
                  <a:srgbClr val="577078"/>
                </a:solidFill>
                <a:latin typeface="DejaVu Sans"/>
                <a:ea typeface="DejaVu Sans"/>
                <a:cs typeface="DejaVu Sans"/>
              </a:defRPr>
            </a:lvl5pPr>
            <a:lvl6pPr algn="l">
              <a:defRPr sz="975" b="0">
                <a:solidFill>
                  <a:srgbClr val="577078"/>
                </a:solidFill>
                <a:latin typeface="DejaVu Sans"/>
                <a:ea typeface="DejaVu Sans"/>
                <a:cs typeface="DejaVu Sans"/>
              </a:defRPr>
            </a:lvl6pPr>
            <a:lvl7pPr algn="l">
              <a:defRPr sz="975" b="0">
                <a:solidFill>
                  <a:srgbClr val="577078"/>
                </a:solidFill>
                <a:latin typeface="DejaVu Sans"/>
                <a:ea typeface="DejaVu Sans"/>
                <a:cs typeface="DejaVu Sans"/>
              </a:defRPr>
            </a:lvl7pPr>
            <a:lvl8pPr algn="l">
              <a:defRPr sz="975" b="0">
                <a:solidFill>
                  <a:srgbClr val="577078"/>
                </a:solidFill>
                <a:latin typeface="DejaVu Sans"/>
                <a:ea typeface="DejaVu Sans"/>
                <a:cs typeface="DejaVu Sans"/>
              </a:defRPr>
            </a:lvl8pPr>
            <a:lvl9pPr algn="l">
              <a:defRPr sz="975" b="0">
                <a:solidFill>
                  <a:srgbClr val="577078"/>
                </a:solidFill>
                <a:latin typeface="DejaVu Sans"/>
                <a:ea typeface="DejaVu Sans"/>
                <a:cs typeface="DejaVu Sans"/>
              </a:defRPr>
            </a:lvl9pPr>
          </a:lstStyle>
          <a:p xmlns:a="http://schemas.openxmlformats.org/drawingml/2006/main">
            <a:pPr algn="l">
              <a:lnSpc>
                <a:spcPct val="112000"/>
              </a:lnSpc>
              <a:buNone/>
              <a:defRPr sz="975" b="0">
                <a:solidFill>
                  <a:srgbClr val="577078"/>
                </a:solidFill>
                <a:latin typeface="DejaVu Sans"/>
                <a:ea typeface="DejaVu Sans"/>
                <a:cs typeface="DejaVu Sans"/>
              </a:defRPr>
            </a:pPr>
            <a:r>
              <a:rPr sz="975" b="0">
                <a:solidFill>
                  <a:srgbClr val="577078"/>
                </a:solidFill>
                <a:latin typeface="DejaVu Sans"/>
                <a:ea typeface="DejaVu Sans"/>
                <a:cs typeface="DejaVu Sans"/>
              </a:rPr>
              <a:t>Sergio Gevatschnaider  ·  Sutton &amp; Barto</a:t>
            </a:r>
          </a:p>
        </p:txBody>
      </p:sp>
      <p:sp>
        <p:nvSpPr>
          <p:cNvPr id="7" name="text-e1wyytroak6">
            <a:extLst xmlns:a="http://schemas.openxmlformats.org/drawingml/2006/main">
              <a:ext uri="{FF2B5EF4-FFF2-40B4-BE49-F238E27FC236}">
                <a16:creationId xmlns:a16="http://schemas.microsoft.com/office/drawing/2014/main" id="{A8A18427-E9BB-4A4A-BFF6-E6EA7DB7403D}"/>
              </a:ext>
            </a:extLst>
          </p:cNvPr>
          <p:cNvSpPr>
            <a:spLocks xmlns:a="http://schemas.openxmlformats.org/drawingml/2006/main" noGrp="1"/>
          </p:cNvSpPr>
          <p:nvPr/>
        </p:nvSpPr>
        <p:spPr>
          <a:xfrm xmlns:a="http://schemas.openxmlformats.org/drawingml/2006/main">
            <a:off x="10934700" y="6296025"/>
            <a:ext cx="6477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725" b="1">
                <a:solidFill>
                  <a:srgbClr val="087D78"/>
                </a:solidFill>
                <a:latin typeface="DejaVu Sans"/>
                <a:ea typeface="DejaVu Sans"/>
                <a:cs typeface="DejaVu Sans"/>
              </a:defRPr>
            </a:defPPr>
            <a:lvl1pPr algn="r">
              <a:defRPr sz="1725" b="1">
                <a:solidFill>
                  <a:srgbClr val="087D78"/>
                </a:solidFill>
                <a:latin typeface="DejaVu Sans"/>
                <a:ea typeface="DejaVu Sans"/>
                <a:cs typeface="DejaVu Sans"/>
              </a:defRPr>
            </a:lvl1pPr>
            <a:lvl2pPr algn="r">
              <a:defRPr sz="1725" b="1">
                <a:solidFill>
                  <a:srgbClr val="087D78"/>
                </a:solidFill>
                <a:latin typeface="DejaVu Sans"/>
                <a:ea typeface="DejaVu Sans"/>
                <a:cs typeface="DejaVu Sans"/>
              </a:defRPr>
            </a:lvl2pPr>
            <a:lvl3pPr algn="r">
              <a:defRPr sz="1725" b="1">
                <a:solidFill>
                  <a:srgbClr val="087D78"/>
                </a:solidFill>
                <a:latin typeface="DejaVu Sans"/>
                <a:ea typeface="DejaVu Sans"/>
                <a:cs typeface="DejaVu Sans"/>
              </a:defRPr>
            </a:lvl3pPr>
            <a:lvl4pPr algn="r">
              <a:defRPr sz="1725" b="1">
                <a:solidFill>
                  <a:srgbClr val="087D78"/>
                </a:solidFill>
                <a:latin typeface="DejaVu Sans"/>
                <a:ea typeface="DejaVu Sans"/>
                <a:cs typeface="DejaVu Sans"/>
              </a:defRPr>
            </a:lvl4pPr>
            <a:lvl5pPr algn="r">
              <a:defRPr sz="1725" b="1">
                <a:solidFill>
                  <a:srgbClr val="087D78"/>
                </a:solidFill>
                <a:latin typeface="DejaVu Sans"/>
                <a:ea typeface="DejaVu Sans"/>
                <a:cs typeface="DejaVu Sans"/>
              </a:defRPr>
            </a:lvl5pPr>
            <a:lvl6pPr algn="r">
              <a:defRPr sz="1725" b="1">
                <a:solidFill>
                  <a:srgbClr val="087D78"/>
                </a:solidFill>
                <a:latin typeface="DejaVu Sans"/>
                <a:ea typeface="DejaVu Sans"/>
                <a:cs typeface="DejaVu Sans"/>
              </a:defRPr>
            </a:lvl6pPr>
            <a:lvl7pPr algn="r">
              <a:defRPr sz="1725" b="1">
                <a:solidFill>
                  <a:srgbClr val="087D78"/>
                </a:solidFill>
                <a:latin typeface="DejaVu Sans"/>
                <a:ea typeface="DejaVu Sans"/>
                <a:cs typeface="DejaVu Sans"/>
              </a:defRPr>
            </a:lvl7pPr>
            <a:lvl8pPr algn="r">
              <a:defRPr sz="1725" b="1">
                <a:solidFill>
                  <a:srgbClr val="087D78"/>
                </a:solidFill>
                <a:latin typeface="DejaVu Sans"/>
                <a:ea typeface="DejaVu Sans"/>
                <a:cs typeface="DejaVu Sans"/>
              </a:defRPr>
            </a:lvl8pPr>
            <a:lvl9pPr algn="r">
              <a:defRPr sz="1725" b="1">
                <a:solidFill>
                  <a:srgbClr val="087D78"/>
                </a:solidFill>
                <a:latin typeface="DejaVu Sans"/>
                <a:ea typeface="DejaVu Sans"/>
                <a:cs typeface="DejaVu Sans"/>
              </a:defRPr>
            </a:lvl9pPr>
          </a:lstStyle>
          <a:p xmlns:a="http://schemas.openxmlformats.org/drawingml/2006/main">
            <a:pPr algn="r">
              <a:lnSpc>
                <a:spcPct val="112000"/>
              </a:lnSpc>
              <a:buNone/>
              <a:defRPr sz="1725" b="1">
                <a:solidFill>
                  <a:srgbClr val="087D78"/>
                </a:solidFill>
                <a:latin typeface="DejaVu Sans"/>
                <a:ea typeface="DejaVu Sans"/>
                <a:cs typeface="DejaVu Sans"/>
              </a:defRPr>
            </a:pPr>
            <a:r>
              <a:rPr sz="1725" b="1">
                <a:solidFill>
                  <a:srgbClr val="087D78"/>
                </a:solidFill>
                <a:latin typeface="DejaVu Sans"/>
                <a:ea typeface="DejaVu Sans"/>
                <a:cs typeface="DejaVu Sans"/>
              </a:rPr>
              <a:t>07</a:t>
            </a:r>
          </a:p>
        </p:txBody>
      </p:sp>
      <p:sp>
        <p:nvSpPr>
          <p:cNvPr id="8" name="">
            <a:extLst xmlns:a="http://schemas.openxmlformats.org/drawingml/2006/main">
              <a:ext uri="{FF2B5EF4-FFF2-40B4-BE49-F238E27FC236}">
                <a16:creationId xmlns:a16="http://schemas.microsoft.com/office/drawing/2014/main" id="{7EE33E37-AE83-46B8-8FA7-49AB5597D3DC}"/>
              </a:ext>
            </a:extLst>
          </p:cNvPr>
          <p:cNvSpPr>
            <a:spLocks xmlns:a="http://schemas.openxmlformats.org/drawingml/2006/main" noGrp="1"/>
          </p:cNvSpPr>
          <p:nvPr/>
        </p:nvSpPr>
        <p:spPr>
          <a:xfrm xmlns:a="http://schemas.openxmlformats.org/drawingml/2006/main">
            <a:off x="609600" y="2571750"/>
            <a:ext cx="3479800" cy="3095625"/>
          </a:xfrm>
          <a:prstGeom xmlns:a="http://schemas.openxmlformats.org/drawingml/2006/main" prst="rect">
            <a:avLst/>
          </a:prstGeom>
          <a:solidFill xmlns:a="http://schemas.openxmlformats.org/drawingml/2006/main">
            <a:srgbClr val="FFFDFA"/>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DC135A37-470B-4981-9CE8-D27A05762A49}"/>
              </a:ext>
            </a:extLst>
          </p:cNvPr>
          <p:cNvSpPr>
            <a:spLocks xmlns:a="http://schemas.openxmlformats.org/drawingml/2006/main" noGrp="1"/>
          </p:cNvSpPr>
          <p:nvPr/>
        </p:nvSpPr>
        <p:spPr>
          <a:xfrm xmlns:a="http://schemas.openxmlformats.org/drawingml/2006/main">
            <a:off x="609600" y="2571750"/>
            <a:ext cx="38100" cy="3095625"/>
          </a:xfrm>
          <a:prstGeom xmlns:a="http://schemas.openxmlformats.org/drawingml/2006/main" prst="rect">
            <a:avLst/>
          </a:prstGeom>
          <a:solidFill xmlns:a="http://schemas.openxmlformats.org/drawingml/2006/main">
            <a:srgbClr val="087D78"/>
          </a:solidFill>
          <a:ln xmlns:a="http://schemas.openxmlformats.org/drawingml/2006/main" w="0">
            <a:noFill/>
            <a:prstDash val="solid"/>
          </a:ln>
        </p:spPr>
      </p:sp>
      <p:sp>
        <p:nvSpPr>
          <p:cNvPr id="10" name="text-0kjhqhnp3uma">
            <a:extLst xmlns:a="http://schemas.openxmlformats.org/drawingml/2006/main">
              <a:ext uri="{FF2B5EF4-FFF2-40B4-BE49-F238E27FC236}">
                <a16:creationId xmlns:a16="http://schemas.microsoft.com/office/drawing/2014/main" id="{2266FD22-4F19-4521-BA0B-BC7596505F73}"/>
              </a:ext>
            </a:extLst>
          </p:cNvPr>
          <p:cNvSpPr>
            <a:spLocks xmlns:a="http://schemas.openxmlformats.org/drawingml/2006/main" noGrp="1"/>
          </p:cNvSpPr>
          <p:nvPr/>
        </p:nvSpPr>
        <p:spPr>
          <a:xfrm xmlns:a="http://schemas.openxmlformats.org/drawingml/2006/main">
            <a:off x="819150" y="2743200"/>
            <a:ext cx="30607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1">
                <a:solidFill>
                  <a:srgbClr val="10242B"/>
                </a:solidFill>
                <a:latin typeface="DejaVu Sans"/>
                <a:ea typeface="DejaVu Sans"/>
                <a:cs typeface="DejaVu Sans"/>
              </a:defRPr>
            </a:defPPr>
            <a:lvl1pPr algn="l">
              <a:defRPr sz="1800" b="1">
                <a:solidFill>
                  <a:srgbClr val="10242B"/>
                </a:solidFill>
                <a:latin typeface="DejaVu Sans"/>
                <a:ea typeface="DejaVu Sans"/>
                <a:cs typeface="DejaVu Sans"/>
              </a:defRPr>
            </a:lvl1pPr>
            <a:lvl2pPr algn="l">
              <a:defRPr sz="1800" b="1">
                <a:solidFill>
                  <a:srgbClr val="10242B"/>
                </a:solidFill>
                <a:latin typeface="DejaVu Sans"/>
                <a:ea typeface="DejaVu Sans"/>
                <a:cs typeface="DejaVu Sans"/>
              </a:defRPr>
            </a:lvl2pPr>
            <a:lvl3pPr algn="l">
              <a:defRPr sz="1800" b="1">
                <a:solidFill>
                  <a:srgbClr val="10242B"/>
                </a:solidFill>
                <a:latin typeface="DejaVu Sans"/>
                <a:ea typeface="DejaVu Sans"/>
                <a:cs typeface="DejaVu Sans"/>
              </a:defRPr>
            </a:lvl3pPr>
            <a:lvl4pPr algn="l">
              <a:defRPr sz="1800" b="1">
                <a:solidFill>
                  <a:srgbClr val="10242B"/>
                </a:solidFill>
                <a:latin typeface="DejaVu Sans"/>
                <a:ea typeface="DejaVu Sans"/>
                <a:cs typeface="DejaVu Sans"/>
              </a:defRPr>
            </a:lvl4pPr>
            <a:lvl5pPr algn="l">
              <a:defRPr sz="1800" b="1">
                <a:solidFill>
                  <a:srgbClr val="10242B"/>
                </a:solidFill>
                <a:latin typeface="DejaVu Sans"/>
                <a:ea typeface="DejaVu Sans"/>
                <a:cs typeface="DejaVu Sans"/>
              </a:defRPr>
            </a:lvl5pPr>
            <a:lvl6pPr algn="l">
              <a:defRPr sz="1800" b="1">
                <a:solidFill>
                  <a:srgbClr val="10242B"/>
                </a:solidFill>
                <a:latin typeface="DejaVu Sans"/>
                <a:ea typeface="DejaVu Sans"/>
                <a:cs typeface="DejaVu Sans"/>
              </a:defRPr>
            </a:lvl6pPr>
            <a:lvl7pPr algn="l">
              <a:defRPr sz="1800" b="1">
                <a:solidFill>
                  <a:srgbClr val="10242B"/>
                </a:solidFill>
                <a:latin typeface="DejaVu Sans"/>
                <a:ea typeface="DejaVu Sans"/>
                <a:cs typeface="DejaVu Sans"/>
              </a:defRPr>
            </a:lvl7pPr>
            <a:lvl8pPr algn="l">
              <a:defRPr sz="1800" b="1">
                <a:solidFill>
                  <a:srgbClr val="10242B"/>
                </a:solidFill>
                <a:latin typeface="DejaVu Sans"/>
                <a:ea typeface="DejaVu Sans"/>
                <a:cs typeface="DejaVu Sans"/>
              </a:defRPr>
            </a:lvl8pPr>
            <a:lvl9pPr algn="l">
              <a:defRPr sz="1800" b="1">
                <a:solidFill>
                  <a:srgbClr val="10242B"/>
                </a:solidFill>
                <a:latin typeface="DejaVu Sans"/>
                <a:ea typeface="DejaVu Sans"/>
                <a:cs typeface="DejaVu Sans"/>
              </a:defRPr>
            </a:lvl9pPr>
          </a:lstStyle>
          <a:p xmlns:a="http://schemas.openxmlformats.org/drawingml/2006/main">
            <a:pPr algn="l">
              <a:lnSpc>
                <a:spcPct val="112000"/>
              </a:lnSpc>
              <a:buNone/>
              <a:defRPr sz="1800" b="1">
                <a:solidFill>
                  <a:srgbClr val="10242B"/>
                </a:solidFill>
                <a:latin typeface="DejaVu Sans"/>
                <a:ea typeface="DejaVu Sans"/>
                <a:cs typeface="DejaVu Sans"/>
              </a:defRPr>
            </a:pPr>
            <a:r>
              <a:rPr sz="1800" b="1">
                <a:solidFill>
                  <a:srgbClr val="10242B"/>
                </a:solidFill>
                <a:latin typeface="DejaVu Sans"/>
                <a:ea typeface="DejaVu Sans"/>
                <a:cs typeface="DejaVu Sans"/>
              </a:rPr>
              <a:t>Supervised</a:t>
            </a:r>
          </a:p>
        </p:txBody>
      </p:sp>
      <p:sp>
        <p:nvSpPr>
          <p:cNvPr id="11" name="text-ubjs34dcoe">
            <a:extLst xmlns:a="http://schemas.openxmlformats.org/drawingml/2006/main">
              <a:ext uri="{FF2B5EF4-FFF2-40B4-BE49-F238E27FC236}">
                <a16:creationId xmlns:a16="http://schemas.microsoft.com/office/drawing/2014/main" id="{ED33E77B-3A0C-41C4-BFB5-827D0A5CC56D}"/>
              </a:ext>
            </a:extLst>
          </p:cNvPr>
          <p:cNvSpPr>
            <a:spLocks xmlns:a="http://schemas.openxmlformats.org/drawingml/2006/main" noGrp="1"/>
          </p:cNvSpPr>
          <p:nvPr/>
        </p:nvSpPr>
        <p:spPr>
          <a:xfrm xmlns:a="http://schemas.openxmlformats.org/drawingml/2006/main">
            <a:off x="819150" y="3362325"/>
            <a:ext cx="3060700" cy="2219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577078"/>
                </a:solidFill>
                <a:latin typeface="DejaVu Sans"/>
                <a:ea typeface="DejaVu Sans"/>
                <a:cs typeface="DejaVu Sans"/>
              </a:defRPr>
            </a:defPPr>
            <a:lvl1pPr algn="l">
              <a:defRPr sz="1650" b="0">
                <a:solidFill>
                  <a:srgbClr val="577078"/>
                </a:solidFill>
                <a:latin typeface="DejaVu Sans"/>
                <a:ea typeface="DejaVu Sans"/>
                <a:cs typeface="DejaVu Sans"/>
              </a:defRPr>
            </a:lvl1pPr>
            <a:lvl2pPr algn="l">
              <a:defRPr sz="1650" b="0">
                <a:solidFill>
                  <a:srgbClr val="577078"/>
                </a:solidFill>
                <a:latin typeface="DejaVu Sans"/>
                <a:ea typeface="DejaVu Sans"/>
                <a:cs typeface="DejaVu Sans"/>
              </a:defRPr>
            </a:lvl2pPr>
            <a:lvl3pPr algn="l">
              <a:defRPr sz="1650" b="0">
                <a:solidFill>
                  <a:srgbClr val="577078"/>
                </a:solidFill>
                <a:latin typeface="DejaVu Sans"/>
                <a:ea typeface="DejaVu Sans"/>
                <a:cs typeface="DejaVu Sans"/>
              </a:defRPr>
            </a:lvl3pPr>
            <a:lvl4pPr algn="l">
              <a:defRPr sz="1650" b="0">
                <a:solidFill>
                  <a:srgbClr val="577078"/>
                </a:solidFill>
                <a:latin typeface="DejaVu Sans"/>
                <a:ea typeface="DejaVu Sans"/>
                <a:cs typeface="DejaVu Sans"/>
              </a:defRPr>
            </a:lvl4pPr>
            <a:lvl5pPr algn="l">
              <a:defRPr sz="1650" b="0">
                <a:solidFill>
                  <a:srgbClr val="577078"/>
                </a:solidFill>
                <a:latin typeface="DejaVu Sans"/>
                <a:ea typeface="DejaVu Sans"/>
                <a:cs typeface="DejaVu Sans"/>
              </a:defRPr>
            </a:lvl5pPr>
            <a:lvl6pPr algn="l">
              <a:defRPr sz="1650" b="0">
                <a:solidFill>
                  <a:srgbClr val="577078"/>
                </a:solidFill>
                <a:latin typeface="DejaVu Sans"/>
                <a:ea typeface="DejaVu Sans"/>
                <a:cs typeface="DejaVu Sans"/>
              </a:defRPr>
            </a:lvl6pPr>
            <a:lvl7pPr algn="l">
              <a:defRPr sz="1650" b="0">
                <a:solidFill>
                  <a:srgbClr val="577078"/>
                </a:solidFill>
                <a:latin typeface="DejaVu Sans"/>
                <a:ea typeface="DejaVu Sans"/>
                <a:cs typeface="DejaVu Sans"/>
              </a:defRPr>
            </a:lvl7pPr>
            <a:lvl8pPr algn="l">
              <a:defRPr sz="1650" b="0">
                <a:solidFill>
                  <a:srgbClr val="577078"/>
                </a:solidFill>
                <a:latin typeface="DejaVu Sans"/>
                <a:ea typeface="DejaVu Sans"/>
                <a:cs typeface="DejaVu Sans"/>
              </a:defRPr>
            </a:lvl8pPr>
            <a:lvl9pPr algn="l">
              <a:defRPr sz="1650" b="0">
                <a:solidFill>
                  <a:srgbClr val="577078"/>
                </a:solidFill>
                <a:latin typeface="DejaVu Sans"/>
                <a:ea typeface="DejaVu Sans"/>
                <a:cs typeface="DejaVu Sans"/>
              </a:defRPr>
            </a:lvl9pPr>
          </a:lstStyle>
          <a:p xmlns:a="http://schemas.openxmlformats.org/drawingml/2006/main">
            <a:pPr algn="l">
              <a:lnSpc>
                <a:spcPct val="112000"/>
              </a:lnSpc>
              <a:buNone/>
              <a:defRPr sz="1650" b="0">
                <a:solidFill>
                  <a:srgbClr val="577078"/>
                </a:solidFill>
                <a:latin typeface="DejaVu Sans"/>
                <a:ea typeface="DejaVu Sans"/>
                <a:cs typeface="DejaVu Sans"/>
              </a:defRPr>
            </a:pPr>
            <a:r>
              <a:rPr sz="1650" b="0">
                <a:solidFill>
                  <a:srgbClr val="577078"/>
                </a:solidFill>
                <a:latin typeface="DejaVu Sans"/>
                <a:ea typeface="DejaVu Sans"/>
                <a:cs typeface="DejaVu Sans"/>
              </a:rPr>
              <a:t>Labeled examples map inputs to outputs.</a:t>
            </a:r>
          </a:p>
        </p:txBody>
      </p:sp>
      <p:sp>
        <p:nvSpPr>
          <p:cNvPr id="12" name="">
            <a:extLst xmlns:a="http://schemas.openxmlformats.org/drawingml/2006/main">
              <a:ext uri="{FF2B5EF4-FFF2-40B4-BE49-F238E27FC236}">
                <a16:creationId xmlns:a16="http://schemas.microsoft.com/office/drawing/2014/main" id="{548B7E10-2AD3-4616-95AB-3561ED376365}"/>
              </a:ext>
            </a:extLst>
          </p:cNvPr>
          <p:cNvSpPr>
            <a:spLocks xmlns:a="http://schemas.openxmlformats.org/drawingml/2006/main" noGrp="1"/>
          </p:cNvSpPr>
          <p:nvPr/>
        </p:nvSpPr>
        <p:spPr>
          <a:xfrm xmlns:a="http://schemas.openxmlformats.org/drawingml/2006/main">
            <a:off x="4356100" y="2571750"/>
            <a:ext cx="3479800" cy="3095625"/>
          </a:xfrm>
          <a:prstGeom xmlns:a="http://schemas.openxmlformats.org/drawingml/2006/main" prst="rect">
            <a:avLst/>
          </a:prstGeom>
          <a:solidFill xmlns:a="http://schemas.openxmlformats.org/drawingml/2006/main">
            <a:srgbClr val="FFFDFA"/>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96167A97-C852-4871-A81B-F25973A21F25}"/>
              </a:ext>
            </a:extLst>
          </p:cNvPr>
          <p:cNvSpPr>
            <a:spLocks xmlns:a="http://schemas.openxmlformats.org/drawingml/2006/main" noGrp="1"/>
          </p:cNvSpPr>
          <p:nvPr/>
        </p:nvSpPr>
        <p:spPr>
          <a:xfrm xmlns:a="http://schemas.openxmlformats.org/drawingml/2006/main">
            <a:off x="4356100" y="2571750"/>
            <a:ext cx="38100" cy="3095625"/>
          </a:xfrm>
          <a:prstGeom xmlns:a="http://schemas.openxmlformats.org/drawingml/2006/main" prst="rect">
            <a:avLst/>
          </a:prstGeom>
          <a:solidFill xmlns:a="http://schemas.openxmlformats.org/drawingml/2006/main">
            <a:srgbClr val="D64136"/>
          </a:solidFill>
          <a:ln xmlns:a="http://schemas.openxmlformats.org/drawingml/2006/main" w="0">
            <a:noFill/>
            <a:prstDash val="solid"/>
          </a:ln>
        </p:spPr>
      </p:sp>
      <p:sp>
        <p:nvSpPr>
          <p:cNvPr id="14" name="text-jorehocn61">
            <a:extLst xmlns:a="http://schemas.openxmlformats.org/drawingml/2006/main">
              <a:ext uri="{FF2B5EF4-FFF2-40B4-BE49-F238E27FC236}">
                <a16:creationId xmlns:a16="http://schemas.microsoft.com/office/drawing/2014/main" id="{30FFFAD0-4007-4292-B4AB-DF58C31B3CD3}"/>
              </a:ext>
            </a:extLst>
          </p:cNvPr>
          <p:cNvSpPr>
            <a:spLocks xmlns:a="http://schemas.openxmlformats.org/drawingml/2006/main" noGrp="1"/>
          </p:cNvSpPr>
          <p:nvPr/>
        </p:nvSpPr>
        <p:spPr>
          <a:xfrm xmlns:a="http://schemas.openxmlformats.org/drawingml/2006/main">
            <a:off x="4565650" y="2743200"/>
            <a:ext cx="30607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1">
                <a:solidFill>
                  <a:srgbClr val="10242B"/>
                </a:solidFill>
                <a:latin typeface="DejaVu Sans"/>
                <a:ea typeface="DejaVu Sans"/>
                <a:cs typeface="DejaVu Sans"/>
              </a:defRPr>
            </a:defPPr>
            <a:lvl1pPr algn="l">
              <a:defRPr sz="1800" b="1">
                <a:solidFill>
                  <a:srgbClr val="10242B"/>
                </a:solidFill>
                <a:latin typeface="DejaVu Sans"/>
                <a:ea typeface="DejaVu Sans"/>
                <a:cs typeface="DejaVu Sans"/>
              </a:defRPr>
            </a:lvl1pPr>
            <a:lvl2pPr algn="l">
              <a:defRPr sz="1800" b="1">
                <a:solidFill>
                  <a:srgbClr val="10242B"/>
                </a:solidFill>
                <a:latin typeface="DejaVu Sans"/>
                <a:ea typeface="DejaVu Sans"/>
                <a:cs typeface="DejaVu Sans"/>
              </a:defRPr>
            </a:lvl2pPr>
            <a:lvl3pPr algn="l">
              <a:defRPr sz="1800" b="1">
                <a:solidFill>
                  <a:srgbClr val="10242B"/>
                </a:solidFill>
                <a:latin typeface="DejaVu Sans"/>
                <a:ea typeface="DejaVu Sans"/>
                <a:cs typeface="DejaVu Sans"/>
              </a:defRPr>
            </a:lvl3pPr>
            <a:lvl4pPr algn="l">
              <a:defRPr sz="1800" b="1">
                <a:solidFill>
                  <a:srgbClr val="10242B"/>
                </a:solidFill>
                <a:latin typeface="DejaVu Sans"/>
                <a:ea typeface="DejaVu Sans"/>
                <a:cs typeface="DejaVu Sans"/>
              </a:defRPr>
            </a:lvl4pPr>
            <a:lvl5pPr algn="l">
              <a:defRPr sz="1800" b="1">
                <a:solidFill>
                  <a:srgbClr val="10242B"/>
                </a:solidFill>
                <a:latin typeface="DejaVu Sans"/>
                <a:ea typeface="DejaVu Sans"/>
                <a:cs typeface="DejaVu Sans"/>
              </a:defRPr>
            </a:lvl5pPr>
            <a:lvl6pPr algn="l">
              <a:defRPr sz="1800" b="1">
                <a:solidFill>
                  <a:srgbClr val="10242B"/>
                </a:solidFill>
                <a:latin typeface="DejaVu Sans"/>
                <a:ea typeface="DejaVu Sans"/>
                <a:cs typeface="DejaVu Sans"/>
              </a:defRPr>
            </a:lvl6pPr>
            <a:lvl7pPr algn="l">
              <a:defRPr sz="1800" b="1">
                <a:solidFill>
                  <a:srgbClr val="10242B"/>
                </a:solidFill>
                <a:latin typeface="DejaVu Sans"/>
                <a:ea typeface="DejaVu Sans"/>
                <a:cs typeface="DejaVu Sans"/>
              </a:defRPr>
            </a:lvl7pPr>
            <a:lvl8pPr algn="l">
              <a:defRPr sz="1800" b="1">
                <a:solidFill>
                  <a:srgbClr val="10242B"/>
                </a:solidFill>
                <a:latin typeface="DejaVu Sans"/>
                <a:ea typeface="DejaVu Sans"/>
                <a:cs typeface="DejaVu Sans"/>
              </a:defRPr>
            </a:lvl8pPr>
            <a:lvl9pPr algn="l">
              <a:defRPr sz="1800" b="1">
                <a:solidFill>
                  <a:srgbClr val="10242B"/>
                </a:solidFill>
                <a:latin typeface="DejaVu Sans"/>
                <a:ea typeface="DejaVu Sans"/>
                <a:cs typeface="DejaVu Sans"/>
              </a:defRPr>
            </a:lvl9pPr>
          </a:lstStyle>
          <a:p xmlns:a="http://schemas.openxmlformats.org/drawingml/2006/main">
            <a:pPr algn="l">
              <a:lnSpc>
                <a:spcPct val="112000"/>
              </a:lnSpc>
              <a:buNone/>
              <a:defRPr sz="1800" b="1">
                <a:solidFill>
                  <a:srgbClr val="10242B"/>
                </a:solidFill>
                <a:latin typeface="DejaVu Sans"/>
                <a:ea typeface="DejaVu Sans"/>
                <a:cs typeface="DejaVu Sans"/>
              </a:defRPr>
            </a:pPr>
            <a:r>
              <a:rPr sz="1800" b="1">
                <a:solidFill>
                  <a:srgbClr val="10242B"/>
                </a:solidFill>
                <a:latin typeface="DejaVu Sans"/>
                <a:ea typeface="DejaVu Sans"/>
                <a:cs typeface="DejaVu Sans"/>
              </a:rPr>
              <a:t>Imitation</a:t>
            </a:r>
          </a:p>
        </p:txBody>
      </p:sp>
      <p:sp>
        <p:nvSpPr>
          <p:cNvPr id="15" name="text-2m9afpzcy15">
            <a:extLst xmlns:a="http://schemas.openxmlformats.org/drawingml/2006/main">
              <a:ext uri="{FF2B5EF4-FFF2-40B4-BE49-F238E27FC236}">
                <a16:creationId xmlns:a16="http://schemas.microsoft.com/office/drawing/2014/main" id="{7CF193D4-F9B0-41C3-BB8F-A125035D3155}"/>
              </a:ext>
            </a:extLst>
          </p:cNvPr>
          <p:cNvSpPr>
            <a:spLocks xmlns:a="http://schemas.openxmlformats.org/drawingml/2006/main" noGrp="1"/>
          </p:cNvSpPr>
          <p:nvPr/>
        </p:nvSpPr>
        <p:spPr>
          <a:xfrm xmlns:a="http://schemas.openxmlformats.org/drawingml/2006/main">
            <a:off x="4565650" y="3362325"/>
            <a:ext cx="3060700" cy="2219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577078"/>
                </a:solidFill>
                <a:latin typeface="DejaVu Sans"/>
                <a:ea typeface="DejaVu Sans"/>
                <a:cs typeface="DejaVu Sans"/>
              </a:defRPr>
            </a:defPPr>
            <a:lvl1pPr algn="l">
              <a:defRPr sz="1650" b="0">
                <a:solidFill>
                  <a:srgbClr val="577078"/>
                </a:solidFill>
                <a:latin typeface="DejaVu Sans"/>
                <a:ea typeface="DejaVu Sans"/>
                <a:cs typeface="DejaVu Sans"/>
              </a:defRPr>
            </a:lvl1pPr>
            <a:lvl2pPr algn="l">
              <a:defRPr sz="1650" b="0">
                <a:solidFill>
                  <a:srgbClr val="577078"/>
                </a:solidFill>
                <a:latin typeface="DejaVu Sans"/>
                <a:ea typeface="DejaVu Sans"/>
                <a:cs typeface="DejaVu Sans"/>
              </a:defRPr>
            </a:lvl2pPr>
            <a:lvl3pPr algn="l">
              <a:defRPr sz="1650" b="0">
                <a:solidFill>
                  <a:srgbClr val="577078"/>
                </a:solidFill>
                <a:latin typeface="DejaVu Sans"/>
                <a:ea typeface="DejaVu Sans"/>
                <a:cs typeface="DejaVu Sans"/>
              </a:defRPr>
            </a:lvl3pPr>
            <a:lvl4pPr algn="l">
              <a:defRPr sz="1650" b="0">
                <a:solidFill>
                  <a:srgbClr val="577078"/>
                </a:solidFill>
                <a:latin typeface="DejaVu Sans"/>
                <a:ea typeface="DejaVu Sans"/>
                <a:cs typeface="DejaVu Sans"/>
              </a:defRPr>
            </a:lvl4pPr>
            <a:lvl5pPr algn="l">
              <a:defRPr sz="1650" b="0">
                <a:solidFill>
                  <a:srgbClr val="577078"/>
                </a:solidFill>
                <a:latin typeface="DejaVu Sans"/>
                <a:ea typeface="DejaVu Sans"/>
                <a:cs typeface="DejaVu Sans"/>
              </a:defRPr>
            </a:lvl5pPr>
            <a:lvl6pPr algn="l">
              <a:defRPr sz="1650" b="0">
                <a:solidFill>
                  <a:srgbClr val="577078"/>
                </a:solidFill>
                <a:latin typeface="DejaVu Sans"/>
                <a:ea typeface="DejaVu Sans"/>
                <a:cs typeface="DejaVu Sans"/>
              </a:defRPr>
            </a:lvl6pPr>
            <a:lvl7pPr algn="l">
              <a:defRPr sz="1650" b="0">
                <a:solidFill>
                  <a:srgbClr val="577078"/>
                </a:solidFill>
                <a:latin typeface="DejaVu Sans"/>
                <a:ea typeface="DejaVu Sans"/>
                <a:cs typeface="DejaVu Sans"/>
              </a:defRPr>
            </a:lvl7pPr>
            <a:lvl8pPr algn="l">
              <a:defRPr sz="1650" b="0">
                <a:solidFill>
                  <a:srgbClr val="577078"/>
                </a:solidFill>
                <a:latin typeface="DejaVu Sans"/>
                <a:ea typeface="DejaVu Sans"/>
                <a:cs typeface="DejaVu Sans"/>
              </a:defRPr>
            </a:lvl8pPr>
            <a:lvl9pPr algn="l">
              <a:defRPr sz="1650" b="0">
                <a:solidFill>
                  <a:srgbClr val="577078"/>
                </a:solidFill>
                <a:latin typeface="DejaVu Sans"/>
                <a:ea typeface="DejaVu Sans"/>
                <a:cs typeface="DejaVu Sans"/>
              </a:defRPr>
            </a:lvl9pPr>
          </a:lstStyle>
          <a:p xmlns:a="http://schemas.openxmlformats.org/drawingml/2006/main">
            <a:pPr algn="l">
              <a:lnSpc>
                <a:spcPct val="112000"/>
              </a:lnSpc>
              <a:buNone/>
              <a:defRPr sz="1650" b="0">
                <a:solidFill>
                  <a:srgbClr val="577078"/>
                </a:solidFill>
                <a:latin typeface="DejaVu Sans"/>
                <a:ea typeface="DejaVu Sans"/>
                <a:cs typeface="DejaVu Sans"/>
              </a:defRPr>
            </a:pPr>
            <a:r>
              <a:rPr sz="1650" b="0">
                <a:solidFill>
                  <a:srgbClr val="577078"/>
                </a:solidFill>
                <a:latin typeface="DejaVu Sans"/>
                <a:ea typeface="DejaVu Sans"/>
                <a:cs typeface="DejaVu Sans"/>
              </a:rPr>
              <a:t>Demonstrations provide an operator’s actions.</a:t>
            </a:r>
          </a:p>
        </p:txBody>
      </p:sp>
      <p:sp>
        <p:nvSpPr>
          <p:cNvPr id="16" name="">
            <a:extLst xmlns:a="http://schemas.openxmlformats.org/drawingml/2006/main">
              <a:ext uri="{FF2B5EF4-FFF2-40B4-BE49-F238E27FC236}">
                <a16:creationId xmlns:a16="http://schemas.microsoft.com/office/drawing/2014/main" id="{E7CD3838-034B-4838-837D-68D26F20D09F}"/>
              </a:ext>
            </a:extLst>
          </p:cNvPr>
          <p:cNvSpPr>
            <a:spLocks xmlns:a="http://schemas.openxmlformats.org/drawingml/2006/main" noGrp="1"/>
          </p:cNvSpPr>
          <p:nvPr/>
        </p:nvSpPr>
        <p:spPr>
          <a:xfrm xmlns:a="http://schemas.openxmlformats.org/drawingml/2006/main">
            <a:off x="8102600" y="2571750"/>
            <a:ext cx="3479800" cy="3095625"/>
          </a:xfrm>
          <a:prstGeom xmlns:a="http://schemas.openxmlformats.org/drawingml/2006/main" prst="rect">
            <a:avLst/>
          </a:prstGeom>
          <a:solidFill xmlns:a="http://schemas.openxmlformats.org/drawingml/2006/main">
            <a:srgbClr val="FFFDFA"/>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C5F180AE-7C86-4D15-8E85-D0C918490C1C}"/>
              </a:ext>
            </a:extLst>
          </p:cNvPr>
          <p:cNvSpPr>
            <a:spLocks xmlns:a="http://schemas.openxmlformats.org/drawingml/2006/main" noGrp="1"/>
          </p:cNvSpPr>
          <p:nvPr/>
        </p:nvSpPr>
        <p:spPr>
          <a:xfrm xmlns:a="http://schemas.openxmlformats.org/drawingml/2006/main">
            <a:off x="8102600" y="2571750"/>
            <a:ext cx="38100" cy="3095625"/>
          </a:xfrm>
          <a:prstGeom xmlns:a="http://schemas.openxmlformats.org/drawingml/2006/main" prst="rect">
            <a:avLst/>
          </a:prstGeom>
          <a:solidFill xmlns:a="http://schemas.openxmlformats.org/drawingml/2006/main">
            <a:srgbClr val="E5B64B"/>
          </a:solidFill>
          <a:ln xmlns:a="http://schemas.openxmlformats.org/drawingml/2006/main" w="0">
            <a:noFill/>
            <a:prstDash val="solid"/>
          </a:ln>
        </p:spPr>
      </p:sp>
      <p:sp>
        <p:nvSpPr>
          <p:cNvPr id="18" name="text-tlh03a6fltp">
            <a:extLst xmlns:a="http://schemas.openxmlformats.org/drawingml/2006/main">
              <a:ext uri="{FF2B5EF4-FFF2-40B4-BE49-F238E27FC236}">
                <a16:creationId xmlns:a16="http://schemas.microsoft.com/office/drawing/2014/main" id="{C8E08B62-092A-458A-8D58-59B7974C738F}"/>
              </a:ext>
            </a:extLst>
          </p:cNvPr>
          <p:cNvSpPr>
            <a:spLocks xmlns:a="http://schemas.openxmlformats.org/drawingml/2006/main" noGrp="1"/>
          </p:cNvSpPr>
          <p:nvPr/>
        </p:nvSpPr>
        <p:spPr>
          <a:xfrm xmlns:a="http://schemas.openxmlformats.org/drawingml/2006/main">
            <a:off x="8312150" y="2743200"/>
            <a:ext cx="30607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1">
                <a:solidFill>
                  <a:srgbClr val="10242B"/>
                </a:solidFill>
                <a:latin typeface="DejaVu Sans"/>
                <a:ea typeface="DejaVu Sans"/>
                <a:cs typeface="DejaVu Sans"/>
              </a:defRPr>
            </a:defPPr>
            <a:lvl1pPr algn="l">
              <a:defRPr sz="1800" b="1">
                <a:solidFill>
                  <a:srgbClr val="10242B"/>
                </a:solidFill>
                <a:latin typeface="DejaVu Sans"/>
                <a:ea typeface="DejaVu Sans"/>
                <a:cs typeface="DejaVu Sans"/>
              </a:defRPr>
            </a:lvl1pPr>
            <a:lvl2pPr algn="l">
              <a:defRPr sz="1800" b="1">
                <a:solidFill>
                  <a:srgbClr val="10242B"/>
                </a:solidFill>
                <a:latin typeface="DejaVu Sans"/>
                <a:ea typeface="DejaVu Sans"/>
                <a:cs typeface="DejaVu Sans"/>
              </a:defRPr>
            </a:lvl2pPr>
            <a:lvl3pPr algn="l">
              <a:defRPr sz="1800" b="1">
                <a:solidFill>
                  <a:srgbClr val="10242B"/>
                </a:solidFill>
                <a:latin typeface="DejaVu Sans"/>
                <a:ea typeface="DejaVu Sans"/>
                <a:cs typeface="DejaVu Sans"/>
              </a:defRPr>
            </a:lvl3pPr>
            <a:lvl4pPr algn="l">
              <a:defRPr sz="1800" b="1">
                <a:solidFill>
                  <a:srgbClr val="10242B"/>
                </a:solidFill>
                <a:latin typeface="DejaVu Sans"/>
                <a:ea typeface="DejaVu Sans"/>
                <a:cs typeface="DejaVu Sans"/>
              </a:defRPr>
            </a:lvl4pPr>
            <a:lvl5pPr algn="l">
              <a:defRPr sz="1800" b="1">
                <a:solidFill>
                  <a:srgbClr val="10242B"/>
                </a:solidFill>
                <a:latin typeface="DejaVu Sans"/>
                <a:ea typeface="DejaVu Sans"/>
                <a:cs typeface="DejaVu Sans"/>
              </a:defRPr>
            </a:lvl5pPr>
            <a:lvl6pPr algn="l">
              <a:defRPr sz="1800" b="1">
                <a:solidFill>
                  <a:srgbClr val="10242B"/>
                </a:solidFill>
                <a:latin typeface="DejaVu Sans"/>
                <a:ea typeface="DejaVu Sans"/>
                <a:cs typeface="DejaVu Sans"/>
              </a:defRPr>
            </a:lvl6pPr>
            <a:lvl7pPr algn="l">
              <a:defRPr sz="1800" b="1">
                <a:solidFill>
                  <a:srgbClr val="10242B"/>
                </a:solidFill>
                <a:latin typeface="DejaVu Sans"/>
                <a:ea typeface="DejaVu Sans"/>
                <a:cs typeface="DejaVu Sans"/>
              </a:defRPr>
            </a:lvl7pPr>
            <a:lvl8pPr algn="l">
              <a:defRPr sz="1800" b="1">
                <a:solidFill>
                  <a:srgbClr val="10242B"/>
                </a:solidFill>
                <a:latin typeface="DejaVu Sans"/>
                <a:ea typeface="DejaVu Sans"/>
                <a:cs typeface="DejaVu Sans"/>
              </a:defRPr>
            </a:lvl8pPr>
            <a:lvl9pPr algn="l">
              <a:defRPr sz="1800" b="1">
                <a:solidFill>
                  <a:srgbClr val="10242B"/>
                </a:solidFill>
                <a:latin typeface="DejaVu Sans"/>
                <a:ea typeface="DejaVu Sans"/>
                <a:cs typeface="DejaVu Sans"/>
              </a:defRPr>
            </a:lvl9pPr>
          </a:lstStyle>
          <a:p xmlns:a="http://schemas.openxmlformats.org/drawingml/2006/main">
            <a:pPr algn="l">
              <a:lnSpc>
                <a:spcPct val="112000"/>
              </a:lnSpc>
              <a:buNone/>
              <a:defRPr sz="1800" b="1">
                <a:solidFill>
                  <a:srgbClr val="10242B"/>
                </a:solidFill>
                <a:latin typeface="DejaVu Sans"/>
                <a:ea typeface="DejaVu Sans"/>
                <a:cs typeface="DejaVu Sans"/>
              </a:defRPr>
            </a:pPr>
            <a:r>
              <a:rPr sz="1800" b="1">
                <a:solidFill>
                  <a:srgbClr val="10242B"/>
                </a:solidFill>
                <a:latin typeface="DejaVu Sans"/>
                <a:ea typeface="DejaVu Sans"/>
                <a:cs typeface="DejaVu Sans"/>
              </a:rPr>
              <a:t>Reinforcement</a:t>
            </a:r>
          </a:p>
        </p:txBody>
      </p:sp>
      <p:sp>
        <p:nvSpPr>
          <p:cNvPr id="19" name="text-0a3rbjpaw0bf">
            <a:extLst xmlns:a="http://schemas.openxmlformats.org/drawingml/2006/main">
              <a:ext uri="{FF2B5EF4-FFF2-40B4-BE49-F238E27FC236}">
                <a16:creationId xmlns:a16="http://schemas.microsoft.com/office/drawing/2014/main" id="{1CCEC33F-83BB-4420-952B-5C0930D635CB}"/>
              </a:ext>
            </a:extLst>
          </p:cNvPr>
          <p:cNvSpPr>
            <a:spLocks xmlns:a="http://schemas.openxmlformats.org/drawingml/2006/main" noGrp="1"/>
          </p:cNvSpPr>
          <p:nvPr/>
        </p:nvSpPr>
        <p:spPr>
          <a:xfrm xmlns:a="http://schemas.openxmlformats.org/drawingml/2006/main">
            <a:off x="8312150" y="3362325"/>
            <a:ext cx="3060700" cy="2219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577078"/>
                </a:solidFill>
                <a:latin typeface="DejaVu Sans"/>
                <a:ea typeface="DejaVu Sans"/>
                <a:cs typeface="DejaVu Sans"/>
              </a:defRPr>
            </a:defPPr>
            <a:lvl1pPr algn="l">
              <a:defRPr sz="1650" b="0">
                <a:solidFill>
                  <a:srgbClr val="577078"/>
                </a:solidFill>
                <a:latin typeface="DejaVu Sans"/>
                <a:ea typeface="DejaVu Sans"/>
                <a:cs typeface="DejaVu Sans"/>
              </a:defRPr>
            </a:lvl1pPr>
            <a:lvl2pPr algn="l">
              <a:defRPr sz="1650" b="0">
                <a:solidFill>
                  <a:srgbClr val="577078"/>
                </a:solidFill>
                <a:latin typeface="DejaVu Sans"/>
                <a:ea typeface="DejaVu Sans"/>
                <a:cs typeface="DejaVu Sans"/>
              </a:defRPr>
            </a:lvl2pPr>
            <a:lvl3pPr algn="l">
              <a:defRPr sz="1650" b="0">
                <a:solidFill>
                  <a:srgbClr val="577078"/>
                </a:solidFill>
                <a:latin typeface="DejaVu Sans"/>
                <a:ea typeface="DejaVu Sans"/>
                <a:cs typeface="DejaVu Sans"/>
              </a:defRPr>
            </a:lvl3pPr>
            <a:lvl4pPr algn="l">
              <a:defRPr sz="1650" b="0">
                <a:solidFill>
                  <a:srgbClr val="577078"/>
                </a:solidFill>
                <a:latin typeface="DejaVu Sans"/>
                <a:ea typeface="DejaVu Sans"/>
                <a:cs typeface="DejaVu Sans"/>
              </a:defRPr>
            </a:lvl4pPr>
            <a:lvl5pPr algn="l">
              <a:defRPr sz="1650" b="0">
                <a:solidFill>
                  <a:srgbClr val="577078"/>
                </a:solidFill>
                <a:latin typeface="DejaVu Sans"/>
                <a:ea typeface="DejaVu Sans"/>
                <a:cs typeface="DejaVu Sans"/>
              </a:defRPr>
            </a:lvl5pPr>
            <a:lvl6pPr algn="l">
              <a:defRPr sz="1650" b="0">
                <a:solidFill>
                  <a:srgbClr val="577078"/>
                </a:solidFill>
                <a:latin typeface="DejaVu Sans"/>
                <a:ea typeface="DejaVu Sans"/>
                <a:cs typeface="DejaVu Sans"/>
              </a:defRPr>
            </a:lvl6pPr>
            <a:lvl7pPr algn="l">
              <a:defRPr sz="1650" b="0">
                <a:solidFill>
                  <a:srgbClr val="577078"/>
                </a:solidFill>
                <a:latin typeface="DejaVu Sans"/>
                <a:ea typeface="DejaVu Sans"/>
                <a:cs typeface="DejaVu Sans"/>
              </a:defRPr>
            </a:lvl7pPr>
            <a:lvl8pPr algn="l">
              <a:defRPr sz="1650" b="0">
                <a:solidFill>
                  <a:srgbClr val="577078"/>
                </a:solidFill>
                <a:latin typeface="DejaVu Sans"/>
                <a:ea typeface="DejaVu Sans"/>
                <a:cs typeface="DejaVu Sans"/>
              </a:defRPr>
            </a:lvl8pPr>
            <a:lvl9pPr algn="l">
              <a:defRPr sz="1650" b="0">
                <a:solidFill>
                  <a:srgbClr val="577078"/>
                </a:solidFill>
                <a:latin typeface="DejaVu Sans"/>
                <a:ea typeface="DejaVu Sans"/>
                <a:cs typeface="DejaVu Sans"/>
              </a:defRPr>
            </a:lvl9pPr>
          </a:lstStyle>
          <a:p xmlns:a="http://schemas.openxmlformats.org/drawingml/2006/main">
            <a:pPr algn="l">
              <a:lnSpc>
                <a:spcPct val="112000"/>
              </a:lnSpc>
              <a:buNone/>
              <a:defRPr sz="1650" b="0">
                <a:solidFill>
                  <a:srgbClr val="577078"/>
                </a:solidFill>
                <a:latin typeface="DejaVu Sans"/>
                <a:ea typeface="DejaVu Sans"/>
                <a:cs typeface="DejaVu Sans"/>
              </a:defRPr>
            </a:pPr>
            <a:r>
              <a:rPr sz="1650" b="0">
                <a:solidFill>
                  <a:srgbClr val="577078"/>
                </a:solidFill>
                <a:latin typeface="DejaVu Sans"/>
                <a:ea typeface="DejaVu Sans"/>
                <a:cs typeface="DejaVu Sans"/>
              </a:rPr>
              <a:t>Interaction and reward improve sequential decisions.</a:t>
            </a:r>
          </a:p>
        </p:txBody>
      </p:sp>
    </p:spTree>
    <p:extLst>
      <p:ext uri="{BB962C8B-B14F-4D97-AF65-F5344CB8AC3E}">
        <p14:creationId xmlns:p14="http://schemas.microsoft.com/office/powerpoint/2010/main" val="697739543"/>
      </p:ext>
    </p:extLst>
  </p:cSld>
</p:sld>
</file>

<file path=ppt/slides/slide8.xml><?xml version="1.0" encoding="utf-8"?>
<p:sld xmlns:p="http://schemas.openxmlformats.org/presentationml/2006/main">
  <p:cSld>
    <p:bg>
      <p:bgPr>
        <a:solidFill xmlns:a="http://schemas.openxmlformats.org/drawingml/2006/main">
          <a:srgbClr val="F4F1E9"/>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562C2152-3623-432B-89C7-A9CD1C5B99F9}"/>
              </a:ext>
            </a:extLst>
          </p:cNvPr>
          <p:cNvSpPr>
            <a:spLocks xmlns:a="http://schemas.openxmlformats.org/drawingml/2006/main" noGrp="1"/>
          </p:cNvSpPr>
          <p:nvPr/>
        </p:nvSpPr>
        <p:spPr>
          <a:xfrm xmlns:a="http://schemas.openxmlformats.org/drawingml/2006/main">
            <a:off x="609600" y="323850"/>
            <a:ext cx="495300" cy="47625"/>
          </a:xfrm>
          <a:prstGeom xmlns:a="http://schemas.openxmlformats.org/drawingml/2006/main" prst="rect">
            <a:avLst/>
          </a:prstGeom>
          <a:solidFill xmlns:a="http://schemas.openxmlformats.org/drawingml/2006/main">
            <a:srgbClr val="D64136"/>
          </a:solidFill>
          <a:ln xmlns:a="http://schemas.openxmlformats.org/drawingml/2006/main" w="0">
            <a:noFill/>
            <a:prstDash val="solid"/>
          </a:ln>
        </p:spPr>
      </p:sp>
      <p:sp>
        <p:nvSpPr>
          <p:cNvPr id="2" name="text-7089vbur6xl">
            <a:extLst xmlns:a="http://schemas.openxmlformats.org/drawingml/2006/main">
              <a:ext uri="{FF2B5EF4-FFF2-40B4-BE49-F238E27FC236}">
                <a16:creationId xmlns:a16="http://schemas.microsoft.com/office/drawing/2014/main" id="{FE7B5EE4-922F-49B3-BED4-ADC17E0CC0EB}"/>
              </a:ext>
            </a:extLst>
          </p:cNvPr>
          <p:cNvSpPr>
            <a:spLocks xmlns:a="http://schemas.openxmlformats.org/drawingml/2006/main" noGrp="1"/>
          </p:cNvSpPr>
          <p:nvPr/>
        </p:nvSpPr>
        <p:spPr>
          <a:xfrm xmlns:a="http://schemas.openxmlformats.org/drawingml/2006/main">
            <a:off x="1257300" y="247650"/>
            <a:ext cx="809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50" b="1">
                <a:solidFill>
                  <a:srgbClr val="087D78"/>
                </a:solidFill>
                <a:latin typeface="DejaVu Sans"/>
                <a:ea typeface="DejaVu Sans"/>
                <a:cs typeface="DejaVu Sans"/>
              </a:defRPr>
            </a:defPPr>
            <a:lvl1pPr algn="l">
              <a:defRPr sz="1050" b="1">
                <a:solidFill>
                  <a:srgbClr val="087D78"/>
                </a:solidFill>
                <a:latin typeface="DejaVu Sans"/>
                <a:ea typeface="DejaVu Sans"/>
                <a:cs typeface="DejaVu Sans"/>
              </a:defRPr>
            </a:lvl1pPr>
            <a:lvl2pPr algn="l">
              <a:defRPr sz="1050" b="1">
                <a:solidFill>
                  <a:srgbClr val="087D78"/>
                </a:solidFill>
                <a:latin typeface="DejaVu Sans"/>
                <a:ea typeface="DejaVu Sans"/>
                <a:cs typeface="DejaVu Sans"/>
              </a:defRPr>
            </a:lvl2pPr>
            <a:lvl3pPr algn="l">
              <a:defRPr sz="1050" b="1">
                <a:solidFill>
                  <a:srgbClr val="087D78"/>
                </a:solidFill>
                <a:latin typeface="DejaVu Sans"/>
                <a:ea typeface="DejaVu Sans"/>
                <a:cs typeface="DejaVu Sans"/>
              </a:defRPr>
            </a:lvl3pPr>
            <a:lvl4pPr algn="l">
              <a:defRPr sz="1050" b="1">
                <a:solidFill>
                  <a:srgbClr val="087D78"/>
                </a:solidFill>
                <a:latin typeface="DejaVu Sans"/>
                <a:ea typeface="DejaVu Sans"/>
                <a:cs typeface="DejaVu Sans"/>
              </a:defRPr>
            </a:lvl4pPr>
            <a:lvl5pPr algn="l">
              <a:defRPr sz="1050" b="1">
                <a:solidFill>
                  <a:srgbClr val="087D78"/>
                </a:solidFill>
                <a:latin typeface="DejaVu Sans"/>
                <a:ea typeface="DejaVu Sans"/>
                <a:cs typeface="DejaVu Sans"/>
              </a:defRPr>
            </a:lvl5pPr>
            <a:lvl6pPr algn="l">
              <a:defRPr sz="1050" b="1">
                <a:solidFill>
                  <a:srgbClr val="087D78"/>
                </a:solidFill>
                <a:latin typeface="DejaVu Sans"/>
                <a:ea typeface="DejaVu Sans"/>
                <a:cs typeface="DejaVu Sans"/>
              </a:defRPr>
            </a:lvl6pPr>
            <a:lvl7pPr algn="l">
              <a:defRPr sz="1050" b="1">
                <a:solidFill>
                  <a:srgbClr val="087D78"/>
                </a:solidFill>
                <a:latin typeface="DejaVu Sans"/>
                <a:ea typeface="DejaVu Sans"/>
                <a:cs typeface="DejaVu Sans"/>
              </a:defRPr>
            </a:lvl7pPr>
            <a:lvl8pPr algn="l">
              <a:defRPr sz="1050" b="1">
                <a:solidFill>
                  <a:srgbClr val="087D78"/>
                </a:solidFill>
                <a:latin typeface="DejaVu Sans"/>
                <a:ea typeface="DejaVu Sans"/>
                <a:cs typeface="DejaVu Sans"/>
              </a:defRPr>
            </a:lvl8pPr>
            <a:lvl9pPr algn="l">
              <a:defRPr sz="1050" b="1">
                <a:solidFill>
                  <a:srgbClr val="087D78"/>
                </a:solidFill>
                <a:latin typeface="DejaVu Sans"/>
                <a:ea typeface="DejaVu Sans"/>
                <a:cs typeface="DejaVu Sans"/>
              </a:defRPr>
            </a:lvl9pPr>
          </a:lstStyle>
          <a:p xmlns:a="http://schemas.openxmlformats.org/drawingml/2006/main">
            <a:pPr algn="l">
              <a:lnSpc>
                <a:spcPct val="112000"/>
              </a:lnSpc>
              <a:buNone/>
              <a:defRPr sz="1050" b="1">
                <a:solidFill>
                  <a:srgbClr val="087D78"/>
                </a:solidFill>
                <a:latin typeface="DejaVu Sans"/>
                <a:ea typeface="DejaVu Sans"/>
                <a:cs typeface="DejaVu Sans"/>
              </a:defRPr>
            </a:pPr>
            <a:r>
              <a:rPr sz="1050" b="1">
                <a:solidFill>
                  <a:srgbClr val="087D78"/>
                </a:solidFill>
                <a:latin typeface="DejaVu Sans"/>
                <a:ea typeface="DejaVu Sans"/>
                <a:cs typeface="DejaVu Sans"/>
              </a:rPr>
              <a:t>TECHNOLOGICAL CHINA</a:t>
            </a:r>
          </a:p>
        </p:txBody>
      </p:sp>
      <p:sp>
        <p:nvSpPr>
          <p:cNvPr id="3" name="text-4chmcvp4ez5">
            <a:extLst xmlns:a="http://schemas.openxmlformats.org/drawingml/2006/main">
              <a:ext uri="{FF2B5EF4-FFF2-40B4-BE49-F238E27FC236}">
                <a16:creationId xmlns:a16="http://schemas.microsoft.com/office/drawing/2014/main" id="{8E5F5613-37E8-461D-90C2-C5872FDB90DD}"/>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700" b="1">
                <a:solidFill>
                  <a:srgbClr val="10242B"/>
                </a:solidFill>
                <a:latin typeface="DejaVu Sans"/>
                <a:ea typeface="DejaVu Sans"/>
                <a:cs typeface="DejaVu Sans"/>
              </a:defRPr>
            </a:defPPr>
            <a:lvl1pPr algn="l">
              <a:defRPr sz="2700" b="1">
                <a:solidFill>
                  <a:srgbClr val="10242B"/>
                </a:solidFill>
                <a:latin typeface="DejaVu Sans"/>
                <a:ea typeface="DejaVu Sans"/>
                <a:cs typeface="DejaVu Sans"/>
              </a:defRPr>
            </a:lvl1pPr>
            <a:lvl2pPr algn="l">
              <a:defRPr sz="2700" b="1">
                <a:solidFill>
                  <a:srgbClr val="10242B"/>
                </a:solidFill>
                <a:latin typeface="DejaVu Sans"/>
                <a:ea typeface="DejaVu Sans"/>
                <a:cs typeface="DejaVu Sans"/>
              </a:defRPr>
            </a:lvl2pPr>
            <a:lvl3pPr algn="l">
              <a:defRPr sz="2700" b="1">
                <a:solidFill>
                  <a:srgbClr val="10242B"/>
                </a:solidFill>
                <a:latin typeface="DejaVu Sans"/>
                <a:ea typeface="DejaVu Sans"/>
                <a:cs typeface="DejaVu Sans"/>
              </a:defRPr>
            </a:lvl3pPr>
            <a:lvl4pPr algn="l">
              <a:defRPr sz="2700" b="1">
                <a:solidFill>
                  <a:srgbClr val="10242B"/>
                </a:solidFill>
                <a:latin typeface="DejaVu Sans"/>
                <a:ea typeface="DejaVu Sans"/>
                <a:cs typeface="DejaVu Sans"/>
              </a:defRPr>
            </a:lvl4pPr>
            <a:lvl5pPr algn="l">
              <a:defRPr sz="2700" b="1">
                <a:solidFill>
                  <a:srgbClr val="10242B"/>
                </a:solidFill>
                <a:latin typeface="DejaVu Sans"/>
                <a:ea typeface="DejaVu Sans"/>
                <a:cs typeface="DejaVu Sans"/>
              </a:defRPr>
            </a:lvl5pPr>
            <a:lvl6pPr algn="l">
              <a:defRPr sz="2700" b="1">
                <a:solidFill>
                  <a:srgbClr val="10242B"/>
                </a:solidFill>
                <a:latin typeface="DejaVu Sans"/>
                <a:ea typeface="DejaVu Sans"/>
                <a:cs typeface="DejaVu Sans"/>
              </a:defRPr>
            </a:lvl6pPr>
            <a:lvl7pPr algn="l">
              <a:defRPr sz="2700" b="1">
                <a:solidFill>
                  <a:srgbClr val="10242B"/>
                </a:solidFill>
                <a:latin typeface="DejaVu Sans"/>
                <a:ea typeface="DejaVu Sans"/>
                <a:cs typeface="DejaVu Sans"/>
              </a:defRPr>
            </a:lvl7pPr>
            <a:lvl8pPr algn="l">
              <a:defRPr sz="2700" b="1">
                <a:solidFill>
                  <a:srgbClr val="10242B"/>
                </a:solidFill>
                <a:latin typeface="DejaVu Sans"/>
                <a:ea typeface="DejaVu Sans"/>
                <a:cs typeface="DejaVu Sans"/>
              </a:defRPr>
            </a:lvl8pPr>
            <a:lvl9pPr algn="l">
              <a:defRPr sz="2700" b="1">
                <a:solidFill>
                  <a:srgbClr val="10242B"/>
                </a:solidFill>
                <a:latin typeface="DejaVu Sans"/>
                <a:ea typeface="DejaVu Sans"/>
                <a:cs typeface="DejaVu Sans"/>
              </a:defRPr>
            </a:lvl9pPr>
          </a:lstStyle>
          <a:p xmlns:a="http://schemas.openxmlformats.org/drawingml/2006/main">
            <a:pPr algn="l">
              <a:lnSpc>
                <a:spcPct val="112000"/>
              </a:lnSpc>
              <a:buNone/>
              <a:defRPr sz="2700" b="1">
                <a:solidFill>
                  <a:srgbClr val="10242B"/>
                </a:solidFill>
                <a:latin typeface="DejaVu Sans"/>
                <a:ea typeface="DejaVu Sans"/>
                <a:cs typeface="DejaVu Sans"/>
              </a:defRPr>
            </a:pPr>
            <a:r>
              <a:rPr sz="2700" b="1">
                <a:solidFill>
                  <a:srgbClr val="10242B"/>
                </a:solidFill>
                <a:latin typeface="DejaVu Sans"/>
                <a:ea typeface="DejaVu Sans"/>
                <a:cs typeface="DejaVu Sans"/>
              </a:rPr>
              <a:t>A workflow fixes steps; an agent chooses part of the path</a:t>
            </a:r>
          </a:p>
        </p:txBody>
      </p:sp>
      <p:sp>
        <p:nvSpPr>
          <p:cNvPr id="4" name="text-hg5mnq22qc">
            <a:extLst xmlns:a="http://schemas.openxmlformats.org/drawingml/2006/main">
              <a:ext uri="{FF2B5EF4-FFF2-40B4-BE49-F238E27FC236}">
                <a16:creationId xmlns:a16="http://schemas.microsoft.com/office/drawing/2014/main" id="{603C59BC-D4E8-42C1-A199-93352C2B4323}"/>
              </a:ext>
            </a:extLst>
          </p:cNvPr>
          <p:cNvSpPr>
            <a:spLocks xmlns:a="http://schemas.openxmlformats.org/drawingml/2006/main" noGrp="1"/>
          </p:cNvSpPr>
          <p:nvPr/>
        </p:nvSpPr>
        <p:spPr>
          <a:xfrm xmlns:a="http://schemas.openxmlformats.org/drawingml/2006/main">
            <a:off x="609600" y="1857375"/>
            <a:ext cx="109728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577078"/>
                </a:solidFill>
                <a:latin typeface="DejaVu Sans"/>
                <a:ea typeface="DejaVu Sans"/>
                <a:cs typeface="DejaVu Sans"/>
              </a:defRPr>
            </a:defPPr>
            <a:lvl1pPr algn="l">
              <a:defRPr sz="1575" b="0">
                <a:solidFill>
                  <a:srgbClr val="577078"/>
                </a:solidFill>
                <a:latin typeface="DejaVu Sans"/>
                <a:ea typeface="DejaVu Sans"/>
                <a:cs typeface="DejaVu Sans"/>
              </a:defRPr>
            </a:lvl1pPr>
            <a:lvl2pPr algn="l">
              <a:defRPr sz="1575" b="0">
                <a:solidFill>
                  <a:srgbClr val="577078"/>
                </a:solidFill>
                <a:latin typeface="DejaVu Sans"/>
                <a:ea typeface="DejaVu Sans"/>
                <a:cs typeface="DejaVu Sans"/>
              </a:defRPr>
            </a:lvl2pPr>
            <a:lvl3pPr algn="l">
              <a:defRPr sz="1575" b="0">
                <a:solidFill>
                  <a:srgbClr val="577078"/>
                </a:solidFill>
                <a:latin typeface="DejaVu Sans"/>
                <a:ea typeface="DejaVu Sans"/>
                <a:cs typeface="DejaVu Sans"/>
              </a:defRPr>
            </a:lvl3pPr>
            <a:lvl4pPr algn="l">
              <a:defRPr sz="1575" b="0">
                <a:solidFill>
                  <a:srgbClr val="577078"/>
                </a:solidFill>
                <a:latin typeface="DejaVu Sans"/>
                <a:ea typeface="DejaVu Sans"/>
                <a:cs typeface="DejaVu Sans"/>
              </a:defRPr>
            </a:lvl4pPr>
            <a:lvl5pPr algn="l">
              <a:defRPr sz="1575" b="0">
                <a:solidFill>
                  <a:srgbClr val="577078"/>
                </a:solidFill>
                <a:latin typeface="DejaVu Sans"/>
                <a:ea typeface="DejaVu Sans"/>
                <a:cs typeface="DejaVu Sans"/>
              </a:defRPr>
            </a:lvl5pPr>
            <a:lvl6pPr algn="l">
              <a:defRPr sz="1575" b="0">
                <a:solidFill>
                  <a:srgbClr val="577078"/>
                </a:solidFill>
                <a:latin typeface="DejaVu Sans"/>
                <a:ea typeface="DejaVu Sans"/>
                <a:cs typeface="DejaVu Sans"/>
              </a:defRPr>
            </a:lvl6pPr>
            <a:lvl7pPr algn="l">
              <a:defRPr sz="1575" b="0">
                <a:solidFill>
                  <a:srgbClr val="577078"/>
                </a:solidFill>
                <a:latin typeface="DejaVu Sans"/>
                <a:ea typeface="DejaVu Sans"/>
                <a:cs typeface="DejaVu Sans"/>
              </a:defRPr>
            </a:lvl7pPr>
            <a:lvl8pPr algn="l">
              <a:defRPr sz="1575" b="0">
                <a:solidFill>
                  <a:srgbClr val="577078"/>
                </a:solidFill>
                <a:latin typeface="DejaVu Sans"/>
                <a:ea typeface="DejaVu Sans"/>
                <a:cs typeface="DejaVu Sans"/>
              </a:defRPr>
            </a:lvl8pPr>
            <a:lvl9pPr algn="l">
              <a:defRPr sz="1575" b="0">
                <a:solidFill>
                  <a:srgbClr val="577078"/>
                </a:solidFill>
                <a:latin typeface="DejaVu Sans"/>
                <a:ea typeface="DejaVu Sans"/>
                <a:cs typeface="DejaVu Sans"/>
              </a:defRPr>
            </a:lvl9pPr>
          </a:lstStyle>
          <a:p xmlns:a="http://schemas.openxmlformats.org/drawingml/2006/main">
            <a:pPr algn="l">
              <a:lnSpc>
                <a:spcPct val="112000"/>
              </a:lnSpc>
              <a:buNone/>
              <a:defRPr sz="1575" b="0">
                <a:solidFill>
                  <a:srgbClr val="577078"/>
                </a:solidFill>
                <a:latin typeface="DejaVu Sans"/>
                <a:ea typeface="DejaVu Sans"/>
                <a:cs typeface="DejaVu Sans"/>
              </a:defRPr>
            </a:pPr>
            <a:r>
              <a:rPr sz="1575" b="0">
                <a:solidFill>
                  <a:srgbClr val="577078"/>
                </a:solidFill>
                <a:latin typeface="DejaVu Sans"/>
                <a:ea typeface="DejaVu Sans"/>
                <a:cs typeface="DejaVu Sans"/>
              </a:rPr>
              <a:t>Autonomy should match task variability.</a:t>
            </a:r>
          </a:p>
        </p:txBody>
      </p:sp>
      <p:sp>
        <p:nvSpPr>
          <p:cNvPr id="5" name="">
            <a:extLst xmlns:a="http://schemas.openxmlformats.org/drawingml/2006/main">
              <a:ext uri="{FF2B5EF4-FFF2-40B4-BE49-F238E27FC236}">
                <a16:creationId xmlns:a16="http://schemas.microsoft.com/office/drawing/2014/main" id="{1C008898-8EC5-4606-ACFB-E6DD7BAB3DCB}"/>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CCD8D6"/>
          </a:solidFill>
          <a:ln xmlns:a="http://schemas.openxmlformats.org/drawingml/2006/main" w="0">
            <a:noFill/>
            <a:prstDash val="solid"/>
          </a:ln>
        </p:spPr>
      </p:sp>
      <p:sp>
        <p:nvSpPr>
          <p:cNvPr id="6" name="text-dznklvk23kb">
            <a:extLst xmlns:a="http://schemas.openxmlformats.org/drawingml/2006/main">
              <a:ext uri="{FF2B5EF4-FFF2-40B4-BE49-F238E27FC236}">
                <a16:creationId xmlns:a16="http://schemas.microsoft.com/office/drawing/2014/main" id="{4BA67332-4A05-49FB-963A-AEB85788DF7B}"/>
              </a:ext>
            </a:extLst>
          </p:cNvPr>
          <p:cNvSpPr>
            <a:spLocks xmlns:a="http://schemas.openxmlformats.org/drawingml/2006/main" noGrp="1"/>
          </p:cNvSpPr>
          <p:nvPr/>
        </p:nvSpPr>
        <p:spPr>
          <a:xfrm xmlns:a="http://schemas.openxmlformats.org/drawingml/2006/main">
            <a:off x="609600" y="6362700"/>
            <a:ext cx="971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975" b="0">
                <a:solidFill>
                  <a:srgbClr val="577078"/>
                </a:solidFill>
                <a:latin typeface="DejaVu Sans"/>
                <a:ea typeface="DejaVu Sans"/>
                <a:cs typeface="DejaVu Sans"/>
              </a:defRPr>
            </a:defPPr>
            <a:lvl1pPr algn="l">
              <a:defRPr sz="975" b="0">
                <a:solidFill>
                  <a:srgbClr val="577078"/>
                </a:solidFill>
                <a:latin typeface="DejaVu Sans"/>
                <a:ea typeface="DejaVu Sans"/>
                <a:cs typeface="DejaVu Sans"/>
              </a:defRPr>
            </a:lvl1pPr>
            <a:lvl2pPr algn="l">
              <a:defRPr sz="975" b="0">
                <a:solidFill>
                  <a:srgbClr val="577078"/>
                </a:solidFill>
                <a:latin typeface="DejaVu Sans"/>
                <a:ea typeface="DejaVu Sans"/>
                <a:cs typeface="DejaVu Sans"/>
              </a:defRPr>
            </a:lvl2pPr>
            <a:lvl3pPr algn="l">
              <a:defRPr sz="975" b="0">
                <a:solidFill>
                  <a:srgbClr val="577078"/>
                </a:solidFill>
                <a:latin typeface="DejaVu Sans"/>
                <a:ea typeface="DejaVu Sans"/>
                <a:cs typeface="DejaVu Sans"/>
              </a:defRPr>
            </a:lvl3pPr>
            <a:lvl4pPr algn="l">
              <a:defRPr sz="975" b="0">
                <a:solidFill>
                  <a:srgbClr val="577078"/>
                </a:solidFill>
                <a:latin typeface="DejaVu Sans"/>
                <a:ea typeface="DejaVu Sans"/>
                <a:cs typeface="DejaVu Sans"/>
              </a:defRPr>
            </a:lvl4pPr>
            <a:lvl5pPr algn="l">
              <a:defRPr sz="975" b="0">
                <a:solidFill>
                  <a:srgbClr val="577078"/>
                </a:solidFill>
                <a:latin typeface="DejaVu Sans"/>
                <a:ea typeface="DejaVu Sans"/>
                <a:cs typeface="DejaVu Sans"/>
              </a:defRPr>
            </a:lvl5pPr>
            <a:lvl6pPr algn="l">
              <a:defRPr sz="975" b="0">
                <a:solidFill>
                  <a:srgbClr val="577078"/>
                </a:solidFill>
                <a:latin typeface="DejaVu Sans"/>
                <a:ea typeface="DejaVu Sans"/>
                <a:cs typeface="DejaVu Sans"/>
              </a:defRPr>
            </a:lvl6pPr>
            <a:lvl7pPr algn="l">
              <a:defRPr sz="975" b="0">
                <a:solidFill>
                  <a:srgbClr val="577078"/>
                </a:solidFill>
                <a:latin typeface="DejaVu Sans"/>
                <a:ea typeface="DejaVu Sans"/>
                <a:cs typeface="DejaVu Sans"/>
              </a:defRPr>
            </a:lvl7pPr>
            <a:lvl8pPr algn="l">
              <a:defRPr sz="975" b="0">
                <a:solidFill>
                  <a:srgbClr val="577078"/>
                </a:solidFill>
                <a:latin typeface="DejaVu Sans"/>
                <a:ea typeface="DejaVu Sans"/>
                <a:cs typeface="DejaVu Sans"/>
              </a:defRPr>
            </a:lvl8pPr>
            <a:lvl9pPr algn="l">
              <a:defRPr sz="975" b="0">
                <a:solidFill>
                  <a:srgbClr val="577078"/>
                </a:solidFill>
                <a:latin typeface="DejaVu Sans"/>
                <a:ea typeface="DejaVu Sans"/>
                <a:cs typeface="DejaVu Sans"/>
              </a:defRPr>
            </a:lvl9pPr>
          </a:lstStyle>
          <a:p xmlns:a="http://schemas.openxmlformats.org/drawingml/2006/main">
            <a:pPr algn="l">
              <a:lnSpc>
                <a:spcPct val="112000"/>
              </a:lnSpc>
              <a:buNone/>
              <a:defRPr sz="975" b="0">
                <a:solidFill>
                  <a:srgbClr val="577078"/>
                </a:solidFill>
                <a:latin typeface="DejaVu Sans"/>
                <a:ea typeface="DejaVu Sans"/>
                <a:cs typeface="DejaVu Sans"/>
              </a:defRPr>
            </a:pPr>
            <a:r>
              <a:rPr sz="975" b="0">
                <a:solidFill>
                  <a:srgbClr val="577078"/>
                </a:solidFill>
                <a:latin typeface="DejaVu Sans"/>
                <a:ea typeface="DejaVu Sans"/>
                <a:cs typeface="DejaVu Sans"/>
              </a:rPr>
              <a:t>Sergio Gevatschnaider  ·  Qwen-Agent</a:t>
            </a:r>
          </a:p>
        </p:txBody>
      </p:sp>
      <p:sp>
        <p:nvSpPr>
          <p:cNvPr id="7" name="text-gqzc9z2xgri">
            <a:extLst xmlns:a="http://schemas.openxmlformats.org/drawingml/2006/main">
              <a:ext uri="{FF2B5EF4-FFF2-40B4-BE49-F238E27FC236}">
                <a16:creationId xmlns:a16="http://schemas.microsoft.com/office/drawing/2014/main" id="{C7A5A3EA-57E8-4050-B54B-78606F7DD0CC}"/>
              </a:ext>
            </a:extLst>
          </p:cNvPr>
          <p:cNvSpPr>
            <a:spLocks xmlns:a="http://schemas.openxmlformats.org/drawingml/2006/main" noGrp="1"/>
          </p:cNvSpPr>
          <p:nvPr/>
        </p:nvSpPr>
        <p:spPr>
          <a:xfrm xmlns:a="http://schemas.openxmlformats.org/drawingml/2006/main">
            <a:off x="10934700" y="6296025"/>
            <a:ext cx="6477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725" b="1">
                <a:solidFill>
                  <a:srgbClr val="087D78"/>
                </a:solidFill>
                <a:latin typeface="DejaVu Sans"/>
                <a:ea typeface="DejaVu Sans"/>
                <a:cs typeface="DejaVu Sans"/>
              </a:defRPr>
            </a:defPPr>
            <a:lvl1pPr algn="r">
              <a:defRPr sz="1725" b="1">
                <a:solidFill>
                  <a:srgbClr val="087D78"/>
                </a:solidFill>
                <a:latin typeface="DejaVu Sans"/>
                <a:ea typeface="DejaVu Sans"/>
                <a:cs typeface="DejaVu Sans"/>
              </a:defRPr>
            </a:lvl1pPr>
            <a:lvl2pPr algn="r">
              <a:defRPr sz="1725" b="1">
                <a:solidFill>
                  <a:srgbClr val="087D78"/>
                </a:solidFill>
                <a:latin typeface="DejaVu Sans"/>
                <a:ea typeface="DejaVu Sans"/>
                <a:cs typeface="DejaVu Sans"/>
              </a:defRPr>
            </a:lvl2pPr>
            <a:lvl3pPr algn="r">
              <a:defRPr sz="1725" b="1">
                <a:solidFill>
                  <a:srgbClr val="087D78"/>
                </a:solidFill>
                <a:latin typeface="DejaVu Sans"/>
                <a:ea typeface="DejaVu Sans"/>
                <a:cs typeface="DejaVu Sans"/>
              </a:defRPr>
            </a:lvl3pPr>
            <a:lvl4pPr algn="r">
              <a:defRPr sz="1725" b="1">
                <a:solidFill>
                  <a:srgbClr val="087D78"/>
                </a:solidFill>
                <a:latin typeface="DejaVu Sans"/>
                <a:ea typeface="DejaVu Sans"/>
                <a:cs typeface="DejaVu Sans"/>
              </a:defRPr>
            </a:lvl4pPr>
            <a:lvl5pPr algn="r">
              <a:defRPr sz="1725" b="1">
                <a:solidFill>
                  <a:srgbClr val="087D78"/>
                </a:solidFill>
                <a:latin typeface="DejaVu Sans"/>
                <a:ea typeface="DejaVu Sans"/>
                <a:cs typeface="DejaVu Sans"/>
              </a:defRPr>
            </a:lvl5pPr>
            <a:lvl6pPr algn="r">
              <a:defRPr sz="1725" b="1">
                <a:solidFill>
                  <a:srgbClr val="087D78"/>
                </a:solidFill>
                <a:latin typeface="DejaVu Sans"/>
                <a:ea typeface="DejaVu Sans"/>
                <a:cs typeface="DejaVu Sans"/>
              </a:defRPr>
            </a:lvl6pPr>
            <a:lvl7pPr algn="r">
              <a:defRPr sz="1725" b="1">
                <a:solidFill>
                  <a:srgbClr val="087D78"/>
                </a:solidFill>
                <a:latin typeface="DejaVu Sans"/>
                <a:ea typeface="DejaVu Sans"/>
                <a:cs typeface="DejaVu Sans"/>
              </a:defRPr>
            </a:lvl7pPr>
            <a:lvl8pPr algn="r">
              <a:defRPr sz="1725" b="1">
                <a:solidFill>
                  <a:srgbClr val="087D78"/>
                </a:solidFill>
                <a:latin typeface="DejaVu Sans"/>
                <a:ea typeface="DejaVu Sans"/>
                <a:cs typeface="DejaVu Sans"/>
              </a:defRPr>
            </a:lvl8pPr>
            <a:lvl9pPr algn="r">
              <a:defRPr sz="1725" b="1">
                <a:solidFill>
                  <a:srgbClr val="087D78"/>
                </a:solidFill>
                <a:latin typeface="DejaVu Sans"/>
                <a:ea typeface="DejaVu Sans"/>
                <a:cs typeface="DejaVu Sans"/>
              </a:defRPr>
            </a:lvl9pPr>
          </a:lstStyle>
          <a:p xmlns:a="http://schemas.openxmlformats.org/drawingml/2006/main">
            <a:pPr algn="r">
              <a:lnSpc>
                <a:spcPct val="112000"/>
              </a:lnSpc>
              <a:buNone/>
              <a:defRPr sz="1725" b="1">
                <a:solidFill>
                  <a:srgbClr val="087D78"/>
                </a:solidFill>
                <a:latin typeface="DejaVu Sans"/>
                <a:ea typeface="DejaVu Sans"/>
                <a:cs typeface="DejaVu Sans"/>
              </a:defRPr>
            </a:pPr>
            <a:r>
              <a:rPr sz="1725" b="1">
                <a:solidFill>
                  <a:srgbClr val="087D78"/>
                </a:solidFill>
                <a:latin typeface="DejaVu Sans"/>
                <a:ea typeface="DejaVu Sans"/>
                <a:cs typeface="DejaVu Sans"/>
              </a:rPr>
              <a:t>08</a:t>
            </a:r>
          </a:p>
        </p:txBody>
      </p:sp>
      <p:sp>
        <p:nvSpPr>
          <p:cNvPr id="8" name="">
            <a:extLst xmlns:a="http://schemas.openxmlformats.org/drawingml/2006/main">
              <a:ext uri="{FF2B5EF4-FFF2-40B4-BE49-F238E27FC236}">
                <a16:creationId xmlns:a16="http://schemas.microsoft.com/office/drawing/2014/main" id="{151A48B4-54B8-47F6-84C6-32DC266972C7}"/>
              </a:ext>
            </a:extLst>
          </p:cNvPr>
          <p:cNvSpPr>
            <a:spLocks xmlns:a="http://schemas.openxmlformats.org/drawingml/2006/main" noGrp="1"/>
          </p:cNvSpPr>
          <p:nvPr/>
        </p:nvSpPr>
        <p:spPr>
          <a:xfrm xmlns:a="http://schemas.openxmlformats.org/drawingml/2006/main">
            <a:off x="609600" y="2571750"/>
            <a:ext cx="5353050" cy="3095625"/>
          </a:xfrm>
          <a:prstGeom xmlns:a="http://schemas.openxmlformats.org/drawingml/2006/main" prst="rect">
            <a:avLst/>
          </a:prstGeom>
          <a:solidFill xmlns:a="http://schemas.openxmlformats.org/drawingml/2006/main">
            <a:srgbClr val="FFFDFA"/>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8B3D1D57-1894-4E73-A773-A7411D83CB25}"/>
              </a:ext>
            </a:extLst>
          </p:cNvPr>
          <p:cNvSpPr>
            <a:spLocks xmlns:a="http://schemas.openxmlformats.org/drawingml/2006/main" noGrp="1"/>
          </p:cNvSpPr>
          <p:nvPr/>
        </p:nvSpPr>
        <p:spPr>
          <a:xfrm xmlns:a="http://schemas.openxmlformats.org/drawingml/2006/main">
            <a:off x="609600" y="2571750"/>
            <a:ext cx="38100" cy="3095625"/>
          </a:xfrm>
          <a:prstGeom xmlns:a="http://schemas.openxmlformats.org/drawingml/2006/main" prst="rect">
            <a:avLst/>
          </a:prstGeom>
          <a:solidFill xmlns:a="http://schemas.openxmlformats.org/drawingml/2006/main">
            <a:srgbClr val="087D78"/>
          </a:solidFill>
          <a:ln xmlns:a="http://schemas.openxmlformats.org/drawingml/2006/main" w="0">
            <a:noFill/>
            <a:prstDash val="solid"/>
          </a:ln>
        </p:spPr>
      </p:sp>
      <p:sp>
        <p:nvSpPr>
          <p:cNvPr id="10" name="text-jcy9vlriof">
            <a:extLst xmlns:a="http://schemas.openxmlformats.org/drawingml/2006/main">
              <a:ext uri="{FF2B5EF4-FFF2-40B4-BE49-F238E27FC236}">
                <a16:creationId xmlns:a16="http://schemas.microsoft.com/office/drawing/2014/main" id="{936EEA34-2D24-49C4-A42D-7BFE18D8A1B9}"/>
              </a:ext>
            </a:extLst>
          </p:cNvPr>
          <p:cNvSpPr>
            <a:spLocks xmlns:a="http://schemas.openxmlformats.org/drawingml/2006/main" noGrp="1"/>
          </p:cNvSpPr>
          <p:nvPr/>
        </p:nvSpPr>
        <p:spPr>
          <a:xfrm xmlns:a="http://schemas.openxmlformats.org/drawingml/2006/main">
            <a:off x="819150" y="2743200"/>
            <a:ext cx="49339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1">
                <a:solidFill>
                  <a:srgbClr val="10242B"/>
                </a:solidFill>
                <a:latin typeface="DejaVu Sans"/>
                <a:ea typeface="DejaVu Sans"/>
                <a:cs typeface="DejaVu Sans"/>
              </a:defRPr>
            </a:defPPr>
            <a:lvl1pPr algn="l">
              <a:defRPr sz="1800" b="1">
                <a:solidFill>
                  <a:srgbClr val="10242B"/>
                </a:solidFill>
                <a:latin typeface="DejaVu Sans"/>
                <a:ea typeface="DejaVu Sans"/>
                <a:cs typeface="DejaVu Sans"/>
              </a:defRPr>
            </a:lvl1pPr>
            <a:lvl2pPr algn="l">
              <a:defRPr sz="1800" b="1">
                <a:solidFill>
                  <a:srgbClr val="10242B"/>
                </a:solidFill>
                <a:latin typeface="DejaVu Sans"/>
                <a:ea typeface="DejaVu Sans"/>
                <a:cs typeface="DejaVu Sans"/>
              </a:defRPr>
            </a:lvl2pPr>
            <a:lvl3pPr algn="l">
              <a:defRPr sz="1800" b="1">
                <a:solidFill>
                  <a:srgbClr val="10242B"/>
                </a:solidFill>
                <a:latin typeface="DejaVu Sans"/>
                <a:ea typeface="DejaVu Sans"/>
                <a:cs typeface="DejaVu Sans"/>
              </a:defRPr>
            </a:lvl3pPr>
            <a:lvl4pPr algn="l">
              <a:defRPr sz="1800" b="1">
                <a:solidFill>
                  <a:srgbClr val="10242B"/>
                </a:solidFill>
                <a:latin typeface="DejaVu Sans"/>
                <a:ea typeface="DejaVu Sans"/>
                <a:cs typeface="DejaVu Sans"/>
              </a:defRPr>
            </a:lvl4pPr>
            <a:lvl5pPr algn="l">
              <a:defRPr sz="1800" b="1">
                <a:solidFill>
                  <a:srgbClr val="10242B"/>
                </a:solidFill>
                <a:latin typeface="DejaVu Sans"/>
                <a:ea typeface="DejaVu Sans"/>
                <a:cs typeface="DejaVu Sans"/>
              </a:defRPr>
            </a:lvl5pPr>
            <a:lvl6pPr algn="l">
              <a:defRPr sz="1800" b="1">
                <a:solidFill>
                  <a:srgbClr val="10242B"/>
                </a:solidFill>
                <a:latin typeface="DejaVu Sans"/>
                <a:ea typeface="DejaVu Sans"/>
                <a:cs typeface="DejaVu Sans"/>
              </a:defRPr>
            </a:lvl6pPr>
            <a:lvl7pPr algn="l">
              <a:defRPr sz="1800" b="1">
                <a:solidFill>
                  <a:srgbClr val="10242B"/>
                </a:solidFill>
                <a:latin typeface="DejaVu Sans"/>
                <a:ea typeface="DejaVu Sans"/>
                <a:cs typeface="DejaVu Sans"/>
              </a:defRPr>
            </a:lvl7pPr>
            <a:lvl8pPr algn="l">
              <a:defRPr sz="1800" b="1">
                <a:solidFill>
                  <a:srgbClr val="10242B"/>
                </a:solidFill>
                <a:latin typeface="DejaVu Sans"/>
                <a:ea typeface="DejaVu Sans"/>
                <a:cs typeface="DejaVu Sans"/>
              </a:defRPr>
            </a:lvl8pPr>
            <a:lvl9pPr algn="l">
              <a:defRPr sz="1800" b="1">
                <a:solidFill>
                  <a:srgbClr val="10242B"/>
                </a:solidFill>
                <a:latin typeface="DejaVu Sans"/>
                <a:ea typeface="DejaVu Sans"/>
                <a:cs typeface="DejaVu Sans"/>
              </a:defRPr>
            </a:lvl9pPr>
          </a:lstStyle>
          <a:p xmlns:a="http://schemas.openxmlformats.org/drawingml/2006/main">
            <a:pPr algn="l">
              <a:lnSpc>
                <a:spcPct val="112000"/>
              </a:lnSpc>
              <a:buNone/>
              <a:defRPr sz="1800" b="1">
                <a:solidFill>
                  <a:srgbClr val="10242B"/>
                </a:solidFill>
                <a:latin typeface="DejaVu Sans"/>
                <a:ea typeface="DejaVu Sans"/>
                <a:cs typeface="DejaVu Sans"/>
              </a:defRPr>
            </a:pPr>
            <a:r>
              <a:rPr sz="1800" b="1">
                <a:solidFill>
                  <a:srgbClr val="10242B"/>
                </a:solidFill>
                <a:latin typeface="DejaVu Sans"/>
                <a:ea typeface="DejaVu Sans"/>
                <a:cs typeface="DejaVu Sans"/>
              </a:rPr>
              <a:t>Workflow</a:t>
            </a:r>
          </a:p>
        </p:txBody>
      </p:sp>
      <p:sp>
        <p:nvSpPr>
          <p:cNvPr id="11" name="text-vp0021wd5x">
            <a:extLst xmlns:a="http://schemas.openxmlformats.org/drawingml/2006/main">
              <a:ext uri="{FF2B5EF4-FFF2-40B4-BE49-F238E27FC236}">
                <a16:creationId xmlns:a16="http://schemas.microsoft.com/office/drawing/2014/main" id="{314C4202-2DFB-4777-8C8C-7BDFE825E66B}"/>
              </a:ext>
            </a:extLst>
          </p:cNvPr>
          <p:cNvSpPr>
            <a:spLocks xmlns:a="http://schemas.openxmlformats.org/drawingml/2006/main" noGrp="1"/>
          </p:cNvSpPr>
          <p:nvPr/>
        </p:nvSpPr>
        <p:spPr>
          <a:xfrm xmlns:a="http://schemas.openxmlformats.org/drawingml/2006/main">
            <a:off x="819150" y="3362325"/>
            <a:ext cx="4933950" cy="2219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577078"/>
                </a:solidFill>
                <a:latin typeface="DejaVu Sans"/>
                <a:ea typeface="DejaVu Sans"/>
                <a:cs typeface="DejaVu Sans"/>
              </a:defRPr>
            </a:defPPr>
            <a:lvl1pPr algn="l">
              <a:defRPr sz="1650" b="0">
                <a:solidFill>
                  <a:srgbClr val="577078"/>
                </a:solidFill>
                <a:latin typeface="DejaVu Sans"/>
                <a:ea typeface="DejaVu Sans"/>
                <a:cs typeface="DejaVu Sans"/>
              </a:defRPr>
            </a:lvl1pPr>
            <a:lvl2pPr algn="l">
              <a:defRPr sz="1650" b="0">
                <a:solidFill>
                  <a:srgbClr val="577078"/>
                </a:solidFill>
                <a:latin typeface="DejaVu Sans"/>
                <a:ea typeface="DejaVu Sans"/>
                <a:cs typeface="DejaVu Sans"/>
              </a:defRPr>
            </a:lvl2pPr>
            <a:lvl3pPr algn="l">
              <a:defRPr sz="1650" b="0">
                <a:solidFill>
                  <a:srgbClr val="577078"/>
                </a:solidFill>
                <a:latin typeface="DejaVu Sans"/>
                <a:ea typeface="DejaVu Sans"/>
                <a:cs typeface="DejaVu Sans"/>
              </a:defRPr>
            </a:lvl3pPr>
            <a:lvl4pPr algn="l">
              <a:defRPr sz="1650" b="0">
                <a:solidFill>
                  <a:srgbClr val="577078"/>
                </a:solidFill>
                <a:latin typeface="DejaVu Sans"/>
                <a:ea typeface="DejaVu Sans"/>
                <a:cs typeface="DejaVu Sans"/>
              </a:defRPr>
            </a:lvl4pPr>
            <a:lvl5pPr algn="l">
              <a:defRPr sz="1650" b="0">
                <a:solidFill>
                  <a:srgbClr val="577078"/>
                </a:solidFill>
                <a:latin typeface="DejaVu Sans"/>
                <a:ea typeface="DejaVu Sans"/>
                <a:cs typeface="DejaVu Sans"/>
              </a:defRPr>
            </a:lvl5pPr>
            <a:lvl6pPr algn="l">
              <a:defRPr sz="1650" b="0">
                <a:solidFill>
                  <a:srgbClr val="577078"/>
                </a:solidFill>
                <a:latin typeface="DejaVu Sans"/>
                <a:ea typeface="DejaVu Sans"/>
                <a:cs typeface="DejaVu Sans"/>
              </a:defRPr>
            </a:lvl6pPr>
            <a:lvl7pPr algn="l">
              <a:defRPr sz="1650" b="0">
                <a:solidFill>
                  <a:srgbClr val="577078"/>
                </a:solidFill>
                <a:latin typeface="DejaVu Sans"/>
                <a:ea typeface="DejaVu Sans"/>
                <a:cs typeface="DejaVu Sans"/>
              </a:defRPr>
            </a:lvl7pPr>
            <a:lvl8pPr algn="l">
              <a:defRPr sz="1650" b="0">
                <a:solidFill>
                  <a:srgbClr val="577078"/>
                </a:solidFill>
                <a:latin typeface="DejaVu Sans"/>
                <a:ea typeface="DejaVu Sans"/>
                <a:cs typeface="DejaVu Sans"/>
              </a:defRPr>
            </a:lvl8pPr>
            <a:lvl9pPr algn="l">
              <a:defRPr sz="1650" b="0">
                <a:solidFill>
                  <a:srgbClr val="577078"/>
                </a:solidFill>
                <a:latin typeface="DejaVu Sans"/>
                <a:ea typeface="DejaVu Sans"/>
                <a:cs typeface="DejaVu Sans"/>
              </a:defRPr>
            </a:lvl9pPr>
          </a:lstStyle>
          <a:p xmlns:a="http://schemas.openxmlformats.org/drawingml/2006/main">
            <a:pPr algn="l">
              <a:lnSpc>
                <a:spcPct val="112000"/>
              </a:lnSpc>
              <a:buNone/>
              <a:defRPr sz="1650" b="0">
                <a:solidFill>
                  <a:srgbClr val="577078"/>
                </a:solidFill>
                <a:latin typeface="DejaVu Sans"/>
                <a:ea typeface="DejaVu Sans"/>
                <a:cs typeface="DejaVu Sans"/>
              </a:defRPr>
            </a:pPr>
            <a:r>
              <a:rPr sz="1650" b="0">
                <a:solidFill>
                  <a:srgbClr val="577078"/>
                </a:solidFill>
                <a:latin typeface="DejaVu Sans"/>
                <a:ea typeface="DejaVu Sans"/>
                <a:cs typeface="DejaVu Sans"/>
              </a:rPr>
              <a:t>Fixed steps: receive an invoice, validate fields, record it.</a:t>
            </a:r>
          </a:p>
        </p:txBody>
      </p:sp>
      <p:sp>
        <p:nvSpPr>
          <p:cNvPr id="12" name="">
            <a:extLst xmlns:a="http://schemas.openxmlformats.org/drawingml/2006/main">
              <a:ext uri="{FF2B5EF4-FFF2-40B4-BE49-F238E27FC236}">
                <a16:creationId xmlns:a16="http://schemas.microsoft.com/office/drawing/2014/main" id="{C634C20A-68C3-475E-80F0-630D9AA39778}"/>
              </a:ext>
            </a:extLst>
          </p:cNvPr>
          <p:cNvSpPr>
            <a:spLocks xmlns:a="http://schemas.openxmlformats.org/drawingml/2006/main" noGrp="1"/>
          </p:cNvSpPr>
          <p:nvPr/>
        </p:nvSpPr>
        <p:spPr>
          <a:xfrm xmlns:a="http://schemas.openxmlformats.org/drawingml/2006/main">
            <a:off x="6229350" y="2571750"/>
            <a:ext cx="5353050" cy="3095625"/>
          </a:xfrm>
          <a:prstGeom xmlns:a="http://schemas.openxmlformats.org/drawingml/2006/main" prst="rect">
            <a:avLst/>
          </a:prstGeom>
          <a:solidFill xmlns:a="http://schemas.openxmlformats.org/drawingml/2006/main">
            <a:srgbClr val="FFFDFA"/>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02AEC82A-EE3A-4E29-9337-F1180B2C1588}"/>
              </a:ext>
            </a:extLst>
          </p:cNvPr>
          <p:cNvSpPr>
            <a:spLocks xmlns:a="http://schemas.openxmlformats.org/drawingml/2006/main" noGrp="1"/>
          </p:cNvSpPr>
          <p:nvPr/>
        </p:nvSpPr>
        <p:spPr>
          <a:xfrm xmlns:a="http://schemas.openxmlformats.org/drawingml/2006/main">
            <a:off x="6229350" y="2571750"/>
            <a:ext cx="38100" cy="3095625"/>
          </a:xfrm>
          <a:prstGeom xmlns:a="http://schemas.openxmlformats.org/drawingml/2006/main" prst="rect">
            <a:avLst/>
          </a:prstGeom>
          <a:solidFill xmlns:a="http://schemas.openxmlformats.org/drawingml/2006/main">
            <a:srgbClr val="D64136"/>
          </a:solidFill>
          <a:ln xmlns:a="http://schemas.openxmlformats.org/drawingml/2006/main" w="0">
            <a:noFill/>
            <a:prstDash val="solid"/>
          </a:ln>
        </p:spPr>
      </p:sp>
      <p:sp>
        <p:nvSpPr>
          <p:cNvPr id="14" name="text-ygn7eprlyrk">
            <a:extLst xmlns:a="http://schemas.openxmlformats.org/drawingml/2006/main">
              <a:ext uri="{FF2B5EF4-FFF2-40B4-BE49-F238E27FC236}">
                <a16:creationId xmlns:a16="http://schemas.microsoft.com/office/drawing/2014/main" id="{EF0642DA-A909-465F-A868-A26DD4773930}"/>
              </a:ext>
            </a:extLst>
          </p:cNvPr>
          <p:cNvSpPr>
            <a:spLocks xmlns:a="http://schemas.openxmlformats.org/drawingml/2006/main" noGrp="1"/>
          </p:cNvSpPr>
          <p:nvPr/>
        </p:nvSpPr>
        <p:spPr>
          <a:xfrm xmlns:a="http://schemas.openxmlformats.org/drawingml/2006/main">
            <a:off x="6438900" y="2743200"/>
            <a:ext cx="49339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1">
                <a:solidFill>
                  <a:srgbClr val="10242B"/>
                </a:solidFill>
                <a:latin typeface="DejaVu Sans"/>
                <a:ea typeface="DejaVu Sans"/>
                <a:cs typeface="DejaVu Sans"/>
              </a:defRPr>
            </a:defPPr>
            <a:lvl1pPr algn="l">
              <a:defRPr sz="1800" b="1">
                <a:solidFill>
                  <a:srgbClr val="10242B"/>
                </a:solidFill>
                <a:latin typeface="DejaVu Sans"/>
                <a:ea typeface="DejaVu Sans"/>
                <a:cs typeface="DejaVu Sans"/>
              </a:defRPr>
            </a:lvl1pPr>
            <a:lvl2pPr algn="l">
              <a:defRPr sz="1800" b="1">
                <a:solidFill>
                  <a:srgbClr val="10242B"/>
                </a:solidFill>
                <a:latin typeface="DejaVu Sans"/>
                <a:ea typeface="DejaVu Sans"/>
                <a:cs typeface="DejaVu Sans"/>
              </a:defRPr>
            </a:lvl2pPr>
            <a:lvl3pPr algn="l">
              <a:defRPr sz="1800" b="1">
                <a:solidFill>
                  <a:srgbClr val="10242B"/>
                </a:solidFill>
                <a:latin typeface="DejaVu Sans"/>
                <a:ea typeface="DejaVu Sans"/>
                <a:cs typeface="DejaVu Sans"/>
              </a:defRPr>
            </a:lvl3pPr>
            <a:lvl4pPr algn="l">
              <a:defRPr sz="1800" b="1">
                <a:solidFill>
                  <a:srgbClr val="10242B"/>
                </a:solidFill>
                <a:latin typeface="DejaVu Sans"/>
                <a:ea typeface="DejaVu Sans"/>
                <a:cs typeface="DejaVu Sans"/>
              </a:defRPr>
            </a:lvl4pPr>
            <a:lvl5pPr algn="l">
              <a:defRPr sz="1800" b="1">
                <a:solidFill>
                  <a:srgbClr val="10242B"/>
                </a:solidFill>
                <a:latin typeface="DejaVu Sans"/>
                <a:ea typeface="DejaVu Sans"/>
                <a:cs typeface="DejaVu Sans"/>
              </a:defRPr>
            </a:lvl5pPr>
            <a:lvl6pPr algn="l">
              <a:defRPr sz="1800" b="1">
                <a:solidFill>
                  <a:srgbClr val="10242B"/>
                </a:solidFill>
                <a:latin typeface="DejaVu Sans"/>
                <a:ea typeface="DejaVu Sans"/>
                <a:cs typeface="DejaVu Sans"/>
              </a:defRPr>
            </a:lvl6pPr>
            <a:lvl7pPr algn="l">
              <a:defRPr sz="1800" b="1">
                <a:solidFill>
                  <a:srgbClr val="10242B"/>
                </a:solidFill>
                <a:latin typeface="DejaVu Sans"/>
                <a:ea typeface="DejaVu Sans"/>
                <a:cs typeface="DejaVu Sans"/>
              </a:defRPr>
            </a:lvl7pPr>
            <a:lvl8pPr algn="l">
              <a:defRPr sz="1800" b="1">
                <a:solidFill>
                  <a:srgbClr val="10242B"/>
                </a:solidFill>
                <a:latin typeface="DejaVu Sans"/>
                <a:ea typeface="DejaVu Sans"/>
                <a:cs typeface="DejaVu Sans"/>
              </a:defRPr>
            </a:lvl8pPr>
            <a:lvl9pPr algn="l">
              <a:defRPr sz="1800" b="1">
                <a:solidFill>
                  <a:srgbClr val="10242B"/>
                </a:solidFill>
                <a:latin typeface="DejaVu Sans"/>
                <a:ea typeface="DejaVu Sans"/>
                <a:cs typeface="DejaVu Sans"/>
              </a:defRPr>
            </a:lvl9pPr>
          </a:lstStyle>
          <a:p xmlns:a="http://schemas.openxmlformats.org/drawingml/2006/main">
            <a:pPr algn="l">
              <a:lnSpc>
                <a:spcPct val="112000"/>
              </a:lnSpc>
              <a:buNone/>
              <a:defRPr sz="1800" b="1">
                <a:solidFill>
                  <a:srgbClr val="10242B"/>
                </a:solidFill>
                <a:latin typeface="DejaVu Sans"/>
                <a:ea typeface="DejaVu Sans"/>
                <a:cs typeface="DejaVu Sans"/>
              </a:defRPr>
            </a:pPr>
            <a:r>
              <a:rPr sz="1800" b="1">
                <a:solidFill>
                  <a:srgbClr val="10242B"/>
                </a:solidFill>
                <a:latin typeface="DejaVu Sans"/>
                <a:ea typeface="DejaVu Sans"/>
                <a:cs typeface="DejaVu Sans"/>
              </a:rPr>
              <a:t>LLM agent</a:t>
            </a:r>
          </a:p>
        </p:txBody>
      </p:sp>
      <p:sp>
        <p:nvSpPr>
          <p:cNvPr id="15" name="text-h02qknms4vk">
            <a:extLst xmlns:a="http://schemas.openxmlformats.org/drawingml/2006/main">
              <a:ext uri="{FF2B5EF4-FFF2-40B4-BE49-F238E27FC236}">
                <a16:creationId xmlns:a16="http://schemas.microsoft.com/office/drawing/2014/main" id="{8C8D1395-541A-412B-8950-0F20EFEE5E78}"/>
              </a:ext>
            </a:extLst>
          </p:cNvPr>
          <p:cNvSpPr>
            <a:spLocks xmlns:a="http://schemas.openxmlformats.org/drawingml/2006/main" noGrp="1"/>
          </p:cNvSpPr>
          <p:nvPr/>
        </p:nvSpPr>
        <p:spPr>
          <a:xfrm xmlns:a="http://schemas.openxmlformats.org/drawingml/2006/main">
            <a:off x="6438900" y="3362325"/>
            <a:ext cx="4933950" cy="2219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577078"/>
                </a:solidFill>
                <a:latin typeface="DejaVu Sans"/>
                <a:ea typeface="DejaVu Sans"/>
                <a:cs typeface="DejaVu Sans"/>
              </a:defRPr>
            </a:defPPr>
            <a:lvl1pPr algn="l">
              <a:defRPr sz="1650" b="0">
                <a:solidFill>
                  <a:srgbClr val="577078"/>
                </a:solidFill>
                <a:latin typeface="DejaVu Sans"/>
                <a:ea typeface="DejaVu Sans"/>
                <a:cs typeface="DejaVu Sans"/>
              </a:defRPr>
            </a:lvl1pPr>
            <a:lvl2pPr algn="l">
              <a:defRPr sz="1650" b="0">
                <a:solidFill>
                  <a:srgbClr val="577078"/>
                </a:solidFill>
                <a:latin typeface="DejaVu Sans"/>
                <a:ea typeface="DejaVu Sans"/>
                <a:cs typeface="DejaVu Sans"/>
              </a:defRPr>
            </a:lvl2pPr>
            <a:lvl3pPr algn="l">
              <a:defRPr sz="1650" b="0">
                <a:solidFill>
                  <a:srgbClr val="577078"/>
                </a:solidFill>
                <a:latin typeface="DejaVu Sans"/>
                <a:ea typeface="DejaVu Sans"/>
                <a:cs typeface="DejaVu Sans"/>
              </a:defRPr>
            </a:lvl3pPr>
            <a:lvl4pPr algn="l">
              <a:defRPr sz="1650" b="0">
                <a:solidFill>
                  <a:srgbClr val="577078"/>
                </a:solidFill>
                <a:latin typeface="DejaVu Sans"/>
                <a:ea typeface="DejaVu Sans"/>
                <a:cs typeface="DejaVu Sans"/>
              </a:defRPr>
            </a:lvl4pPr>
            <a:lvl5pPr algn="l">
              <a:defRPr sz="1650" b="0">
                <a:solidFill>
                  <a:srgbClr val="577078"/>
                </a:solidFill>
                <a:latin typeface="DejaVu Sans"/>
                <a:ea typeface="DejaVu Sans"/>
                <a:cs typeface="DejaVu Sans"/>
              </a:defRPr>
            </a:lvl5pPr>
            <a:lvl6pPr algn="l">
              <a:defRPr sz="1650" b="0">
                <a:solidFill>
                  <a:srgbClr val="577078"/>
                </a:solidFill>
                <a:latin typeface="DejaVu Sans"/>
                <a:ea typeface="DejaVu Sans"/>
                <a:cs typeface="DejaVu Sans"/>
              </a:defRPr>
            </a:lvl6pPr>
            <a:lvl7pPr algn="l">
              <a:defRPr sz="1650" b="0">
                <a:solidFill>
                  <a:srgbClr val="577078"/>
                </a:solidFill>
                <a:latin typeface="DejaVu Sans"/>
                <a:ea typeface="DejaVu Sans"/>
                <a:cs typeface="DejaVu Sans"/>
              </a:defRPr>
            </a:lvl7pPr>
            <a:lvl8pPr algn="l">
              <a:defRPr sz="1650" b="0">
                <a:solidFill>
                  <a:srgbClr val="577078"/>
                </a:solidFill>
                <a:latin typeface="DejaVu Sans"/>
                <a:ea typeface="DejaVu Sans"/>
                <a:cs typeface="DejaVu Sans"/>
              </a:defRPr>
            </a:lvl8pPr>
            <a:lvl9pPr algn="l">
              <a:defRPr sz="1650" b="0">
                <a:solidFill>
                  <a:srgbClr val="577078"/>
                </a:solidFill>
                <a:latin typeface="DejaVu Sans"/>
                <a:ea typeface="DejaVu Sans"/>
                <a:cs typeface="DejaVu Sans"/>
              </a:defRPr>
            </a:lvl9pPr>
          </a:lstStyle>
          <a:p xmlns:a="http://schemas.openxmlformats.org/drawingml/2006/main">
            <a:pPr algn="l">
              <a:lnSpc>
                <a:spcPct val="112000"/>
              </a:lnSpc>
              <a:buNone/>
              <a:defRPr sz="1650" b="0">
                <a:solidFill>
                  <a:srgbClr val="577078"/>
                </a:solidFill>
                <a:latin typeface="DejaVu Sans"/>
                <a:ea typeface="DejaVu Sans"/>
                <a:cs typeface="DejaVu Sans"/>
              </a:defRPr>
            </a:pPr>
            <a:r>
              <a:rPr sz="1650" b="0">
                <a:solidFill>
                  <a:srgbClr val="577078"/>
                </a:solidFill>
                <a:latin typeface="DejaVu Sans"/>
                <a:ea typeface="DejaVu Sans"/>
                <a:cs typeface="DejaVu Sans"/>
              </a:rPr>
              <a:t>Chooses what to inspect and when to retry within limits.</a:t>
            </a:r>
          </a:p>
        </p:txBody>
      </p:sp>
    </p:spTree>
    <p:extLst>
      <p:ext uri="{BB962C8B-B14F-4D97-AF65-F5344CB8AC3E}">
        <p14:creationId xmlns:p14="http://schemas.microsoft.com/office/powerpoint/2010/main" val="117016286"/>
      </p:ext>
    </p:extLst>
  </p:cSld>
</p:sld>
</file>

<file path=ppt/slides/slide9.xml><?xml version="1.0" encoding="utf-8"?>
<p:sld xmlns:p="http://schemas.openxmlformats.org/presentationml/2006/main">
  <p:cSld>
    <p:bg>
      <p:bgPr>
        <a:solidFill xmlns:a="http://schemas.openxmlformats.org/drawingml/2006/main">
          <a:srgbClr val="071923"/>
        </a:solidFill>
      </p:bgPr>
    </p:bg>
    <p:spTree>
      <p:nvGrpSpPr>
        <p:cNvPr id="1" name=""/>
        <p:cNvGrpSpPr/>
        <p:nvPr/>
      </p:nvGrpSpPr>
      <p:grpSpPr>
        <a:xfrm xmlns:a="http://schemas.openxmlformats.org/drawingml/2006/main"/>
      </p:grpSpPr>
      <p:cxnSp>
        <p:nvCxnSpPr>
          <p:cNvPr id="27" name="">
            <a:extLst xmlns:a="http://schemas.openxmlformats.org/drawingml/2006/main">
              <a:ext uri="{FF2B5EF4-FFF2-40B4-BE49-F238E27FC236}">
                <a16:creationId xmlns:a16="http://schemas.microsoft.com/office/drawing/2014/main" id="{372188FC-8E57-4E18-BB22-2DA309D0A7CA}"/>
              </a:ext>
            </a:extLst>
          </p:cNvPr>
          <p:cNvCxnSpPr>
            <a:stCxn xmlns:a="http://schemas.openxmlformats.org/drawingml/2006/main" id="20" idx="0"/>
            <a:endCxn xmlns:a="http://schemas.openxmlformats.org/drawingml/2006/main" id="8" idx="2"/>
          </p:cNvCxnSpPr>
          <p:nvPr/>
        </p:nvCxnSpPr>
        <p:spPr>
          <a:xfrm xmlns:a="http://schemas.openxmlformats.org/drawingml/2006/main" flipV="1">
            <a:off x="3228975" y="4000500"/>
            <a:ext cx="0" cy="504825"/>
          </a:xfrm>
          <a:prstGeom xmlns:a="http://schemas.openxmlformats.org/drawingml/2006/main" prst="straightConnector1">
            <a:avLst/>
          </a:prstGeom>
          <a:ln xmlns:a="http://schemas.openxmlformats.org/drawingml/2006/main" w="28575">
            <a:solidFill>
              <a:srgbClr val="62D6C9"/>
            </a:solidFill>
            <a:prstDash val="solid"/>
            <a:tailEnd type="triangle" w="sm" len="sm"/>
          </a:ln>
        </p:spPr>
      </p:cxnSp>
      <p:cxnSp>
        <p:nvCxnSpPr>
          <p:cNvPr id="26" name="">
            <a:extLst xmlns:a="http://schemas.openxmlformats.org/drawingml/2006/main">
              <a:ext uri="{FF2B5EF4-FFF2-40B4-BE49-F238E27FC236}">
                <a16:creationId xmlns:a16="http://schemas.microsoft.com/office/drawing/2014/main" id="{8518DC8A-29BD-434B-85E3-5FA64F5517D6}"/>
              </a:ext>
            </a:extLst>
          </p:cNvPr>
          <p:cNvCxnSpPr>
            <a:stCxn xmlns:a="http://schemas.openxmlformats.org/drawingml/2006/main" id="16" idx="1"/>
            <a:endCxn xmlns:a="http://schemas.openxmlformats.org/drawingml/2006/main" id="20" idx="3"/>
          </p:cNvCxnSpPr>
          <p:nvPr/>
        </p:nvCxnSpPr>
        <p:spPr>
          <a:xfrm xmlns:a="http://schemas.openxmlformats.org/drawingml/2006/main" flipH="1">
            <a:off x="5372100" y="5219700"/>
            <a:ext cx="1447800" cy="0"/>
          </a:xfrm>
          <a:prstGeom xmlns:a="http://schemas.openxmlformats.org/drawingml/2006/main" prst="straightConnector1">
            <a:avLst/>
          </a:prstGeom>
          <a:ln xmlns:a="http://schemas.openxmlformats.org/drawingml/2006/main" w="28575">
            <a:solidFill>
              <a:srgbClr val="62D6C9"/>
            </a:solidFill>
            <a:prstDash val="solid"/>
            <a:tailEnd type="triangle" w="sm" len="sm"/>
          </a:ln>
        </p:spPr>
      </p:cxnSp>
      <p:cxnSp>
        <p:nvCxnSpPr>
          <p:cNvPr id="25" name="">
            <a:extLst xmlns:a="http://schemas.openxmlformats.org/drawingml/2006/main">
              <a:ext uri="{FF2B5EF4-FFF2-40B4-BE49-F238E27FC236}">
                <a16:creationId xmlns:a16="http://schemas.microsoft.com/office/drawing/2014/main" id="{06ABB501-8F45-45F9-8BF5-1E894098DDA4}"/>
              </a:ext>
            </a:extLst>
          </p:cNvPr>
          <p:cNvCxnSpPr>
            <a:stCxn xmlns:a="http://schemas.openxmlformats.org/drawingml/2006/main" id="12" idx="2"/>
            <a:endCxn xmlns:a="http://schemas.openxmlformats.org/drawingml/2006/main" id="16" idx="0"/>
          </p:cNvCxnSpPr>
          <p:nvPr/>
        </p:nvCxnSpPr>
        <p:spPr>
          <a:xfrm xmlns:a="http://schemas.openxmlformats.org/drawingml/2006/main">
            <a:off x="8963025" y="4000500"/>
            <a:ext cx="0" cy="504825"/>
          </a:xfrm>
          <a:prstGeom xmlns:a="http://schemas.openxmlformats.org/drawingml/2006/main" prst="straightConnector1">
            <a:avLst/>
          </a:prstGeom>
          <a:ln xmlns:a="http://schemas.openxmlformats.org/drawingml/2006/main" w="28575">
            <a:solidFill>
              <a:srgbClr val="62D6C9"/>
            </a:solidFill>
            <a:prstDash val="solid"/>
            <a:tailEnd type="triangle" w="sm" len="sm"/>
          </a:ln>
        </p:spPr>
      </p:cxnSp>
      <p:cxnSp>
        <p:nvCxnSpPr>
          <p:cNvPr id="24" name="">
            <a:extLst xmlns:a="http://schemas.openxmlformats.org/drawingml/2006/main">
              <a:ext uri="{FF2B5EF4-FFF2-40B4-BE49-F238E27FC236}">
                <a16:creationId xmlns:a16="http://schemas.microsoft.com/office/drawing/2014/main" id="{82CAACB9-AE7D-4B25-9E1C-62F50259B3BF}"/>
              </a:ext>
            </a:extLst>
          </p:cNvPr>
          <p:cNvCxnSpPr>
            <a:stCxn xmlns:a="http://schemas.openxmlformats.org/drawingml/2006/main" id="8" idx="3"/>
            <a:endCxn xmlns:a="http://schemas.openxmlformats.org/drawingml/2006/main" id="12" idx="1"/>
          </p:cNvCxnSpPr>
          <p:nvPr/>
        </p:nvCxnSpPr>
        <p:spPr>
          <a:xfrm xmlns:a="http://schemas.openxmlformats.org/drawingml/2006/main">
            <a:off x="5372100" y="3286125"/>
            <a:ext cx="1447800" cy="0"/>
          </a:xfrm>
          <a:prstGeom xmlns:a="http://schemas.openxmlformats.org/drawingml/2006/main" prst="straightConnector1">
            <a:avLst/>
          </a:prstGeom>
          <a:ln xmlns:a="http://schemas.openxmlformats.org/drawingml/2006/main" w="28575">
            <a:solidFill>
              <a:srgbClr val="62D6C9"/>
            </a:solidFill>
            <a:prstDash val="solid"/>
            <a:tailEnd type="triangle" w="sm" len="sm"/>
          </a:ln>
        </p:spPr>
      </p:cxnSp>
      <p:sp>
        <p:nvSpPr>
          <p:cNvPr id="28" name="">
            <a:extLst xmlns:a="http://schemas.openxmlformats.org/drawingml/2006/main">
              <a:ext uri="{FF2B5EF4-FFF2-40B4-BE49-F238E27FC236}">
                <a16:creationId xmlns:a16="http://schemas.microsoft.com/office/drawing/2014/main" id="{66F17698-E6BB-4B07-9C51-0CEC9F1D3A3E}"/>
              </a:ext>
            </a:extLst>
          </p:cNvPr>
          <p:cNvSpPr>
            <a:spLocks xmlns:a="http://schemas.openxmlformats.org/drawingml/2006/main" noGrp="1"/>
          </p:cNvSpPr>
          <p:nvPr/>
        </p:nvSpPr>
        <p:spPr>
          <a:xfrm xmlns:a="http://schemas.openxmlformats.org/drawingml/2006/main">
            <a:off x="609600" y="323850"/>
            <a:ext cx="495300" cy="47625"/>
          </a:xfrm>
          <a:prstGeom xmlns:a="http://schemas.openxmlformats.org/drawingml/2006/main" prst="rect">
            <a:avLst/>
          </a:prstGeom>
          <a:solidFill xmlns:a="http://schemas.openxmlformats.org/drawingml/2006/main">
            <a:srgbClr val="D64136"/>
          </a:solidFill>
          <a:ln xmlns:a="http://schemas.openxmlformats.org/drawingml/2006/main" w="0">
            <a:noFill/>
            <a:prstDash val="solid"/>
          </a:ln>
        </p:spPr>
      </p:sp>
      <p:sp>
        <p:nvSpPr>
          <p:cNvPr id="2" name="text-qiq2gk0j16q">
            <a:extLst xmlns:a="http://schemas.openxmlformats.org/drawingml/2006/main">
              <a:ext uri="{FF2B5EF4-FFF2-40B4-BE49-F238E27FC236}">
                <a16:creationId xmlns:a16="http://schemas.microsoft.com/office/drawing/2014/main" id="{74148580-F655-4A34-AA4B-EDD4D269E304}"/>
              </a:ext>
            </a:extLst>
          </p:cNvPr>
          <p:cNvSpPr>
            <a:spLocks xmlns:a="http://schemas.openxmlformats.org/drawingml/2006/main" noGrp="1"/>
          </p:cNvSpPr>
          <p:nvPr/>
        </p:nvSpPr>
        <p:spPr>
          <a:xfrm xmlns:a="http://schemas.openxmlformats.org/drawingml/2006/main">
            <a:off x="1257300" y="247650"/>
            <a:ext cx="809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50" b="1">
                <a:solidFill>
                  <a:srgbClr val="62D6C9"/>
                </a:solidFill>
                <a:latin typeface="DejaVu Sans"/>
                <a:ea typeface="DejaVu Sans"/>
                <a:cs typeface="DejaVu Sans"/>
              </a:defRPr>
            </a:defPPr>
            <a:lvl1pPr algn="l">
              <a:defRPr sz="1050" b="1">
                <a:solidFill>
                  <a:srgbClr val="62D6C9"/>
                </a:solidFill>
                <a:latin typeface="DejaVu Sans"/>
                <a:ea typeface="DejaVu Sans"/>
                <a:cs typeface="DejaVu Sans"/>
              </a:defRPr>
            </a:lvl1pPr>
            <a:lvl2pPr algn="l">
              <a:defRPr sz="1050" b="1">
                <a:solidFill>
                  <a:srgbClr val="62D6C9"/>
                </a:solidFill>
                <a:latin typeface="DejaVu Sans"/>
                <a:ea typeface="DejaVu Sans"/>
                <a:cs typeface="DejaVu Sans"/>
              </a:defRPr>
            </a:lvl2pPr>
            <a:lvl3pPr algn="l">
              <a:defRPr sz="1050" b="1">
                <a:solidFill>
                  <a:srgbClr val="62D6C9"/>
                </a:solidFill>
                <a:latin typeface="DejaVu Sans"/>
                <a:ea typeface="DejaVu Sans"/>
                <a:cs typeface="DejaVu Sans"/>
              </a:defRPr>
            </a:lvl3pPr>
            <a:lvl4pPr algn="l">
              <a:defRPr sz="1050" b="1">
                <a:solidFill>
                  <a:srgbClr val="62D6C9"/>
                </a:solidFill>
                <a:latin typeface="DejaVu Sans"/>
                <a:ea typeface="DejaVu Sans"/>
                <a:cs typeface="DejaVu Sans"/>
              </a:defRPr>
            </a:lvl4pPr>
            <a:lvl5pPr algn="l">
              <a:defRPr sz="1050" b="1">
                <a:solidFill>
                  <a:srgbClr val="62D6C9"/>
                </a:solidFill>
                <a:latin typeface="DejaVu Sans"/>
                <a:ea typeface="DejaVu Sans"/>
                <a:cs typeface="DejaVu Sans"/>
              </a:defRPr>
            </a:lvl5pPr>
            <a:lvl6pPr algn="l">
              <a:defRPr sz="1050" b="1">
                <a:solidFill>
                  <a:srgbClr val="62D6C9"/>
                </a:solidFill>
                <a:latin typeface="DejaVu Sans"/>
                <a:ea typeface="DejaVu Sans"/>
                <a:cs typeface="DejaVu Sans"/>
              </a:defRPr>
            </a:lvl6pPr>
            <a:lvl7pPr algn="l">
              <a:defRPr sz="1050" b="1">
                <a:solidFill>
                  <a:srgbClr val="62D6C9"/>
                </a:solidFill>
                <a:latin typeface="DejaVu Sans"/>
                <a:ea typeface="DejaVu Sans"/>
                <a:cs typeface="DejaVu Sans"/>
              </a:defRPr>
            </a:lvl7pPr>
            <a:lvl8pPr algn="l">
              <a:defRPr sz="1050" b="1">
                <a:solidFill>
                  <a:srgbClr val="62D6C9"/>
                </a:solidFill>
                <a:latin typeface="DejaVu Sans"/>
                <a:ea typeface="DejaVu Sans"/>
                <a:cs typeface="DejaVu Sans"/>
              </a:defRPr>
            </a:lvl8pPr>
            <a:lvl9pPr algn="l">
              <a:defRPr sz="1050" b="1">
                <a:solidFill>
                  <a:srgbClr val="62D6C9"/>
                </a:solidFill>
                <a:latin typeface="DejaVu Sans"/>
                <a:ea typeface="DejaVu Sans"/>
                <a:cs typeface="DejaVu Sans"/>
              </a:defRPr>
            </a:lvl9pPr>
          </a:lstStyle>
          <a:p xmlns:a="http://schemas.openxmlformats.org/drawingml/2006/main">
            <a:pPr algn="l">
              <a:lnSpc>
                <a:spcPct val="112000"/>
              </a:lnSpc>
              <a:buNone/>
              <a:defRPr sz="1050" b="1">
                <a:solidFill>
                  <a:srgbClr val="62D6C9"/>
                </a:solidFill>
                <a:latin typeface="DejaVu Sans"/>
                <a:ea typeface="DejaVu Sans"/>
                <a:cs typeface="DejaVu Sans"/>
              </a:defRPr>
            </a:pPr>
            <a:r>
              <a:rPr sz="1050" b="1">
                <a:solidFill>
                  <a:srgbClr val="62D6C9"/>
                </a:solidFill>
                <a:latin typeface="DejaVu Sans"/>
                <a:ea typeface="DejaVu Sans"/>
                <a:cs typeface="DejaVu Sans"/>
              </a:rPr>
              <a:t>TECHNOLOGICAL CHINA</a:t>
            </a:r>
          </a:p>
        </p:txBody>
      </p:sp>
      <p:sp>
        <p:nvSpPr>
          <p:cNvPr id="3" name="text-vawj9pm2ivd">
            <a:extLst xmlns:a="http://schemas.openxmlformats.org/drawingml/2006/main">
              <a:ext uri="{FF2B5EF4-FFF2-40B4-BE49-F238E27FC236}">
                <a16:creationId xmlns:a16="http://schemas.microsoft.com/office/drawing/2014/main" id="{B4ADB0CF-90BC-43F4-92CB-BE212DE3C5DE}"/>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700" b="1">
                <a:solidFill>
                  <a:srgbClr val="FFFDFA"/>
                </a:solidFill>
                <a:latin typeface="DejaVu Sans"/>
                <a:ea typeface="DejaVu Sans"/>
                <a:cs typeface="DejaVu Sans"/>
              </a:defRPr>
            </a:defPPr>
            <a:lvl1pPr algn="l">
              <a:defRPr sz="2700" b="1">
                <a:solidFill>
                  <a:srgbClr val="FFFDFA"/>
                </a:solidFill>
                <a:latin typeface="DejaVu Sans"/>
                <a:ea typeface="DejaVu Sans"/>
                <a:cs typeface="DejaVu Sans"/>
              </a:defRPr>
            </a:lvl1pPr>
            <a:lvl2pPr algn="l">
              <a:defRPr sz="2700" b="1">
                <a:solidFill>
                  <a:srgbClr val="FFFDFA"/>
                </a:solidFill>
                <a:latin typeface="DejaVu Sans"/>
                <a:ea typeface="DejaVu Sans"/>
                <a:cs typeface="DejaVu Sans"/>
              </a:defRPr>
            </a:lvl2pPr>
            <a:lvl3pPr algn="l">
              <a:defRPr sz="2700" b="1">
                <a:solidFill>
                  <a:srgbClr val="FFFDFA"/>
                </a:solidFill>
                <a:latin typeface="DejaVu Sans"/>
                <a:ea typeface="DejaVu Sans"/>
                <a:cs typeface="DejaVu Sans"/>
              </a:defRPr>
            </a:lvl3pPr>
            <a:lvl4pPr algn="l">
              <a:defRPr sz="2700" b="1">
                <a:solidFill>
                  <a:srgbClr val="FFFDFA"/>
                </a:solidFill>
                <a:latin typeface="DejaVu Sans"/>
                <a:ea typeface="DejaVu Sans"/>
                <a:cs typeface="DejaVu Sans"/>
              </a:defRPr>
            </a:lvl4pPr>
            <a:lvl5pPr algn="l">
              <a:defRPr sz="2700" b="1">
                <a:solidFill>
                  <a:srgbClr val="FFFDFA"/>
                </a:solidFill>
                <a:latin typeface="DejaVu Sans"/>
                <a:ea typeface="DejaVu Sans"/>
                <a:cs typeface="DejaVu Sans"/>
              </a:defRPr>
            </a:lvl5pPr>
            <a:lvl6pPr algn="l">
              <a:defRPr sz="2700" b="1">
                <a:solidFill>
                  <a:srgbClr val="FFFDFA"/>
                </a:solidFill>
                <a:latin typeface="DejaVu Sans"/>
                <a:ea typeface="DejaVu Sans"/>
                <a:cs typeface="DejaVu Sans"/>
              </a:defRPr>
            </a:lvl6pPr>
            <a:lvl7pPr algn="l">
              <a:defRPr sz="2700" b="1">
                <a:solidFill>
                  <a:srgbClr val="FFFDFA"/>
                </a:solidFill>
                <a:latin typeface="DejaVu Sans"/>
                <a:ea typeface="DejaVu Sans"/>
                <a:cs typeface="DejaVu Sans"/>
              </a:defRPr>
            </a:lvl7pPr>
            <a:lvl8pPr algn="l">
              <a:defRPr sz="2700" b="1">
                <a:solidFill>
                  <a:srgbClr val="FFFDFA"/>
                </a:solidFill>
                <a:latin typeface="DejaVu Sans"/>
                <a:ea typeface="DejaVu Sans"/>
                <a:cs typeface="DejaVu Sans"/>
              </a:defRPr>
            </a:lvl8pPr>
            <a:lvl9pPr algn="l">
              <a:defRPr sz="2700" b="1">
                <a:solidFill>
                  <a:srgbClr val="FFFDFA"/>
                </a:solidFill>
                <a:latin typeface="DejaVu Sans"/>
                <a:ea typeface="DejaVu Sans"/>
                <a:cs typeface="DejaVu Sans"/>
              </a:defRPr>
            </a:lvl9pPr>
          </a:lstStyle>
          <a:p xmlns:a="http://schemas.openxmlformats.org/drawingml/2006/main">
            <a:pPr algn="l">
              <a:lnSpc>
                <a:spcPct val="112000"/>
              </a:lnSpc>
              <a:buNone/>
              <a:defRPr sz="2700" b="1">
                <a:solidFill>
                  <a:srgbClr val="FFFDFA"/>
                </a:solidFill>
                <a:latin typeface="DejaVu Sans"/>
                <a:ea typeface="DejaVu Sans"/>
                <a:cs typeface="DejaVu Sans"/>
              </a:defRPr>
            </a:pPr>
            <a:r>
              <a:rPr sz="2700" b="1">
                <a:solidFill>
                  <a:srgbClr val="FFFDFA"/>
                </a:solidFill>
                <a:latin typeface="DejaVu Sans"/>
                <a:ea typeface="DejaVu Sans"/>
                <a:cs typeface="DejaVu Sans"/>
              </a:rPr>
              <a:t>An LLM loop observes again after each action</a:t>
            </a:r>
          </a:p>
        </p:txBody>
      </p:sp>
      <p:sp>
        <p:nvSpPr>
          <p:cNvPr id="4" name="text-45oyb6autns">
            <a:extLst xmlns:a="http://schemas.openxmlformats.org/drawingml/2006/main">
              <a:ext uri="{FF2B5EF4-FFF2-40B4-BE49-F238E27FC236}">
                <a16:creationId xmlns:a16="http://schemas.microsoft.com/office/drawing/2014/main" id="{DD4EA760-158D-4448-BAA3-7A524418B11E}"/>
              </a:ext>
            </a:extLst>
          </p:cNvPr>
          <p:cNvSpPr>
            <a:spLocks xmlns:a="http://schemas.openxmlformats.org/drawingml/2006/main" noGrp="1"/>
          </p:cNvSpPr>
          <p:nvPr/>
        </p:nvSpPr>
        <p:spPr>
          <a:xfrm xmlns:a="http://schemas.openxmlformats.org/drawingml/2006/main">
            <a:off x="609600" y="1857375"/>
            <a:ext cx="109728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BED0D5"/>
                </a:solidFill>
                <a:latin typeface="DejaVu Sans"/>
                <a:ea typeface="DejaVu Sans"/>
                <a:cs typeface="DejaVu Sans"/>
              </a:defRPr>
            </a:defPPr>
            <a:lvl1pPr algn="l">
              <a:defRPr sz="1575" b="0">
                <a:solidFill>
                  <a:srgbClr val="BED0D5"/>
                </a:solidFill>
                <a:latin typeface="DejaVu Sans"/>
                <a:ea typeface="DejaVu Sans"/>
                <a:cs typeface="DejaVu Sans"/>
              </a:defRPr>
            </a:lvl1pPr>
            <a:lvl2pPr algn="l">
              <a:defRPr sz="1575" b="0">
                <a:solidFill>
                  <a:srgbClr val="BED0D5"/>
                </a:solidFill>
                <a:latin typeface="DejaVu Sans"/>
                <a:ea typeface="DejaVu Sans"/>
                <a:cs typeface="DejaVu Sans"/>
              </a:defRPr>
            </a:lvl2pPr>
            <a:lvl3pPr algn="l">
              <a:defRPr sz="1575" b="0">
                <a:solidFill>
                  <a:srgbClr val="BED0D5"/>
                </a:solidFill>
                <a:latin typeface="DejaVu Sans"/>
                <a:ea typeface="DejaVu Sans"/>
                <a:cs typeface="DejaVu Sans"/>
              </a:defRPr>
            </a:lvl3pPr>
            <a:lvl4pPr algn="l">
              <a:defRPr sz="1575" b="0">
                <a:solidFill>
                  <a:srgbClr val="BED0D5"/>
                </a:solidFill>
                <a:latin typeface="DejaVu Sans"/>
                <a:ea typeface="DejaVu Sans"/>
                <a:cs typeface="DejaVu Sans"/>
              </a:defRPr>
            </a:lvl4pPr>
            <a:lvl5pPr algn="l">
              <a:defRPr sz="1575" b="0">
                <a:solidFill>
                  <a:srgbClr val="BED0D5"/>
                </a:solidFill>
                <a:latin typeface="DejaVu Sans"/>
                <a:ea typeface="DejaVu Sans"/>
                <a:cs typeface="DejaVu Sans"/>
              </a:defRPr>
            </a:lvl5pPr>
            <a:lvl6pPr algn="l">
              <a:defRPr sz="1575" b="0">
                <a:solidFill>
                  <a:srgbClr val="BED0D5"/>
                </a:solidFill>
                <a:latin typeface="DejaVu Sans"/>
                <a:ea typeface="DejaVu Sans"/>
                <a:cs typeface="DejaVu Sans"/>
              </a:defRPr>
            </a:lvl6pPr>
            <a:lvl7pPr algn="l">
              <a:defRPr sz="1575" b="0">
                <a:solidFill>
                  <a:srgbClr val="BED0D5"/>
                </a:solidFill>
                <a:latin typeface="DejaVu Sans"/>
                <a:ea typeface="DejaVu Sans"/>
                <a:cs typeface="DejaVu Sans"/>
              </a:defRPr>
            </a:lvl7pPr>
            <a:lvl8pPr algn="l">
              <a:defRPr sz="1575" b="0">
                <a:solidFill>
                  <a:srgbClr val="BED0D5"/>
                </a:solidFill>
                <a:latin typeface="DejaVu Sans"/>
                <a:ea typeface="DejaVu Sans"/>
                <a:cs typeface="DejaVu Sans"/>
              </a:defRPr>
            </a:lvl8pPr>
            <a:lvl9pPr algn="l">
              <a:defRPr sz="1575" b="0">
                <a:solidFill>
                  <a:srgbClr val="BED0D5"/>
                </a:solidFill>
                <a:latin typeface="DejaVu Sans"/>
                <a:ea typeface="DejaVu Sans"/>
                <a:cs typeface="DejaVu Sans"/>
              </a:defRPr>
            </a:lvl9pPr>
          </a:lstStyle>
          <a:p xmlns:a="http://schemas.openxmlformats.org/drawingml/2006/main">
            <a:pPr algn="l">
              <a:lnSpc>
                <a:spcPct val="112000"/>
              </a:lnSpc>
              <a:buNone/>
              <a:defRPr sz="1575" b="0">
                <a:solidFill>
                  <a:srgbClr val="BED0D5"/>
                </a:solidFill>
                <a:latin typeface="DejaVu Sans"/>
                <a:ea typeface="DejaVu Sans"/>
                <a:cs typeface="DejaVu Sans"/>
              </a:defRPr>
            </a:pPr>
            <a:r>
              <a:rPr sz="1575" b="0">
                <a:solidFill>
                  <a:srgbClr val="BED0D5"/>
                </a:solidFill>
                <a:latin typeface="DejaVu Sans"/>
                <a:ea typeface="DejaVu Sans"/>
                <a:cs typeface="DejaVu Sans"/>
              </a:rPr>
              <a:t>Stopping criteria and budgets are part of the architecture.</a:t>
            </a:r>
          </a:p>
        </p:txBody>
      </p:sp>
      <p:sp>
        <p:nvSpPr>
          <p:cNvPr id="5" name="">
            <a:extLst xmlns:a="http://schemas.openxmlformats.org/drawingml/2006/main">
              <a:ext uri="{FF2B5EF4-FFF2-40B4-BE49-F238E27FC236}">
                <a16:creationId xmlns:a16="http://schemas.microsoft.com/office/drawing/2014/main" id="{038ABC6E-4A88-4FA7-BA2F-C0748E184160}"/>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294652"/>
          </a:solidFill>
          <a:ln xmlns:a="http://schemas.openxmlformats.org/drawingml/2006/main" w="0">
            <a:noFill/>
            <a:prstDash val="solid"/>
          </a:ln>
        </p:spPr>
      </p:sp>
      <p:sp>
        <p:nvSpPr>
          <p:cNvPr id="6" name="text-xijb9i7tfj">
            <a:extLst xmlns:a="http://schemas.openxmlformats.org/drawingml/2006/main">
              <a:ext uri="{FF2B5EF4-FFF2-40B4-BE49-F238E27FC236}">
                <a16:creationId xmlns:a16="http://schemas.microsoft.com/office/drawing/2014/main" id="{FDC671B7-4E01-4CAE-99F8-97ABFBA37C73}"/>
              </a:ext>
            </a:extLst>
          </p:cNvPr>
          <p:cNvSpPr>
            <a:spLocks xmlns:a="http://schemas.openxmlformats.org/drawingml/2006/main" noGrp="1"/>
          </p:cNvSpPr>
          <p:nvPr/>
        </p:nvSpPr>
        <p:spPr>
          <a:xfrm xmlns:a="http://schemas.openxmlformats.org/drawingml/2006/main">
            <a:off x="609600" y="6362700"/>
            <a:ext cx="971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975" b="0">
                <a:solidFill>
                  <a:srgbClr val="BED0D5"/>
                </a:solidFill>
                <a:latin typeface="DejaVu Sans"/>
                <a:ea typeface="DejaVu Sans"/>
                <a:cs typeface="DejaVu Sans"/>
              </a:defRPr>
            </a:defPPr>
            <a:lvl1pPr algn="l">
              <a:defRPr sz="975" b="0">
                <a:solidFill>
                  <a:srgbClr val="BED0D5"/>
                </a:solidFill>
                <a:latin typeface="DejaVu Sans"/>
                <a:ea typeface="DejaVu Sans"/>
                <a:cs typeface="DejaVu Sans"/>
              </a:defRPr>
            </a:lvl1pPr>
            <a:lvl2pPr algn="l">
              <a:defRPr sz="975" b="0">
                <a:solidFill>
                  <a:srgbClr val="BED0D5"/>
                </a:solidFill>
                <a:latin typeface="DejaVu Sans"/>
                <a:ea typeface="DejaVu Sans"/>
                <a:cs typeface="DejaVu Sans"/>
              </a:defRPr>
            </a:lvl2pPr>
            <a:lvl3pPr algn="l">
              <a:defRPr sz="975" b="0">
                <a:solidFill>
                  <a:srgbClr val="BED0D5"/>
                </a:solidFill>
                <a:latin typeface="DejaVu Sans"/>
                <a:ea typeface="DejaVu Sans"/>
                <a:cs typeface="DejaVu Sans"/>
              </a:defRPr>
            </a:lvl3pPr>
            <a:lvl4pPr algn="l">
              <a:defRPr sz="975" b="0">
                <a:solidFill>
                  <a:srgbClr val="BED0D5"/>
                </a:solidFill>
                <a:latin typeface="DejaVu Sans"/>
                <a:ea typeface="DejaVu Sans"/>
                <a:cs typeface="DejaVu Sans"/>
              </a:defRPr>
            </a:lvl4pPr>
            <a:lvl5pPr algn="l">
              <a:defRPr sz="975" b="0">
                <a:solidFill>
                  <a:srgbClr val="BED0D5"/>
                </a:solidFill>
                <a:latin typeface="DejaVu Sans"/>
                <a:ea typeface="DejaVu Sans"/>
                <a:cs typeface="DejaVu Sans"/>
              </a:defRPr>
            </a:lvl5pPr>
            <a:lvl6pPr algn="l">
              <a:defRPr sz="975" b="0">
                <a:solidFill>
                  <a:srgbClr val="BED0D5"/>
                </a:solidFill>
                <a:latin typeface="DejaVu Sans"/>
                <a:ea typeface="DejaVu Sans"/>
                <a:cs typeface="DejaVu Sans"/>
              </a:defRPr>
            </a:lvl6pPr>
            <a:lvl7pPr algn="l">
              <a:defRPr sz="975" b="0">
                <a:solidFill>
                  <a:srgbClr val="BED0D5"/>
                </a:solidFill>
                <a:latin typeface="DejaVu Sans"/>
                <a:ea typeface="DejaVu Sans"/>
                <a:cs typeface="DejaVu Sans"/>
              </a:defRPr>
            </a:lvl7pPr>
            <a:lvl8pPr algn="l">
              <a:defRPr sz="975" b="0">
                <a:solidFill>
                  <a:srgbClr val="BED0D5"/>
                </a:solidFill>
                <a:latin typeface="DejaVu Sans"/>
                <a:ea typeface="DejaVu Sans"/>
                <a:cs typeface="DejaVu Sans"/>
              </a:defRPr>
            </a:lvl8pPr>
            <a:lvl9pPr algn="l">
              <a:defRPr sz="975" b="0">
                <a:solidFill>
                  <a:srgbClr val="BED0D5"/>
                </a:solidFill>
                <a:latin typeface="DejaVu Sans"/>
                <a:ea typeface="DejaVu Sans"/>
                <a:cs typeface="DejaVu Sans"/>
              </a:defRPr>
            </a:lvl9pPr>
          </a:lstStyle>
          <a:p xmlns:a="http://schemas.openxmlformats.org/drawingml/2006/main">
            <a:pPr algn="l">
              <a:lnSpc>
                <a:spcPct val="112000"/>
              </a:lnSpc>
              <a:buNone/>
              <a:defRPr sz="975" b="0">
                <a:solidFill>
                  <a:srgbClr val="BED0D5"/>
                </a:solidFill>
                <a:latin typeface="DejaVu Sans"/>
                <a:ea typeface="DejaVu Sans"/>
                <a:cs typeface="DejaVu Sans"/>
              </a:defRPr>
            </a:pPr>
            <a:r>
              <a:rPr sz="975" b="0">
                <a:solidFill>
                  <a:srgbClr val="BED0D5"/>
                </a:solidFill>
                <a:latin typeface="DejaVu Sans"/>
                <a:ea typeface="DejaVu Sans"/>
                <a:cs typeface="DejaVu Sans"/>
              </a:rPr>
              <a:t>Sergio Gevatschnaider  ·  Qwen</a:t>
            </a:r>
          </a:p>
        </p:txBody>
      </p:sp>
      <p:sp>
        <p:nvSpPr>
          <p:cNvPr id="7" name="text-g97nispge2">
            <a:extLst xmlns:a="http://schemas.openxmlformats.org/drawingml/2006/main">
              <a:ext uri="{FF2B5EF4-FFF2-40B4-BE49-F238E27FC236}">
                <a16:creationId xmlns:a16="http://schemas.microsoft.com/office/drawing/2014/main" id="{FFBB7493-EBB5-427B-B700-1D24C3AC3EF6}"/>
              </a:ext>
            </a:extLst>
          </p:cNvPr>
          <p:cNvSpPr>
            <a:spLocks xmlns:a="http://schemas.openxmlformats.org/drawingml/2006/main" noGrp="1"/>
          </p:cNvSpPr>
          <p:nvPr/>
        </p:nvSpPr>
        <p:spPr>
          <a:xfrm xmlns:a="http://schemas.openxmlformats.org/drawingml/2006/main">
            <a:off x="10934700" y="6296025"/>
            <a:ext cx="6477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725" b="1">
                <a:solidFill>
                  <a:srgbClr val="62D6C9"/>
                </a:solidFill>
                <a:latin typeface="DejaVu Sans"/>
                <a:ea typeface="DejaVu Sans"/>
                <a:cs typeface="DejaVu Sans"/>
              </a:defRPr>
            </a:defPPr>
            <a:lvl1pPr algn="r">
              <a:defRPr sz="1725" b="1">
                <a:solidFill>
                  <a:srgbClr val="62D6C9"/>
                </a:solidFill>
                <a:latin typeface="DejaVu Sans"/>
                <a:ea typeface="DejaVu Sans"/>
                <a:cs typeface="DejaVu Sans"/>
              </a:defRPr>
            </a:lvl1pPr>
            <a:lvl2pPr algn="r">
              <a:defRPr sz="1725" b="1">
                <a:solidFill>
                  <a:srgbClr val="62D6C9"/>
                </a:solidFill>
                <a:latin typeface="DejaVu Sans"/>
                <a:ea typeface="DejaVu Sans"/>
                <a:cs typeface="DejaVu Sans"/>
              </a:defRPr>
            </a:lvl2pPr>
            <a:lvl3pPr algn="r">
              <a:defRPr sz="1725" b="1">
                <a:solidFill>
                  <a:srgbClr val="62D6C9"/>
                </a:solidFill>
                <a:latin typeface="DejaVu Sans"/>
                <a:ea typeface="DejaVu Sans"/>
                <a:cs typeface="DejaVu Sans"/>
              </a:defRPr>
            </a:lvl3pPr>
            <a:lvl4pPr algn="r">
              <a:defRPr sz="1725" b="1">
                <a:solidFill>
                  <a:srgbClr val="62D6C9"/>
                </a:solidFill>
                <a:latin typeface="DejaVu Sans"/>
                <a:ea typeface="DejaVu Sans"/>
                <a:cs typeface="DejaVu Sans"/>
              </a:defRPr>
            </a:lvl4pPr>
            <a:lvl5pPr algn="r">
              <a:defRPr sz="1725" b="1">
                <a:solidFill>
                  <a:srgbClr val="62D6C9"/>
                </a:solidFill>
                <a:latin typeface="DejaVu Sans"/>
                <a:ea typeface="DejaVu Sans"/>
                <a:cs typeface="DejaVu Sans"/>
              </a:defRPr>
            </a:lvl5pPr>
            <a:lvl6pPr algn="r">
              <a:defRPr sz="1725" b="1">
                <a:solidFill>
                  <a:srgbClr val="62D6C9"/>
                </a:solidFill>
                <a:latin typeface="DejaVu Sans"/>
                <a:ea typeface="DejaVu Sans"/>
                <a:cs typeface="DejaVu Sans"/>
              </a:defRPr>
            </a:lvl6pPr>
            <a:lvl7pPr algn="r">
              <a:defRPr sz="1725" b="1">
                <a:solidFill>
                  <a:srgbClr val="62D6C9"/>
                </a:solidFill>
                <a:latin typeface="DejaVu Sans"/>
                <a:ea typeface="DejaVu Sans"/>
                <a:cs typeface="DejaVu Sans"/>
              </a:defRPr>
            </a:lvl7pPr>
            <a:lvl8pPr algn="r">
              <a:defRPr sz="1725" b="1">
                <a:solidFill>
                  <a:srgbClr val="62D6C9"/>
                </a:solidFill>
                <a:latin typeface="DejaVu Sans"/>
                <a:ea typeface="DejaVu Sans"/>
                <a:cs typeface="DejaVu Sans"/>
              </a:defRPr>
            </a:lvl8pPr>
            <a:lvl9pPr algn="r">
              <a:defRPr sz="1725" b="1">
                <a:solidFill>
                  <a:srgbClr val="62D6C9"/>
                </a:solidFill>
                <a:latin typeface="DejaVu Sans"/>
                <a:ea typeface="DejaVu Sans"/>
                <a:cs typeface="DejaVu Sans"/>
              </a:defRPr>
            </a:lvl9pPr>
          </a:lstStyle>
          <a:p xmlns:a="http://schemas.openxmlformats.org/drawingml/2006/main">
            <a:pPr algn="r">
              <a:lnSpc>
                <a:spcPct val="112000"/>
              </a:lnSpc>
              <a:buNone/>
              <a:defRPr sz="1725" b="1">
                <a:solidFill>
                  <a:srgbClr val="62D6C9"/>
                </a:solidFill>
                <a:latin typeface="DejaVu Sans"/>
                <a:ea typeface="DejaVu Sans"/>
                <a:cs typeface="DejaVu Sans"/>
              </a:defRPr>
            </a:pPr>
            <a:r>
              <a:rPr sz="1725" b="1">
                <a:solidFill>
                  <a:srgbClr val="62D6C9"/>
                </a:solidFill>
                <a:latin typeface="DejaVu Sans"/>
                <a:ea typeface="DejaVu Sans"/>
                <a:cs typeface="DejaVu Sans"/>
              </a:rPr>
              <a:t>09</a:t>
            </a:r>
          </a:p>
        </p:txBody>
      </p:sp>
      <p:sp>
        <p:nvSpPr>
          <p:cNvPr id="8" name="">
            <a:extLst xmlns:a="http://schemas.openxmlformats.org/drawingml/2006/main">
              <a:ext uri="{FF2B5EF4-FFF2-40B4-BE49-F238E27FC236}">
                <a16:creationId xmlns:a16="http://schemas.microsoft.com/office/drawing/2014/main" id="{ABFA71DC-7DE8-4802-B91F-A664DCF1B3BE}"/>
              </a:ext>
            </a:extLst>
          </p:cNvPr>
          <p:cNvSpPr>
            <a:spLocks xmlns:a="http://schemas.openxmlformats.org/drawingml/2006/main" noGrp="1"/>
          </p:cNvSpPr>
          <p:nvPr/>
        </p:nvSpPr>
        <p:spPr>
          <a:xfrm xmlns:a="http://schemas.openxmlformats.org/drawingml/2006/main">
            <a:off x="1085850" y="2571750"/>
            <a:ext cx="4286250" cy="1428750"/>
          </a:xfrm>
          <a:prstGeom xmlns:a="http://schemas.openxmlformats.org/drawingml/2006/main" prst="rect">
            <a:avLst/>
          </a:prstGeom>
          <a:solidFill xmlns:a="http://schemas.openxmlformats.org/drawingml/2006/main">
            <a:srgbClr val="102D3A"/>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999E0D91-F5A5-4BB5-958D-699AA8B32106}"/>
              </a:ext>
            </a:extLst>
          </p:cNvPr>
          <p:cNvSpPr>
            <a:spLocks xmlns:a="http://schemas.openxmlformats.org/drawingml/2006/main" noGrp="1"/>
          </p:cNvSpPr>
          <p:nvPr/>
        </p:nvSpPr>
        <p:spPr>
          <a:xfrm xmlns:a="http://schemas.openxmlformats.org/drawingml/2006/main">
            <a:off x="1085850" y="2571750"/>
            <a:ext cx="38100" cy="1428750"/>
          </a:xfrm>
          <a:prstGeom xmlns:a="http://schemas.openxmlformats.org/drawingml/2006/main" prst="rect">
            <a:avLst/>
          </a:prstGeom>
          <a:solidFill xmlns:a="http://schemas.openxmlformats.org/drawingml/2006/main">
            <a:srgbClr val="62D6C9"/>
          </a:solidFill>
          <a:ln xmlns:a="http://schemas.openxmlformats.org/drawingml/2006/main" w="0">
            <a:noFill/>
            <a:prstDash val="solid"/>
          </a:ln>
        </p:spPr>
      </p:sp>
      <p:sp>
        <p:nvSpPr>
          <p:cNvPr id="10" name="text-be9l22x1i5p">
            <a:extLst xmlns:a="http://schemas.openxmlformats.org/drawingml/2006/main">
              <a:ext uri="{FF2B5EF4-FFF2-40B4-BE49-F238E27FC236}">
                <a16:creationId xmlns:a16="http://schemas.microsoft.com/office/drawing/2014/main" id="{FB00618F-0857-4CEC-8988-A6F718F98F4E}"/>
              </a:ext>
            </a:extLst>
          </p:cNvPr>
          <p:cNvSpPr>
            <a:spLocks xmlns:a="http://schemas.openxmlformats.org/drawingml/2006/main" noGrp="1"/>
          </p:cNvSpPr>
          <p:nvPr/>
        </p:nvSpPr>
        <p:spPr>
          <a:xfrm xmlns:a="http://schemas.openxmlformats.org/drawingml/2006/main">
            <a:off x="1295400" y="2743200"/>
            <a:ext cx="38671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1">
                <a:solidFill>
                  <a:srgbClr val="FFFDFA"/>
                </a:solidFill>
                <a:latin typeface="DejaVu Sans"/>
                <a:ea typeface="DejaVu Sans"/>
                <a:cs typeface="DejaVu Sans"/>
              </a:defRPr>
            </a:defPPr>
            <a:lvl1pPr algn="l">
              <a:defRPr sz="1800" b="1">
                <a:solidFill>
                  <a:srgbClr val="FFFDFA"/>
                </a:solidFill>
                <a:latin typeface="DejaVu Sans"/>
                <a:ea typeface="DejaVu Sans"/>
                <a:cs typeface="DejaVu Sans"/>
              </a:defRPr>
            </a:lvl1pPr>
            <a:lvl2pPr algn="l">
              <a:defRPr sz="1800" b="1">
                <a:solidFill>
                  <a:srgbClr val="FFFDFA"/>
                </a:solidFill>
                <a:latin typeface="DejaVu Sans"/>
                <a:ea typeface="DejaVu Sans"/>
                <a:cs typeface="DejaVu Sans"/>
              </a:defRPr>
            </a:lvl2pPr>
            <a:lvl3pPr algn="l">
              <a:defRPr sz="1800" b="1">
                <a:solidFill>
                  <a:srgbClr val="FFFDFA"/>
                </a:solidFill>
                <a:latin typeface="DejaVu Sans"/>
                <a:ea typeface="DejaVu Sans"/>
                <a:cs typeface="DejaVu Sans"/>
              </a:defRPr>
            </a:lvl3pPr>
            <a:lvl4pPr algn="l">
              <a:defRPr sz="1800" b="1">
                <a:solidFill>
                  <a:srgbClr val="FFFDFA"/>
                </a:solidFill>
                <a:latin typeface="DejaVu Sans"/>
                <a:ea typeface="DejaVu Sans"/>
                <a:cs typeface="DejaVu Sans"/>
              </a:defRPr>
            </a:lvl4pPr>
            <a:lvl5pPr algn="l">
              <a:defRPr sz="1800" b="1">
                <a:solidFill>
                  <a:srgbClr val="FFFDFA"/>
                </a:solidFill>
                <a:latin typeface="DejaVu Sans"/>
                <a:ea typeface="DejaVu Sans"/>
                <a:cs typeface="DejaVu Sans"/>
              </a:defRPr>
            </a:lvl5pPr>
            <a:lvl6pPr algn="l">
              <a:defRPr sz="1800" b="1">
                <a:solidFill>
                  <a:srgbClr val="FFFDFA"/>
                </a:solidFill>
                <a:latin typeface="DejaVu Sans"/>
                <a:ea typeface="DejaVu Sans"/>
                <a:cs typeface="DejaVu Sans"/>
              </a:defRPr>
            </a:lvl6pPr>
            <a:lvl7pPr algn="l">
              <a:defRPr sz="1800" b="1">
                <a:solidFill>
                  <a:srgbClr val="FFFDFA"/>
                </a:solidFill>
                <a:latin typeface="DejaVu Sans"/>
                <a:ea typeface="DejaVu Sans"/>
                <a:cs typeface="DejaVu Sans"/>
              </a:defRPr>
            </a:lvl7pPr>
            <a:lvl8pPr algn="l">
              <a:defRPr sz="1800" b="1">
                <a:solidFill>
                  <a:srgbClr val="FFFDFA"/>
                </a:solidFill>
                <a:latin typeface="DejaVu Sans"/>
                <a:ea typeface="DejaVu Sans"/>
                <a:cs typeface="DejaVu Sans"/>
              </a:defRPr>
            </a:lvl8pPr>
            <a:lvl9pPr algn="l">
              <a:defRPr sz="1800" b="1">
                <a:solidFill>
                  <a:srgbClr val="FFFDFA"/>
                </a:solidFill>
                <a:latin typeface="DejaVu Sans"/>
                <a:ea typeface="DejaVu Sans"/>
                <a:cs typeface="DejaVu Sans"/>
              </a:defRPr>
            </a:lvl9pPr>
          </a:lstStyle>
          <a:p xmlns:a="http://schemas.openxmlformats.org/drawingml/2006/main">
            <a:pPr algn="l">
              <a:lnSpc>
                <a:spcPct val="112000"/>
              </a:lnSpc>
              <a:buNone/>
              <a:defRPr sz="1800" b="1">
                <a:solidFill>
                  <a:srgbClr val="FFFDFA"/>
                </a:solidFill>
                <a:latin typeface="DejaVu Sans"/>
                <a:ea typeface="DejaVu Sans"/>
                <a:cs typeface="DejaVu Sans"/>
              </a:defRPr>
            </a:pPr>
            <a:r>
              <a:rPr sz="1800" b="1">
                <a:solidFill>
                  <a:srgbClr val="FFFDFA"/>
                </a:solidFill>
                <a:latin typeface="DejaVu Sans"/>
                <a:ea typeface="DejaVu Sans"/>
                <a:cs typeface="DejaVu Sans"/>
              </a:rPr>
              <a:t>Plan</a:t>
            </a:r>
          </a:p>
        </p:txBody>
      </p:sp>
      <p:sp>
        <p:nvSpPr>
          <p:cNvPr id="11" name="text-qwqkjzl0wh">
            <a:extLst xmlns:a="http://schemas.openxmlformats.org/drawingml/2006/main">
              <a:ext uri="{FF2B5EF4-FFF2-40B4-BE49-F238E27FC236}">
                <a16:creationId xmlns:a16="http://schemas.microsoft.com/office/drawing/2014/main" id="{0F051AFA-60AE-4FB5-9666-6261CE6481D3}"/>
              </a:ext>
            </a:extLst>
          </p:cNvPr>
          <p:cNvSpPr>
            <a:spLocks xmlns:a="http://schemas.openxmlformats.org/drawingml/2006/main" noGrp="1"/>
          </p:cNvSpPr>
          <p:nvPr/>
        </p:nvSpPr>
        <p:spPr>
          <a:xfrm xmlns:a="http://schemas.openxmlformats.org/drawingml/2006/main">
            <a:off x="1295400" y="3362325"/>
            <a:ext cx="38671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BED0D5"/>
                </a:solidFill>
                <a:latin typeface="DejaVu Sans"/>
                <a:ea typeface="DejaVu Sans"/>
                <a:cs typeface="DejaVu Sans"/>
              </a:defRPr>
            </a:defPPr>
            <a:lvl1pPr algn="l">
              <a:defRPr sz="1650" b="0">
                <a:solidFill>
                  <a:srgbClr val="BED0D5"/>
                </a:solidFill>
                <a:latin typeface="DejaVu Sans"/>
                <a:ea typeface="DejaVu Sans"/>
                <a:cs typeface="DejaVu Sans"/>
              </a:defRPr>
            </a:lvl1pPr>
            <a:lvl2pPr algn="l">
              <a:defRPr sz="1650" b="0">
                <a:solidFill>
                  <a:srgbClr val="BED0D5"/>
                </a:solidFill>
                <a:latin typeface="DejaVu Sans"/>
                <a:ea typeface="DejaVu Sans"/>
                <a:cs typeface="DejaVu Sans"/>
              </a:defRPr>
            </a:lvl2pPr>
            <a:lvl3pPr algn="l">
              <a:defRPr sz="1650" b="0">
                <a:solidFill>
                  <a:srgbClr val="BED0D5"/>
                </a:solidFill>
                <a:latin typeface="DejaVu Sans"/>
                <a:ea typeface="DejaVu Sans"/>
                <a:cs typeface="DejaVu Sans"/>
              </a:defRPr>
            </a:lvl3pPr>
            <a:lvl4pPr algn="l">
              <a:defRPr sz="1650" b="0">
                <a:solidFill>
                  <a:srgbClr val="BED0D5"/>
                </a:solidFill>
                <a:latin typeface="DejaVu Sans"/>
                <a:ea typeface="DejaVu Sans"/>
                <a:cs typeface="DejaVu Sans"/>
              </a:defRPr>
            </a:lvl4pPr>
            <a:lvl5pPr algn="l">
              <a:defRPr sz="1650" b="0">
                <a:solidFill>
                  <a:srgbClr val="BED0D5"/>
                </a:solidFill>
                <a:latin typeface="DejaVu Sans"/>
                <a:ea typeface="DejaVu Sans"/>
                <a:cs typeface="DejaVu Sans"/>
              </a:defRPr>
            </a:lvl5pPr>
            <a:lvl6pPr algn="l">
              <a:defRPr sz="1650" b="0">
                <a:solidFill>
                  <a:srgbClr val="BED0D5"/>
                </a:solidFill>
                <a:latin typeface="DejaVu Sans"/>
                <a:ea typeface="DejaVu Sans"/>
                <a:cs typeface="DejaVu Sans"/>
              </a:defRPr>
            </a:lvl6pPr>
            <a:lvl7pPr algn="l">
              <a:defRPr sz="1650" b="0">
                <a:solidFill>
                  <a:srgbClr val="BED0D5"/>
                </a:solidFill>
                <a:latin typeface="DejaVu Sans"/>
                <a:ea typeface="DejaVu Sans"/>
                <a:cs typeface="DejaVu Sans"/>
              </a:defRPr>
            </a:lvl7pPr>
            <a:lvl8pPr algn="l">
              <a:defRPr sz="1650" b="0">
                <a:solidFill>
                  <a:srgbClr val="BED0D5"/>
                </a:solidFill>
                <a:latin typeface="DejaVu Sans"/>
                <a:ea typeface="DejaVu Sans"/>
                <a:cs typeface="DejaVu Sans"/>
              </a:defRPr>
            </a:lvl8pPr>
            <a:lvl9pPr algn="l">
              <a:defRPr sz="1650" b="0">
                <a:solidFill>
                  <a:srgbClr val="BED0D5"/>
                </a:solidFill>
                <a:latin typeface="DejaVu Sans"/>
                <a:ea typeface="DejaVu Sans"/>
                <a:cs typeface="DejaVu Sans"/>
              </a:defRPr>
            </a:lvl9pPr>
          </a:lstStyle>
          <a:p xmlns:a="http://schemas.openxmlformats.org/drawingml/2006/main">
            <a:pPr algn="l">
              <a:lnSpc>
                <a:spcPct val="112000"/>
              </a:lnSpc>
              <a:buNone/>
              <a:defRPr sz="1650" b="0">
                <a:solidFill>
                  <a:srgbClr val="BED0D5"/>
                </a:solidFill>
                <a:latin typeface="DejaVu Sans"/>
                <a:ea typeface="DejaVu Sans"/>
                <a:cs typeface="DejaVu Sans"/>
              </a:defRPr>
            </a:pPr>
            <a:r>
              <a:rPr sz="1650" b="0">
                <a:solidFill>
                  <a:srgbClr val="BED0D5"/>
                </a:solidFill>
                <a:latin typeface="DejaVu Sans"/>
                <a:ea typeface="DejaVu Sans"/>
                <a:cs typeface="DejaVu Sans"/>
              </a:rPr>
              <a:t>Choose the next step based on the goal.</a:t>
            </a:r>
          </a:p>
        </p:txBody>
      </p:sp>
      <p:sp>
        <p:nvSpPr>
          <p:cNvPr id="12" name="">
            <a:extLst xmlns:a="http://schemas.openxmlformats.org/drawingml/2006/main">
              <a:ext uri="{FF2B5EF4-FFF2-40B4-BE49-F238E27FC236}">
                <a16:creationId xmlns:a16="http://schemas.microsoft.com/office/drawing/2014/main" id="{C6183F5E-74A7-4FD2-92D8-2C724E2AD793}"/>
              </a:ext>
            </a:extLst>
          </p:cNvPr>
          <p:cNvSpPr>
            <a:spLocks xmlns:a="http://schemas.openxmlformats.org/drawingml/2006/main" noGrp="1"/>
          </p:cNvSpPr>
          <p:nvPr/>
        </p:nvSpPr>
        <p:spPr>
          <a:xfrm xmlns:a="http://schemas.openxmlformats.org/drawingml/2006/main">
            <a:off x="6819900" y="2571750"/>
            <a:ext cx="4286250" cy="1428750"/>
          </a:xfrm>
          <a:prstGeom xmlns:a="http://schemas.openxmlformats.org/drawingml/2006/main" prst="rect">
            <a:avLst/>
          </a:prstGeom>
          <a:solidFill xmlns:a="http://schemas.openxmlformats.org/drawingml/2006/main">
            <a:srgbClr val="102D3A"/>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ED72CB64-44B3-4983-9179-D84DD73DB881}"/>
              </a:ext>
            </a:extLst>
          </p:cNvPr>
          <p:cNvSpPr>
            <a:spLocks xmlns:a="http://schemas.openxmlformats.org/drawingml/2006/main" noGrp="1"/>
          </p:cNvSpPr>
          <p:nvPr/>
        </p:nvSpPr>
        <p:spPr>
          <a:xfrm xmlns:a="http://schemas.openxmlformats.org/drawingml/2006/main">
            <a:off x="6819900" y="2571750"/>
            <a:ext cx="38100" cy="1428750"/>
          </a:xfrm>
          <a:prstGeom xmlns:a="http://schemas.openxmlformats.org/drawingml/2006/main" prst="rect">
            <a:avLst/>
          </a:prstGeom>
          <a:solidFill xmlns:a="http://schemas.openxmlformats.org/drawingml/2006/main">
            <a:srgbClr val="D64136"/>
          </a:solidFill>
          <a:ln xmlns:a="http://schemas.openxmlformats.org/drawingml/2006/main" w="0">
            <a:noFill/>
            <a:prstDash val="solid"/>
          </a:ln>
        </p:spPr>
      </p:sp>
      <p:sp>
        <p:nvSpPr>
          <p:cNvPr id="14" name="text-5eoqc3a1k95">
            <a:extLst xmlns:a="http://schemas.openxmlformats.org/drawingml/2006/main">
              <a:ext uri="{FF2B5EF4-FFF2-40B4-BE49-F238E27FC236}">
                <a16:creationId xmlns:a16="http://schemas.microsoft.com/office/drawing/2014/main" id="{2BD991D6-C3E9-4B3B-9070-993C401CC532}"/>
              </a:ext>
            </a:extLst>
          </p:cNvPr>
          <p:cNvSpPr>
            <a:spLocks xmlns:a="http://schemas.openxmlformats.org/drawingml/2006/main" noGrp="1"/>
          </p:cNvSpPr>
          <p:nvPr/>
        </p:nvSpPr>
        <p:spPr>
          <a:xfrm xmlns:a="http://schemas.openxmlformats.org/drawingml/2006/main">
            <a:off x="7029450" y="2743200"/>
            <a:ext cx="38671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1">
                <a:solidFill>
                  <a:srgbClr val="FFFDFA"/>
                </a:solidFill>
                <a:latin typeface="DejaVu Sans"/>
                <a:ea typeface="DejaVu Sans"/>
                <a:cs typeface="DejaVu Sans"/>
              </a:defRPr>
            </a:defPPr>
            <a:lvl1pPr algn="l">
              <a:defRPr sz="1800" b="1">
                <a:solidFill>
                  <a:srgbClr val="FFFDFA"/>
                </a:solidFill>
                <a:latin typeface="DejaVu Sans"/>
                <a:ea typeface="DejaVu Sans"/>
                <a:cs typeface="DejaVu Sans"/>
              </a:defRPr>
            </a:lvl1pPr>
            <a:lvl2pPr algn="l">
              <a:defRPr sz="1800" b="1">
                <a:solidFill>
                  <a:srgbClr val="FFFDFA"/>
                </a:solidFill>
                <a:latin typeface="DejaVu Sans"/>
                <a:ea typeface="DejaVu Sans"/>
                <a:cs typeface="DejaVu Sans"/>
              </a:defRPr>
            </a:lvl2pPr>
            <a:lvl3pPr algn="l">
              <a:defRPr sz="1800" b="1">
                <a:solidFill>
                  <a:srgbClr val="FFFDFA"/>
                </a:solidFill>
                <a:latin typeface="DejaVu Sans"/>
                <a:ea typeface="DejaVu Sans"/>
                <a:cs typeface="DejaVu Sans"/>
              </a:defRPr>
            </a:lvl3pPr>
            <a:lvl4pPr algn="l">
              <a:defRPr sz="1800" b="1">
                <a:solidFill>
                  <a:srgbClr val="FFFDFA"/>
                </a:solidFill>
                <a:latin typeface="DejaVu Sans"/>
                <a:ea typeface="DejaVu Sans"/>
                <a:cs typeface="DejaVu Sans"/>
              </a:defRPr>
            </a:lvl4pPr>
            <a:lvl5pPr algn="l">
              <a:defRPr sz="1800" b="1">
                <a:solidFill>
                  <a:srgbClr val="FFFDFA"/>
                </a:solidFill>
                <a:latin typeface="DejaVu Sans"/>
                <a:ea typeface="DejaVu Sans"/>
                <a:cs typeface="DejaVu Sans"/>
              </a:defRPr>
            </a:lvl5pPr>
            <a:lvl6pPr algn="l">
              <a:defRPr sz="1800" b="1">
                <a:solidFill>
                  <a:srgbClr val="FFFDFA"/>
                </a:solidFill>
                <a:latin typeface="DejaVu Sans"/>
                <a:ea typeface="DejaVu Sans"/>
                <a:cs typeface="DejaVu Sans"/>
              </a:defRPr>
            </a:lvl6pPr>
            <a:lvl7pPr algn="l">
              <a:defRPr sz="1800" b="1">
                <a:solidFill>
                  <a:srgbClr val="FFFDFA"/>
                </a:solidFill>
                <a:latin typeface="DejaVu Sans"/>
                <a:ea typeface="DejaVu Sans"/>
                <a:cs typeface="DejaVu Sans"/>
              </a:defRPr>
            </a:lvl7pPr>
            <a:lvl8pPr algn="l">
              <a:defRPr sz="1800" b="1">
                <a:solidFill>
                  <a:srgbClr val="FFFDFA"/>
                </a:solidFill>
                <a:latin typeface="DejaVu Sans"/>
                <a:ea typeface="DejaVu Sans"/>
                <a:cs typeface="DejaVu Sans"/>
              </a:defRPr>
            </a:lvl8pPr>
            <a:lvl9pPr algn="l">
              <a:defRPr sz="1800" b="1">
                <a:solidFill>
                  <a:srgbClr val="FFFDFA"/>
                </a:solidFill>
                <a:latin typeface="DejaVu Sans"/>
                <a:ea typeface="DejaVu Sans"/>
                <a:cs typeface="DejaVu Sans"/>
              </a:defRPr>
            </a:lvl9pPr>
          </a:lstStyle>
          <a:p xmlns:a="http://schemas.openxmlformats.org/drawingml/2006/main">
            <a:pPr algn="l">
              <a:lnSpc>
                <a:spcPct val="112000"/>
              </a:lnSpc>
              <a:buNone/>
              <a:defRPr sz="1800" b="1">
                <a:solidFill>
                  <a:srgbClr val="FFFDFA"/>
                </a:solidFill>
                <a:latin typeface="DejaVu Sans"/>
                <a:ea typeface="DejaVu Sans"/>
                <a:cs typeface="DejaVu Sans"/>
              </a:defRPr>
            </a:pPr>
            <a:r>
              <a:rPr sz="1800" b="1">
                <a:solidFill>
                  <a:srgbClr val="FFFDFA"/>
                </a:solidFill>
                <a:latin typeface="DejaVu Sans"/>
                <a:ea typeface="DejaVu Sans"/>
                <a:cs typeface="DejaVu Sans"/>
              </a:rPr>
              <a:t>Execute</a:t>
            </a:r>
          </a:p>
        </p:txBody>
      </p:sp>
      <p:sp>
        <p:nvSpPr>
          <p:cNvPr id="15" name="text-swkyiizqlmc">
            <a:extLst xmlns:a="http://schemas.openxmlformats.org/drawingml/2006/main">
              <a:ext uri="{FF2B5EF4-FFF2-40B4-BE49-F238E27FC236}">
                <a16:creationId xmlns:a16="http://schemas.microsoft.com/office/drawing/2014/main" id="{B061657A-FE92-4031-B6AE-CA0B7E9B80AA}"/>
              </a:ext>
            </a:extLst>
          </p:cNvPr>
          <p:cNvSpPr>
            <a:spLocks xmlns:a="http://schemas.openxmlformats.org/drawingml/2006/main" noGrp="1"/>
          </p:cNvSpPr>
          <p:nvPr/>
        </p:nvSpPr>
        <p:spPr>
          <a:xfrm xmlns:a="http://schemas.openxmlformats.org/drawingml/2006/main">
            <a:off x="7029450" y="3362325"/>
            <a:ext cx="38671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BED0D5"/>
                </a:solidFill>
                <a:latin typeface="DejaVu Sans"/>
                <a:ea typeface="DejaVu Sans"/>
                <a:cs typeface="DejaVu Sans"/>
              </a:defRPr>
            </a:defPPr>
            <a:lvl1pPr algn="l">
              <a:defRPr sz="1650" b="0">
                <a:solidFill>
                  <a:srgbClr val="BED0D5"/>
                </a:solidFill>
                <a:latin typeface="DejaVu Sans"/>
                <a:ea typeface="DejaVu Sans"/>
                <a:cs typeface="DejaVu Sans"/>
              </a:defRPr>
            </a:lvl1pPr>
            <a:lvl2pPr algn="l">
              <a:defRPr sz="1650" b="0">
                <a:solidFill>
                  <a:srgbClr val="BED0D5"/>
                </a:solidFill>
                <a:latin typeface="DejaVu Sans"/>
                <a:ea typeface="DejaVu Sans"/>
                <a:cs typeface="DejaVu Sans"/>
              </a:defRPr>
            </a:lvl2pPr>
            <a:lvl3pPr algn="l">
              <a:defRPr sz="1650" b="0">
                <a:solidFill>
                  <a:srgbClr val="BED0D5"/>
                </a:solidFill>
                <a:latin typeface="DejaVu Sans"/>
                <a:ea typeface="DejaVu Sans"/>
                <a:cs typeface="DejaVu Sans"/>
              </a:defRPr>
            </a:lvl3pPr>
            <a:lvl4pPr algn="l">
              <a:defRPr sz="1650" b="0">
                <a:solidFill>
                  <a:srgbClr val="BED0D5"/>
                </a:solidFill>
                <a:latin typeface="DejaVu Sans"/>
                <a:ea typeface="DejaVu Sans"/>
                <a:cs typeface="DejaVu Sans"/>
              </a:defRPr>
            </a:lvl4pPr>
            <a:lvl5pPr algn="l">
              <a:defRPr sz="1650" b="0">
                <a:solidFill>
                  <a:srgbClr val="BED0D5"/>
                </a:solidFill>
                <a:latin typeface="DejaVu Sans"/>
                <a:ea typeface="DejaVu Sans"/>
                <a:cs typeface="DejaVu Sans"/>
              </a:defRPr>
            </a:lvl5pPr>
            <a:lvl6pPr algn="l">
              <a:defRPr sz="1650" b="0">
                <a:solidFill>
                  <a:srgbClr val="BED0D5"/>
                </a:solidFill>
                <a:latin typeface="DejaVu Sans"/>
                <a:ea typeface="DejaVu Sans"/>
                <a:cs typeface="DejaVu Sans"/>
              </a:defRPr>
            </a:lvl6pPr>
            <a:lvl7pPr algn="l">
              <a:defRPr sz="1650" b="0">
                <a:solidFill>
                  <a:srgbClr val="BED0D5"/>
                </a:solidFill>
                <a:latin typeface="DejaVu Sans"/>
                <a:ea typeface="DejaVu Sans"/>
                <a:cs typeface="DejaVu Sans"/>
              </a:defRPr>
            </a:lvl7pPr>
            <a:lvl8pPr algn="l">
              <a:defRPr sz="1650" b="0">
                <a:solidFill>
                  <a:srgbClr val="BED0D5"/>
                </a:solidFill>
                <a:latin typeface="DejaVu Sans"/>
                <a:ea typeface="DejaVu Sans"/>
                <a:cs typeface="DejaVu Sans"/>
              </a:defRPr>
            </a:lvl8pPr>
            <a:lvl9pPr algn="l">
              <a:defRPr sz="1650" b="0">
                <a:solidFill>
                  <a:srgbClr val="BED0D5"/>
                </a:solidFill>
                <a:latin typeface="DejaVu Sans"/>
                <a:ea typeface="DejaVu Sans"/>
                <a:cs typeface="DejaVu Sans"/>
              </a:defRPr>
            </a:lvl9pPr>
          </a:lstStyle>
          <a:p xmlns:a="http://schemas.openxmlformats.org/drawingml/2006/main">
            <a:pPr algn="l">
              <a:lnSpc>
                <a:spcPct val="112000"/>
              </a:lnSpc>
              <a:buNone/>
              <a:defRPr sz="1650" b="0">
                <a:solidFill>
                  <a:srgbClr val="BED0D5"/>
                </a:solidFill>
                <a:latin typeface="DejaVu Sans"/>
                <a:ea typeface="DejaVu Sans"/>
                <a:cs typeface="DejaVu Sans"/>
              </a:defRPr>
            </a:pPr>
            <a:r>
              <a:rPr sz="1650" b="0">
                <a:solidFill>
                  <a:srgbClr val="BED0D5"/>
                </a:solidFill>
                <a:latin typeface="DejaVu Sans"/>
                <a:ea typeface="DejaVu Sans"/>
                <a:cs typeface="DejaVu Sans"/>
              </a:rPr>
              <a:t>Request an enabled tool.</a:t>
            </a:r>
          </a:p>
        </p:txBody>
      </p:sp>
      <p:sp>
        <p:nvSpPr>
          <p:cNvPr id="16" name="">
            <a:extLst xmlns:a="http://schemas.openxmlformats.org/drawingml/2006/main">
              <a:ext uri="{FF2B5EF4-FFF2-40B4-BE49-F238E27FC236}">
                <a16:creationId xmlns:a16="http://schemas.microsoft.com/office/drawing/2014/main" id="{61116459-D644-47E2-A640-CBF5373999BA}"/>
              </a:ext>
            </a:extLst>
          </p:cNvPr>
          <p:cNvSpPr>
            <a:spLocks xmlns:a="http://schemas.openxmlformats.org/drawingml/2006/main" noGrp="1"/>
          </p:cNvSpPr>
          <p:nvPr/>
        </p:nvSpPr>
        <p:spPr>
          <a:xfrm xmlns:a="http://schemas.openxmlformats.org/drawingml/2006/main">
            <a:off x="6819900" y="4505325"/>
            <a:ext cx="4286250" cy="1428750"/>
          </a:xfrm>
          <a:prstGeom xmlns:a="http://schemas.openxmlformats.org/drawingml/2006/main" prst="rect">
            <a:avLst/>
          </a:prstGeom>
          <a:solidFill xmlns:a="http://schemas.openxmlformats.org/drawingml/2006/main">
            <a:srgbClr val="102D3A"/>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5861E185-7584-4BED-86FD-F0C1A8CB24F8}"/>
              </a:ext>
            </a:extLst>
          </p:cNvPr>
          <p:cNvSpPr>
            <a:spLocks xmlns:a="http://schemas.openxmlformats.org/drawingml/2006/main" noGrp="1"/>
          </p:cNvSpPr>
          <p:nvPr/>
        </p:nvSpPr>
        <p:spPr>
          <a:xfrm xmlns:a="http://schemas.openxmlformats.org/drawingml/2006/main">
            <a:off x="6819900" y="4505325"/>
            <a:ext cx="38100" cy="1428750"/>
          </a:xfrm>
          <a:prstGeom xmlns:a="http://schemas.openxmlformats.org/drawingml/2006/main" prst="rect">
            <a:avLst/>
          </a:prstGeom>
          <a:solidFill xmlns:a="http://schemas.openxmlformats.org/drawingml/2006/main">
            <a:srgbClr val="E5B64B"/>
          </a:solidFill>
          <a:ln xmlns:a="http://schemas.openxmlformats.org/drawingml/2006/main" w="0">
            <a:noFill/>
            <a:prstDash val="solid"/>
          </a:ln>
        </p:spPr>
      </p:sp>
      <p:sp>
        <p:nvSpPr>
          <p:cNvPr id="18" name="text-wy32c2zsoqs">
            <a:extLst xmlns:a="http://schemas.openxmlformats.org/drawingml/2006/main">
              <a:ext uri="{FF2B5EF4-FFF2-40B4-BE49-F238E27FC236}">
                <a16:creationId xmlns:a16="http://schemas.microsoft.com/office/drawing/2014/main" id="{3655DD78-AA92-4E73-B8F8-77E8276F68CE}"/>
              </a:ext>
            </a:extLst>
          </p:cNvPr>
          <p:cNvSpPr>
            <a:spLocks xmlns:a="http://schemas.openxmlformats.org/drawingml/2006/main" noGrp="1"/>
          </p:cNvSpPr>
          <p:nvPr/>
        </p:nvSpPr>
        <p:spPr>
          <a:xfrm xmlns:a="http://schemas.openxmlformats.org/drawingml/2006/main">
            <a:off x="7029450" y="4676775"/>
            <a:ext cx="38671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1">
                <a:solidFill>
                  <a:srgbClr val="FFFDFA"/>
                </a:solidFill>
                <a:latin typeface="DejaVu Sans"/>
                <a:ea typeface="DejaVu Sans"/>
                <a:cs typeface="DejaVu Sans"/>
              </a:defRPr>
            </a:defPPr>
            <a:lvl1pPr algn="l">
              <a:defRPr sz="1800" b="1">
                <a:solidFill>
                  <a:srgbClr val="FFFDFA"/>
                </a:solidFill>
                <a:latin typeface="DejaVu Sans"/>
                <a:ea typeface="DejaVu Sans"/>
                <a:cs typeface="DejaVu Sans"/>
              </a:defRPr>
            </a:lvl1pPr>
            <a:lvl2pPr algn="l">
              <a:defRPr sz="1800" b="1">
                <a:solidFill>
                  <a:srgbClr val="FFFDFA"/>
                </a:solidFill>
                <a:latin typeface="DejaVu Sans"/>
                <a:ea typeface="DejaVu Sans"/>
                <a:cs typeface="DejaVu Sans"/>
              </a:defRPr>
            </a:lvl2pPr>
            <a:lvl3pPr algn="l">
              <a:defRPr sz="1800" b="1">
                <a:solidFill>
                  <a:srgbClr val="FFFDFA"/>
                </a:solidFill>
                <a:latin typeface="DejaVu Sans"/>
                <a:ea typeface="DejaVu Sans"/>
                <a:cs typeface="DejaVu Sans"/>
              </a:defRPr>
            </a:lvl3pPr>
            <a:lvl4pPr algn="l">
              <a:defRPr sz="1800" b="1">
                <a:solidFill>
                  <a:srgbClr val="FFFDFA"/>
                </a:solidFill>
                <a:latin typeface="DejaVu Sans"/>
                <a:ea typeface="DejaVu Sans"/>
                <a:cs typeface="DejaVu Sans"/>
              </a:defRPr>
            </a:lvl4pPr>
            <a:lvl5pPr algn="l">
              <a:defRPr sz="1800" b="1">
                <a:solidFill>
                  <a:srgbClr val="FFFDFA"/>
                </a:solidFill>
                <a:latin typeface="DejaVu Sans"/>
                <a:ea typeface="DejaVu Sans"/>
                <a:cs typeface="DejaVu Sans"/>
              </a:defRPr>
            </a:lvl5pPr>
            <a:lvl6pPr algn="l">
              <a:defRPr sz="1800" b="1">
                <a:solidFill>
                  <a:srgbClr val="FFFDFA"/>
                </a:solidFill>
                <a:latin typeface="DejaVu Sans"/>
                <a:ea typeface="DejaVu Sans"/>
                <a:cs typeface="DejaVu Sans"/>
              </a:defRPr>
            </a:lvl6pPr>
            <a:lvl7pPr algn="l">
              <a:defRPr sz="1800" b="1">
                <a:solidFill>
                  <a:srgbClr val="FFFDFA"/>
                </a:solidFill>
                <a:latin typeface="DejaVu Sans"/>
                <a:ea typeface="DejaVu Sans"/>
                <a:cs typeface="DejaVu Sans"/>
              </a:defRPr>
            </a:lvl7pPr>
            <a:lvl8pPr algn="l">
              <a:defRPr sz="1800" b="1">
                <a:solidFill>
                  <a:srgbClr val="FFFDFA"/>
                </a:solidFill>
                <a:latin typeface="DejaVu Sans"/>
                <a:ea typeface="DejaVu Sans"/>
                <a:cs typeface="DejaVu Sans"/>
              </a:defRPr>
            </a:lvl8pPr>
            <a:lvl9pPr algn="l">
              <a:defRPr sz="1800" b="1">
                <a:solidFill>
                  <a:srgbClr val="FFFDFA"/>
                </a:solidFill>
                <a:latin typeface="DejaVu Sans"/>
                <a:ea typeface="DejaVu Sans"/>
                <a:cs typeface="DejaVu Sans"/>
              </a:defRPr>
            </a:lvl9pPr>
          </a:lstStyle>
          <a:p xmlns:a="http://schemas.openxmlformats.org/drawingml/2006/main">
            <a:pPr algn="l">
              <a:lnSpc>
                <a:spcPct val="112000"/>
              </a:lnSpc>
              <a:buNone/>
              <a:defRPr sz="1800" b="1">
                <a:solidFill>
                  <a:srgbClr val="FFFDFA"/>
                </a:solidFill>
                <a:latin typeface="DejaVu Sans"/>
                <a:ea typeface="DejaVu Sans"/>
                <a:cs typeface="DejaVu Sans"/>
              </a:defRPr>
            </a:pPr>
            <a:r>
              <a:rPr sz="1800" b="1">
                <a:solidFill>
                  <a:srgbClr val="FFFDFA"/>
                </a:solidFill>
                <a:latin typeface="DejaVu Sans"/>
                <a:ea typeface="DejaVu Sans"/>
                <a:cs typeface="DejaVu Sans"/>
              </a:rPr>
              <a:t>Observe</a:t>
            </a:r>
          </a:p>
        </p:txBody>
      </p:sp>
      <p:sp>
        <p:nvSpPr>
          <p:cNvPr id="19" name="text-i1mrx0zd4mj">
            <a:extLst xmlns:a="http://schemas.openxmlformats.org/drawingml/2006/main">
              <a:ext uri="{FF2B5EF4-FFF2-40B4-BE49-F238E27FC236}">
                <a16:creationId xmlns:a16="http://schemas.microsoft.com/office/drawing/2014/main" id="{6680B614-1031-489D-A204-ED5640E64F8C}"/>
              </a:ext>
            </a:extLst>
          </p:cNvPr>
          <p:cNvSpPr>
            <a:spLocks xmlns:a="http://schemas.openxmlformats.org/drawingml/2006/main" noGrp="1"/>
          </p:cNvSpPr>
          <p:nvPr/>
        </p:nvSpPr>
        <p:spPr>
          <a:xfrm xmlns:a="http://schemas.openxmlformats.org/drawingml/2006/main">
            <a:off x="7029450" y="5295900"/>
            <a:ext cx="38671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BED0D5"/>
                </a:solidFill>
                <a:latin typeface="DejaVu Sans"/>
                <a:ea typeface="DejaVu Sans"/>
                <a:cs typeface="DejaVu Sans"/>
              </a:defRPr>
            </a:defPPr>
            <a:lvl1pPr algn="l">
              <a:defRPr sz="1650" b="0">
                <a:solidFill>
                  <a:srgbClr val="BED0D5"/>
                </a:solidFill>
                <a:latin typeface="DejaVu Sans"/>
                <a:ea typeface="DejaVu Sans"/>
                <a:cs typeface="DejaVu Sans"/>
              </a:defRPr>
            </a:lvl1pPr>
            <a:lvl2pPr algn="l">
              <a:defRPr sz="1650" b="0">
                <a:solidFill>
                  <a:srgbClr val="BED0D5"/>
                </a:solidFill>
                <a:latin typeface="DejaVu Sans"/>
                <a:ea typeface="DejaVu Sans"/>
                <a:cs typeface="DejaVu Sans"/>
              </a:defRPr>
            </a:lvl2pPr>
            <a:lvl3pPr algn="l">
              <a:defRPr sz="1650" b="0">
                <a:solidFill>
                  <a:srgbClr val="BED0D5"/>
                </a:solidFill>
                <a:latin typeface="DejaVu Sans"/>
                <a:ea typeface="DejaVu Sans"/>
                <a:cs typeface="DejaVu Sans"/>
              </a:defRPr>
            </a:lvl3pPr>
            <a:lvl4pPr algn="l">
              <a:defRPr sz="1650" b="0">
                <a:solidFill>
                  <a:srgbClr val="BED0D5"/>
                </a:solidFill>
                <a:latin typeface="DejaVu Sans"/>
                <a:ea typeface="DejaVu Sans"/>
                <a:cs typeface="DejaVu Sans"/>
              </a:defRPr>
            </a:lvl4pPr>
            <a:lvl5pPr algn="l">
              <a:defRPr sz="1650" b="0">
                <a:solidFill>
                  <a:srgbClr val="BED0D5"/>
                </a:solidFill>
                <a:latin typeface="DejaVu Sans"/>
                <a:ea typeface="DejaVu Sans"/>
                <a:cs typeface="DejaVu Sans"/>
              </a:defRPr>
            </a:lvl5pPr>
            <a:lvl6pPr algn="l">
              <a:defRPr sz="1650" b="0">
                <a:solidFill>
                  <a:srgbClr val="BED0D5"/>
                </a:solidFill>
                <a:latin typeface="DejaVu Sans"/>
                <a:ea typeface="DejaVu Sans"/>
                <a:cs typeface="DejaVu Sans"/>
              </a:defRPr>
            </a:lvl6pPr>
            <a:lvl7pPr algn="l">
              <a:defRPr sz="1650" b="0">
                <a:solidFill>
                  <a:srgbClr val="BED0D5"/>
                </a:solidFill>
                <a:latin typeface="DejaVu Sans"/>
                <a:ea typeface="DejaVu Sans"/>
                <a:cs typeface="DejaVu Sans"/>
              </a:defRPr>
            </a:lvl7pPr>
            <a:lvl8pPr algn="l">
              <a:defRPr sz="1650" b="0">
                <a:solidFill>
                  <a:srgbClr val="BED0D5"/>
                </a:solidFill>
                <a:latin typeface="DejaVu Sans"/>
                <a:ea typeface="DejaVu Sans"/>
                <a:cs typeface="DejaVu Sans"/>
              </a:defRPr>
            </a:lvl8pPr>
            <a:lvl9pPr algn="l">
              <a:defRPr sz="1650" b="0">
                <a:solidFill>
                  <a:srgbClr val="BED0D5"/>
                </a:solidFill>
                <a:latin typeface="DejaVu Sans"/>
                <a:ea typeface="DejaVu Sans"/>
                <a:cs typeface="DejaVu Sans"/>
              </a:defRPr>
            </a:lvl9pPr>
          </a:lstStyle>
          <a:p xmlns:a="http://schemas.openxmlformats.org/drawingml/2006/main">
            <a:pPr algn="l">
              <a:lnSpc>
                <a:spcPct val="112000"/>
              </a:lnSpc>
              <a:buNone/>
              <a:defRPr sz="1650" b="0">
                <a:solidFill>
                  <a:srgbClr val="BED0D5"/>
                </a:solidFill>
                <a:latin typeface="DejaVu Sans"/>
                <a:ea typeface="DejaVu Sans"/>
                <a:cs typeface="DejaVu Sans"/>
              </a:defRPr>
            </a:pPr>
            <a:r>
              <a:rPr sz="1650" b="0">
                <a:solidFill>
                  <a:srgbClr val="BED0D5"/>
                </a:solidFill>
                <a:latin typeface="DejaVu Sans"/>
                <a:ea typeface="DejaVu Sans"/>
                <a:cs typeface="DejaVu Sans"/>
              </a:rPr>
              <a:t>Read results, failures and evidence.</a:t>
            </a:r>
          </a:p>
        </p:txBody>
      </p:sp>
      <p:sp>
        <p:nvSpPr>
          <p:cNvPr id="20" name="">
            <a:extLst xmlns:a="http://schemas.openxmlformats.org/drawingml/2006/main">
              <a:ext uri="{FF2B5EF4-FFF2-40B4-BE49-F238E27FC236}">
                <a16:creationId xmlns:a16="http://schemas.microsoft.com/office/drawing/2014/main" id="{65611614-393C-4C56-9D2D-79D13498ED18}"/>
              </a:ext>
            </a:extLst>
          </p:cNvPr>
          <p:cNvSpPr>
            <a:spLocks xmlns:a="http://schemas.openxmlformats.org/drawingml/2006/main" noGrp="1"/>
          </p:cNvSpPr>
          <p:nvPr/>
        </p:nvSpPr>
        <p:spPr>
          <a:xfrm xmlns:a="http://schemas.openxmlformats.org/drawingml/2006/main">
            <a:off x="1085850" y="4505325"/>
            <a:ext cx="4286250" cy="1428750"/>
          </a:xfrm>
          <a:prstGeom xmlns:a="http://schemas.openxmlformats.org/drawingml/2006/main" prst="rect">
            <a:avLst/>
          </a:prstGeom>
          <a:solidFill xmlns:a="http://schemas.openxmlformats.org/drawingml/2006/main">
            <a:srgbClr val="102D3A"/>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2DF114A0-D2DA-417A-B48D-629672ADE2F6}"/>
              </a:ext>
            </a:extLst>
          </p:cNvPr>
          <p:cNvSpPr>
            <a:spLocks xmlns:a="http://schemas.openxmlformats.org/drawingml/2006/main" noGrp="1"/>
          </p:cNvSpPr>
          <p:nvPr/>
        </p:nvSpPr>
        <p:spPr>
          <a:xfrm xmlns:a="http://schemas.openxmlformats.org/drawingml/2006/main">
            <a:off x="1085850" y="4505325"/>
            <a:ext cx="38100" cy="1428750"/>
          </a:xfrm>
          <a:prstGeom xmlns:a="http://schemas.openxmlformats.org/drawingml/2006/main" prst="rect">
            <a:avLst/>
          </a:prstGeom>
          <a:solidFill xmlns:a="http://schemas.openxmlformats.org/drawingml/2006/main">
            <a:srgbClr val="5793B8"/>
          </a:solidFill>
          <a:ln xmlns:a="http://schemas.openxmlformats.org/drawingml/2006/main" w="0">
            <a:noFill/>
            <a:prstDash val="solid"/>
          </a:ln>
        </p:spPr>
      </p:sp>
      <p:sp>
        <p:nvSpPr>
          <p:cNvPr id="22" name="text-yukgrf42dh">
            <a:extLst xmlns:a="http://schemas.openxmlformats.org/drawingml/2006/main">
              <a:ext uri="{FF2B5EF4-FFF2-40B4-BE49-F238E27FC236}">
                <a16:creationId xmlns:a16="http://schemas.microsoft.com/office/drawing/2014/main" id="{01DD4E1C-2354-460D-A3A3-CB1089040812}"/>
              </a:ext>
            </a:extLst>
          </p:cNvPr>
          <p:cNvSpPr>
            <a:spLocks xmlns:a="http://schemas.openxmlformats.org/drawingml/2006/main" noGrp="1"/>
          </p:cNvSpPr>
          <p:nvPr/>
        </p:nvSpPr>
        <p:spPr>
          <a:xfrm xmlns:a="http://schemas.openxmlformats.org/drawingml/2006/main">
            <a:off x="1295400" y="4676775"/>
            <a:ext cx="38671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1">
                <a:solidFill>
                  <a:srgbClr val="FFFDFA"/>
                </a:solidFill>
                <a:latin typeface="DejaVu Sans"/>
                <a:ea typeface="DejaVu Sans"/>
                <a:cs typeface="DejaVu Sans"/>
              </a:defRPr>
            </a:defPPr>
            <a:lvl1pPr algn="l">
              <a:defRPr sz="1800" b="1">
                <a:solidFill>
                  <a:srgbClr val="FFFDFA"/>
                </a:solidFill>
                <a:latin typeface="DejaVu Sans"/>
                <a:ea typeface="DejaVu Sans"/>
                <a:cs typeface="DejaVu Sans"/>
              </a:defRPr>
            </a:lvl1pPr>
            <a:lvl2pPr algn="l">
              <a:defRPr sz="1800" b="1">
                <a:solidFill>
                  <a:srgbClr val="FFFDFA"/>
                </a:solidFill>
                <a:latin typeface="DejaVu Sans"/>
                <a:ea typeface="DejaVu Sans"/>
                <a:cs typeface="DejaVu Sans"/>
              </a:defRPr>
            </a:lvl2pPr>
            <a:lvl3pPr algn="l">
              <a:defRPr sz="1800" b="1">
                <a:solidFill>
                  <a:srgbClr val="FFFDFA"/>
                </a:solidFill>
                <a:latin typeface="DejaVu Sans"/>
                <a:ea typeface="DejaVu Sans"/>
                <a:cs typeface="DejaVu Sans"/>
              </a:defRPr>
            </a:lvl3pPr>
            <a:lvl4pPr algn="l">
              <a:defRPr sz="1800" b="1">
                <a:solidFill>
                  <a:srgbClr val="FFFDFA"/>
                </a:solidFill>
                <a:latin typeface="DejaVu Sans"/>
                <a:ea typeface="DejaVu Sans"/>
                <a:cs typeface="DejaVu Sans"/>
              </a:defRPr>
            </a:lvl4pPr>
            <a:lvl5pPr algn="l">
              <a:defRPr sz="1800" b="1">
                <a:solidFill>
                  <a:srgbClr val="FFFDFA"/>
                </a:solidFill>
                <a:latin typeface="DejaVu Sans"/>
                <a:ea typeface="DejaVu Sans"/>
                <a:cs typeface="DejaVu Sans"/>
              </a:defRPr>
            </a:lvl5pPr>
            <a:lvl6pPr algn="l">
              <a:defRPr sz="1800" b="1">
                <a:solidFill>
                  <a:srgbClr val="FFFDFA"/>
                </a:solidFill>
                <a:latin typeface="DejaVu Sans"/>
                <a:ea typeface="DejaVu Sans"/>
                <a:cs typeface="DejaVu Sans"/>
              </a:defRPr>
            </a:lvl6pPr>
            <a:lvl7pPr algn="l">
              <a:defRPr sz="1800" b="1">
                <a:solidFill>
                  <a:srgbClr val="FFFDFA"/>
                </a:solidFill>
                <a:latin typeface="DejaVu Sans"/>
                <a:ea typeface="DejaVu Sans"/>
                <a:cs typeface="DejaVu Sans"/>
              </a:defRPr>
            </a:lvl7pPr>
            <a:lvl8pPr algn="l">
              <a:defRPr sz="1800" b="1">
                <a:solidFill>
                  <a:srgbClr val="FFFDFA"/>
                </a:solidFill>
                <a:latin typeface="DejaVu Sans"/>
                <a:ea typeface="DejaVu Sans"/>
                <a:cs typeface="DejaVu Sans"/>
              </a:defRPr>
            </a:lvl8pPr>
            <a:lvl9pPr algn="l">
              <a:defRPr sz="1800" b="1">
                <a:solidFill>
                  <a:srgbClr val="FFFDFA"/>
                </a:solidFill>
                <a:latin typeface="DejaVu Sans"/>
                <a:ea typeface="DejaVu Sans"/>
                <a:cs typeface="DejaVu Sans"/>
              </a:defRPr>
            </a:lvl9pPr>
          </a:lstStyle>
          <a:p xmlns:a="http://schemas.openxmlformats.org/drawingml/2006/main">
            <a:pPr algn="l">
              <a:lnSpc>
                <a:spcPct val="112000"/>
              </a:lnSpc>
              <a:buNone/>
              <a:defRPr sz="1800" b="1">
                <a:solidFill>
                  <a:srgbClr val="FFFDFA"/>
                </a:solidFill>
                <a:latin typeface="DejaVu Sans"/>
                <a:ea typeface="DejaVu Sans"/>
                <a:cs typeface="DejaVu Sans"/>
              </a:defRPr>
            </a:pPr>
            <a:r>
              <a:rPr sz="1800" b="1">
                <a:solidFill>
                  <a:srgbClr val="FFFDFA"/>
                </a:solidFill>
                <a:latin typeface="DejaVu Sans"/>
                <a:ea typeface="DejaVu Sans"/>
                <a:cs typeface="DejaVu Sans"/>
              </a:rPr>
              <a:t>Verify</a:t>
            </a:r>
          </a:p>
        </p:txBody>
      </p:sp>
      <p:sp>
        <p:nvSpPr>
          <p:cNvPr id="23" name="text-ddq56nb7yov">
            <a:extLst xmlns:a="http://schemas.openxmlformats.org/drawingml/2006/main">
              <a:ext uri="{FF2B5EF4-FFF2-40B4-BE49-F238E27FC236}">
                <a16:creationId xmlns:a16="http://schemas.microsoft.com/office/drawing/2014/main" id="{9791D1C2-8A12-47AF-8D75-6C13ADABBB66}"/>
              </a:ext>
            </a:extLst>
          </p:cNvPr>
          <p:cNvSpPr>
            <a:spLocks xmlns:a="http://schemas.openxmlformats.org/drawingml/2006/main" noGrp="1"/>
          </p:cNvSpPr>
          <p:nvPr/>
        </p:nvSpPr>
        <p:spPr>
          <a:xfrm xmlns:a="http://schemas.openxmlformats.org/drawingml/2006/main">
            <a:off x="1295400" y="5295900"/>
            <a:ext cx="38671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BED0D5"/>
                </a:solidFill>
                <a:latin typeface="DejaVu Sans"/>
                <a:ea typeface="DejaVu Sans"/>
                <a:cs typeface="DejaVu Sans"/>
              </a:defRPr>
            </a:defPPr>
            <a:lvl1pPr algn="l">
              <a:defRPr sz="1650" b="0">
                <a:solidFill>
                  <a:srgbClr val="BED0D5"/>
                </a:solidFill>
                <a:latin typeface="DejaVu Sans"/>
                <a:ea typeface="DejaVu Sans"/>
                <a:cs typeface="DejaVu Sans"/>
              </a:defRPr>
            </a:lvl1pPr>
            <a:lvl2pPr algn="l">
              <a:defRPr sz="1650" b="0">
                <a:solidFill>
                  <a:srgbClr val="BED0D5"/>
                </a:solidFill>
                <a:latin typeface="DejaVu Sans"/>
                <a:ea typeface="DejaVu Sans"/>
                <a:cs typeface="DejaVu Sans"/>
              </a:defRPr>
            </a:lvl2pPr>
            <a:lvl3pPr algn="l">
              <a:defRPr sz="1650" b="0">
                <a:solidFill>
                  <a:srgbClr val="BED0D5"/>
                </a:solidFill>
                <a:latin typeface="DejaVu Sans"/>
                <a:ea typeface="DejaVu Sans"/>
                <a:cs typeface="DejaVu Sans"/>
              </a:defRPr>
            </a:lvl3pPr>
            <a:lvl4pPr algn="l">
              <a:defRPr sz="1650" b="0">
                <a:solidFill>
                  <a:srgbClr val="BED0D5"/>
                </a:solidFill>
                <a:latin typeface="DejaVu Sans"/>
                <a:ea typeface="DejaVu Sans"/>
                <a:cs typeface="DejaVu Sans"/>
              </a:defRPr>
            </a:lvl4pPr>
            <a:lvl5pPr algn="l">
              <a:defRPr sz="1650" b="0">
                <a:solidFill>
                  <a:srgbClr val="BED0D5"/>
                </a:solidFill>
                <a:latin typeface="DejaVu Sans"/>
                <a:ea typeface="DejaVu Sans"/>
                <a:cs typeface="DejaVu Sans"/>
              </a:defRPr>
            </a:lvl5pPr>
            <a:lvl6pPr algn="l">
              <a:defRPr sz="1650" b="0">
                <a:solidFill>
                  <a:srgbClr val="BED0D5"/>
                </a:solidFill>
                <a:latin typeface="DejaVu Sans"/>
                <a:ea typeface="DejaVu Sans"/>
                <a:cs typeface="DejaVu Sans"/>
              </a:defRPr>
            </a:lvl6pPr>
            <a:lvl7pPr algn="l">
              <a:defRPr sz="1650" b="0">
                <a:solidFill>
                  <a:srgbClr val="BED0D5"/>
                </a:solidFill>
                <a:latin typeface="DejaVu Sans"/>
                <a:ea typeface="DejaVu Sans"/>
                <a:cs typeface="DejaVu Sans"/>
              </a:defRPr>
            </a:lvl7pPr>
            <a:lvl8pPr algn="l">
              <a:defRPr sz="1650" b="0">
                <a:solidFill>
                  <a:srgbClr val="BED0D5"/>
                </a:solidFill>
                <a:latin typeface="DejaVu Sans"/>
                <a:ea typeface="DejaVu Sans"/>
                <a:cs typeface="DejaVu Sans"/>
              </a:defRPr>
            </a:lvl8pPr>
            <a:lvl9pPr algn="l">
              <a:defRPr sz="1650" b="0">
                <a:solidFill>
                  <a:srgbClr val="BED0D5"/>
                </a:solidFill>
                <a:latin typeface="DejaVu Sans"/>
                <a:ea typeface="DejaVu Sans"/>
                <a:cs typeface="DejaVu Sans"/>
              </a:defRPr>
            </a:lvl9pPr>
          </a:lstStyle>
          <a:p xmlns:a="http://schemas.openxmlformats.org/drawingml/2006/main">
            <a:pPr algn="l">
              <a:lnSpc>
                <a:spcPct val="112000"/>
              </a:lnSpc>
              <a:buNone/>
              <a:defRPr sz="1650" b="0">
                <a:solidFill>
                  <a:srgbClr val="BED0D5"/>
                </a:solidFill>
                <a:latin typeface="DejaVu Sans"/>
                <a:ea typeface="DejaVu Sans"/>
                <a:cs typeface="DejaVu Sans"/>
              </a:defRPr>
            </a:pPr>
            <a:r>
              <a:rPr sz="1650" b="0">
                <a:solidFill>
                  <a:srgbClr val="BED0D5"/>
                </a:solidFill>
                <a:latin typeface="DejaVu Sans"/>
                <a:ea typeface="DejaVu Sans"/>
                <a:cs typeface="DejaVu Sans"/>
              </a:rPr>
              <a:t>Answer, revise the plan or stop.</a:t>
            </a:r>
          </a:p>
        </p:txBody>
      </p:sp>
    </p:spTree>
    <p:extLst>
      <p:ext uri="{BB962C8B-B14F-4D97-AF65-F5344CB8AC3E}">
        <p14:creationId xmlns:p14="http://schemas.microsoft.com/office/powerpoint/2010/main" val="708689113"/>
      </p:ext>
    </p:extLst>
  </p:cSld>
</p:sld>
</file>

<file path=ppt/slides/slide10.xml><?xml version="1.0" encoding="utf-8"?>
<p:sld xmlns:p="http://schemas.openxmlformats.org/presentationml/2006/main">
  <p:cSld>
    <p:bg>
      <p:bgPr>
        <a:solidFill xmlns:a="http://schemas.openxmlformats.org/drawingml/2006/main">
          <a:srgbClr val="F4F1E9"/>
        </a:solidFill>
      </p:bgPr>
    </p:bg>
    <p:spTree>
      <p:nvGrpSpPr>
        <p:cNvPr id="1" name=""/>
        <p:cNvGrpSpPr/>
        <p:nvPr/>
      </p:nvGrpSpPr>
      <p:grpSpPr>
        <a:xfrm xmlns:a="http://schemas.openxmlformats.org/drawingml/2006/main"/>
      </p:grpSpPr>
      <p:cxnSp>
        <p:nvCxnSpPr>
          <p:cNvPr id="26" name="">
            <a:extLst xmlns:a="http://schemas.openxmlformats.org/drawingml/2006/main">
              <a:ext uri="{FF2B5EF4-FFF2-40B4-BE49-F238E27FC236}">
                <a16:creationId xmlns:a16="http://schemas.microsoft.com/office/drawing/2014/main" id="{3A33C980-B63B-4C0D-9EF9-068B9A601C20}"/>
              </a:ext>
            </a:extLst>
          </p:cNvPr>
          <p:cNvCxnSpPr>
            <a:stCxn xmlns:a="http://schemas.openxmlformats.org/drawingml/2006/main" id="16" idx="3"/>
            <a:endCxn xmlns:a="http://schemas.openxmlformats.org/drawingml/2006/main" id="20" idx="1"/>
          </p:cNvCxnSpPr>
          <p:nvPr/>
        </p:nvCxnSpPr>
        <p:spPr>
          <a:xfrm xmlns:a="http://schemas.openxmlformats.org/drawingml/2006/main">
            <a:off x="8743950" y="4181475"/>
            <a:ext cx="381000" cy="0"/>
          </a:xfrm>
          <a:prstGeom xmlns:a="http://schemas.openxmlformats.org/drawingml/2006/main" prst="straightConnector1">
            <a:avLst/>
          </a:prstGeom>
          <a:ln xmlns:a="http://schemas.openxmlformats.org/drawingml/2006/main" w="28575">
            <a:solidFill>
              <a:srgbClr val="087D78"/>
            </a:solidFill>
            <a:prstDash val="solid"/>
            <a:tailEnd type="triangle" w="sm" len="sm"/>
          </a:ln>
        </p:spPr>
      </p:cxnSp>
      <p:cxnSp>
        <p:nvCxnSpPr>
          <p:cNvPr id="25" name="">
            <a:extLst xmlns:a="http://schemas.openxmlformats.org/drawingml/2006/main">
              <a:ext uri="{FF2B5EF4-FFF2-40B4-BE49-F238E27FC236}">
                <a16:creationId xmlns:a16="http://schemas.microsoft.com/office/drawing/2014/main" id="{F3E09C96-C119-49FA-ADD7-3A647EC18D99}"/>
              </a:ext>
            </a:extLst>
          </p:cNvPr>
          <p:cNvCxnSpPr>
            <a:stCxn xmlns:a="http://schemas.openxmlformats.org/drawingml/2006/main" id="12" idx="3"/>
            <a:endCxn xmlns:a="http://schemas.openxmlformats.org/drawingml/2006/main" id="16" idx="1"/>
          </p:cNvCxnSpPr>
          <p:nvPr/>
        </p:nvCxnSpPr>
        <p:spPr>
          <a:xfrm xmlns:a="http://schemas.openxmlformats.org/drawingml/2006/main">
            <a:off x="5905500" y="4181475"/>
            <a:ext cx="381000" cy="0"/>
          </a:xfrm>
          <a:prstGeom xmlns:a="http://schemas.openxmlformats.org/drawingml/2006/main" prst="straightConnector1">
            <a:avLst/>
          </a:prstGeom>
          <a:ln xmlns:a="http://schemas.openxmlformats.org/drawingml/2006/main" w="28575">
            <a:solidFill>
              <a:srgbClr val="087D78"/>
            </a:solidFill>
            <a:prstDash val="solid"/>
            <a:tailEnd type="triangle" w="sm" len="sm"/>
          </a:ln>
        </p:spPr>
      </p:cxnSp>
      <p:cxnSp>
        <p:nvCxnSpPr>
          <p:cNvPr id="24" name="">
            <a:extLst xmlns:a="http://schemas.openxmlformats.org/drawingml/2006/main">
              <a:ext uri="{FF2B5EF4-FFF2-40B4-BE49-F238E27FC236}">
                <a16:creationId xmlns:a16="http://schemas.microsoft.com/office/drawing/2014/main" id="{DAF52084-DE77-4196-BF68-F9AAAB0CC43A}"/>
              </a:ext>
            </a:extLst>
          </p:cNvPr>
          <p:cNvCxnSpPr>
            <a:stCxn xmlns:a="http://schemas.openxmlformats.org/drawingml/2006/main" id="8" idx="3"/>
            <a:endCxn xmlns:a="http://schemas.openxmlformats.org/drawingml/2006/main" id="12" idx="1"/>
          </p:cNvCxnSpPr>
          <p:nvPr/>
        </p:nvCxnSpPr>
        <p:spPr>
          <a:xfrm xmlns:a="http://schemas.openxmlformats.org/drawingml/2006/main">
            <a:off x="3067050" y="4181475"/>
            <a:ext cx="381000" cy="0"/>
          </a:xfrm>
          <a:prstGeom xmlns:a="http://schemas.openxmlformats.org/drawingml/2006/main" prst="straightConnector1">
            <a:avLst/>
          </a:prstGeom>
          <a:ln xmlns:a="http://schemas.openxmlformats.org/drawingml/2006/main" w="28575">
            <a:solidFill>
              <a:srgbClr val="087D78"/>
            </a:solidFill>
            <a:prstDash val="solid"/>
            <a:tailEnd type="triangle" w="sm" len="sm"/>
          </a:ln>
        </p:spPr>
      </p:cxnSp>
      <p:sp>
        <p:nvSpPr>
          <p:cNvPr id="27" name="">
            <a:extLst xmlns:a="http://schemas.openxmlformats.org/drawingml/2006/main">
              <a:ext uri="{FF2B5EF4-FFF2-40B4-BE49-F238E27FC236}">
                <a16:creationId xmlns:a16="http://schemas.microsoft.com/office/drawing/2014/main" id="{97F463B8-637F-4862-A255-A358E6AB1842}"/>
              </a:ext>
            </a:extLst>
          </p:cNvPr>
          <p:cNvSpPr>
            <a:spLocks xmlns:a="http://schemas.openxmlformats.org/drawingml/2006/main" noGrp="1"/>
          </p:cNvSpPr>
          <p:nvPr/>
        </p:nvSpPr>
        <p:spPr>
          <a:xfrm xmlns:a="http://schemas.openxmlformats.org/drawingml/2006/main">
            <a:off x="609600" y="323850"/>
            <a:ext cx="495300" cy="47625"/>
          </a:xfrm>
          <a:prstGeom xmlns:a="http://schemas.openxmlformats.org/drawingml/2006/main" prst="rect">
            <a:avLst/>
          </a:prstGeom>
          <a:solidFill xmlns:a="http://schemas.openxmlformats.org/drawingml/2006/main">
            <a:srgbClr val="D64136"/>
          </a:solidFill>
          <a:ln xmlns:a="http://schemas.openxmlformats.org/drawingml/2006/main" w="0">
            <a:noFill/>
            <a:prstDash val="solid"/>
          </a:ln>
        </p:spPr>
      </p:sp>
      <p:sp>
        <p:nvSpPr>
          <p:cNvPr id="2" name="text-sbxshgc6j9p">
            <a:extLst xmlns:a="http://schemas.openxmlformats.org/drawingml/2006/main">
              <a:ext uri="{FF2B5EF4-FFF2-40B4-BE49-F238E27FC236}">
                <a16:creationId xmlns:a16="http://schemas.microsoft.com/office/drawing/2014/main" id="{E95D33FC-D514-4AFF-88F3-C03F6B7526E3}"/>
              </a:ext>
            </a:extLst>
          </p:cNvPr>
          <p:cNvSpPr>
            <a:spLocks xmlns:a="http://schemas.openxmlformats.org/drawingml/2006/main" noGrp="1"/>
          </p:cNvSpPr>
          <p:nvPr/>
        </p:nvSpPr>
        <p:spPr>
          <a:xfrm xmlns:a="http://schemas.openxmlformats.org/drawingml/2006/main">
            <a:off x="1257300" y="247650"/>
            <a:ext cx="809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50" b="1">
                <a:solidFill>
                  <a:srgbClr val="087D78"/>
                </a:solidFill>
                <a:latin typeface="DejaVu Sans"/>
                <a:ea typeface="DejaVu Sans"/>
                <a:cs typeface="DejaVu Sans"/>
              </a:defRPr>
            </a:defPPr>
            <a:lvl1pPr algn="l">
              <a:defRPr sz="1050" b="1">
                <a:solidFill>
                  <a:srgbClr val="087D78"/>
                </a:solidFill>
                <a:latin typeface="DejaVu Sans"/>
                <a:ea typeface="DejaVu Sans"/>
                <a:cs typeface="DejaVu Sans"/>
              </a:defRPr>
            </a:lvl1pPr>
            <a:lvl2pPr algn="l">
              <a:defRPr sz="1050" b="1">
                <a:solidFill>
                  <a:srgbClr val="087D78"/>
                </a:solidFill>
                <a:latin typeface="DejaVu Sans"/>
                <a:ea typeface="DejaVu Sans"/>
                <a:cs typeface="DejaVu Sans"/>
              </a:defRPr>
            </a:lvl2pPr>
            <a:lvl3pPr algn="l">
              <a:defRPr sz="1050" b="1">
                <a:solidFill>
                  <a:srgbClr val="087D78"/>
                </a:solidFill>
                <a:latin typeface="DejaVu Sans"/>
                <a:ea typeface="DejaVu Sans"/>
                <a:cs typeface="DejaVu Sans"/>
              </a:defRPr>
            </a:lvl3pPr>
            <a:lvl4pPr algn="l">
              <a:defRPr sz="1050" b="1">
                <a:solidFill>
                  <a:srgbClr val="087D78"/>
                </a:solidFill>
                <a:latin typeface="DejaVu Sans"/>
                <a:ea typeface="DejaVu Sans"/>
                <a:cs typeface="DejaVu Sans"/>
              </a:defRPr>
            </a:lvl4pPr>
            <a:lvl5pPr algn="l">
              <a:defRPr sz="1050" b="1">
                <a:solidFill>
                  <a:srgbClr val="087D78"/>
                </a:solidFill>
                <a:latin typeface="DejaVu Sans"/>
                <a:ea typeface="DejaVu Sans"/>
                <a:cs typeface="DejaVu Sans"/>
              </a:defRPr>
            </a:lvl5pPr>
            <a:lvl6pPr algn="l">
              <a:defRPr sz="1050" b="1">
                <a:solidFill>
                  <a:srgbClr val="087D78"/>
                </a:solidFill>
                <a:latin typeface="DejaVu Sans"/>
                <a:ea typeface="DejaVu Sans"/>
                <a:cs typeface="DejaVu Sans"/>
              </a:defRPr>
            </a:lvl6pPr>
            <a:lvl7pPr algn="l">
              <a:defRPr sz="1050" b="1">
                <a:solidFill>
                  <a:srgbClr val="087D78"/>
                </a:solidFill>
                <a:latin typeface="DejaVu Sans"/>
                <a:ea typeface="DejaVu Sans"/>
                <a:cs typeface="DejaVu Sans"/>
              </a:defRPr>
            </a:lvl7pPr>
            <a:lvl8pPr algn="l">
              <a:defRPr sz="1050" b="1">
                <a:solidFill>
                  <a:srgbClr val="087D78"/>
                </a:solidFill>
                <a:latin typeface="DejaVu Sans"/>
                <a:ea typeface="DejaVu Sans"/>
                <a:cs typeface="DejaVu Sans"/>
              </a:defRPr>
            </a:lvl8pPr>
            <a:lvl9pPr algn="l">
              <a:defRPr sz="1050" b="1">
                <a:solidFill>
                  <a:srgbClr val="087D78"/>
                </a:solidFill>
                <a:latin typeface="DejaVu Sans"/>
                <a:ea typeface="DejaVu Sans"/>
                <a:cs typeface="DejaVu Sans"/>
              </a:defRPr>
            </a:lvl9pPr>
          </a:lstStyle>
          <a:p xmlns:a="http://schemas.openxmlformats.org/drawingml/2006/main">
            <a:pPr algn="l">
              <a:lnSpc>
                <a:spcPct val="112000"/>
              </a:lnSpc>
              <a:buNone/>
              <a:defRPr sz="1050" b="1">
                <a:solidFill>
                  <a:srgbClr val="087D78"/>
                </a:solidFill>
                <a:latin typeface="DejaVu Sans"/>
                <a:ea typeface="DejaVu Sans"/>
                <a:cs typeface="DejaVu Sans"/>
              </a:defRPr>
            </a:pPr>
            <a:r>
              <a:rPr sz="1050" b="1">
                <a:solidFill>
                  <a:srgbClr val="087D78"/>
                </a:solidFill>
                <a:latin typeface="DejaVu Sans"/>
                <a:ea typeface="DejaVu Sans"/>
                <a:cs typeface="DejaVu Sans"/>
              </a:rPr>
              <a:t>TECHNOLOGICAL CHINA</a:t>
            </a:r>
          </a:p>
        </p:txBody>
      </p:sp>
      <p:sp>
        <p:nvSpPr>
          <p:cNvPr id="3" name="text-sii1sciuj6">
            <a:extLst xmlns:a="http://schemas.openxmlformats.org/drawingml/2006/main">
              <a:ext uri="{FF2B5EF4-FFF2-40B4-BE49-F238E27FC236}">
                <a16:creationId xmlns:a16="http://schemas.microsoft.com/office/drawing/2014/main" id="{B404806D-9997-48C5-85AE-FF7448335EB5}"/>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700" b="1">
                <a:solidFill>
                  <a:srgbClr val="10242B"/>
                </a:solidFill>
                <a:latin typeface="DejaVu Sans"/>
                <a:ea typeface="DejaVu Sans"/>
                <a:cs typeface="DejaVu Sans"/>
              </a:defRPr>
            </a:defPPr>
            <a:lvl1pPr algn="l">
              <a:defRPr sz="2700" b="1">
                <a:solidFill>
                  <a:srgbClr val="10242B"/>
                </a:solidFill>
                <a:latin typeface="DejaVu Sans"/>
                <a:ea typeface="DejaVu Sans"/>
                <a:cs typeface="DejaVu Sans"/>
              </a:defRPr>
            </a:lvl1pPr>
            <a:lvl2pPr algn="l">
              <a:defRPr sz="2700" b="1">
                <a:solidFill>
                  <a:srgbClr val="10242B"/>
                </a:solidFill>
                <a:latin typeface="DejaVu Sans"/>
                <a:ea typeface="DejaVu Sans"/>
                <a:cs typeface="DejaVu Sans"/>
              </a:defRPr>
            </a:lvl2pPr>
            <a:lvl3pPr algn="l">
              <a:defRPr sz="2700" b="1">
                <a:solidFill>
                  <a:srgbClr val="10242B"/>
                </a:solidFill>
                <a:latin typeface="DejaVu Sans"/>
                <a:ea typeface="DejaVu Sans"/>
                <a:cs typeface="DejaVu Sans"/>
              </a:defRPr>
            </a:lvl3pPr>
            <a:lvl4pPr algn="l">
              <a:defRPr sz="2700" b="1">
                <a:solidFill>
                  <a:srgbClr val="10242B"/>
                </a:solidFill>
                <a:latin typeface="DejaVu Sans"/>
                <a:ea typeface="DejaVu Sans"/>
                <a:cs typeface="DejaVu Sans"/>
              </a:defRPr>
            </a:lvl4pPr>
            <a:lvl5pPr algn="l">
              <a:defRPr sz="2700" b="1">
                <a:solidFill>
                  <a:srgbClr val="10242B"/>
                </a:solidFill>
                <a:latin typeface="DejaVu Sans"/>
                <a:ea typeface="DejaVu Sans"/>
                <a:cs typeface="DejaVu Sans"/>
              </a:defRPr>
            </a:lvl5pPr>
            <a:lvl6pPr algn="l">
              <a:defRPr sz="2700" b="1">
                <a:solidFill>
                  <a:srgbClr val="10242B"/>
                </a:solidFill>
                <a:latin typeface="DejaVu Sans"/>
                <a:ea typeface="DejaVu Sans"/>
                <a:cs typeface="DejaVu Sans"/>
              </a:defRPr>
            </a:lvl6pPr>
            <a:lvl7pPr algn="l">
              <a:defRPr sz="2700" b="1">
                <a:solidFill>
                  <a:srgbClr val="10242B"/>
                </a:solidFill>
                <a:latin typeface="DejaVu Sans"/>
                <a:ea typeface="DejaVu Sans"/>
                <a:cs typeface="DejaVu Sans"/>
              </a:defRPr>
            </a:lvl7pPr>
            <a:lvl8pPr algn="l">
              <a:defRPr sz="2700" b="1">
                <a:solidFill>
                  <a:srgbClr val="10242B"/>
                </a:solidFill>
                <a:latin typeface="DejaVu Sans"/>
                <a:ea typeface="DejaVu Sans"/>
                <a:cs typeface="DejaVu Sans"/>
              </a:defRPr>
            </a:lvl8pPr>
            <a:lvl9pPr algn="l">
              <a:defRPr sz="2700" b="1">
                <a:solidFill>
                  <a:srgbClr val="10242B"/>
                </a:solidFill>
                <a:latin typeface="DejaVu Sans"/>
                <a:ea typeface="DejaVu Sans"/>
                <a:cs typeface="DejaVu Sans"/>
              </a:defRPr>
            </a:lvl9pPr>
          </a:lstStyle>
          <a:p xmlns:a="http://schemas.openxmlformats.org/drawingml/2006/main">
            <a:pPr algn="l">
              <a:lnSpc>
                <a:spcPct val="112000"/>
              </a:lnSpc>
              <a:buNone/>
              <a:defRPr sz="2700" b="1">
                <a:solidFill>
                  <a:srgbClr val="10242B"/>
                </a:solidFill>
                <a:latin typeface="DejaVu Sans"/>
                <a:ea typeface="DejaVu Sans"/>
                <a:cs typeface="DejaVu Sans"/>
              </a:defRPr>
            </a:pPr>
            <a:r>
              <a:rPr sz="2700" b="1">
                <a:solidFill>
                  <a:srgbClr val="10242B"/>
                </a:solidFill>
                <a:latin typeface="DejaVu Sans"/>
                <a:ea typeface="DejaVu Sans"/>
                <a:cs typeface="DejaVu Sans"/>
              </a:rPr>
              <a:t>A tool call separates proposal from execution</a:t>
            </a:r>
          </a:p>
        </p:txBody>
      </p:sp>
      <p:sp>
        <p:nvSpPr>
          <p:cNvPr id="4" name="text-xxackvqzb1a">
            <a:extLst xmlns:a="http://schemas.openxmlformats.org/drawingml/2006/main">
              <a:ext uri="{FF2B5EF4-FFF2-40B4-BE49-F238E27FC236}">
                <a16:creationId xmlns:a16="http://schemas.microsoft.com/office/drawing/2014/main" id="{59CEA429-619B-43C0-8F27-AFBC2FAF0164}"/>
              </a:ext>
            </a:extLst>
          </p:cNvPr>
          <p:cNvSpPr>
            <a:spLocks xmlns:a="http://schemas.openxmlformats.org/drawingml/2006/main" noGrp="1"/>
          </p:cNvSpPr>
          <p:nvPr/>
        </p:nvSpPr>
        <p:spPr>
          <a:xfrm xmlns:a="http://schemas.openxmlformats.org/drawingml/2006/main">
            <a:off x="609600" y="1857375"/>
            <a:ext cx="109728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577078"/>
                </a:solidFill>
                <a:latin typeface="DejaVu Sans"/>
                <a:ea typeface="DejaVu Sans"/>
                <a:cs typeface="DejaVu Sans"/>
              </a:defRPr>
            </a:defPPr>
            <a:lvl1pPr algn="l">
              <a:defRPr sz="1575" b="0">
                <a:solidFill>
                  <a:srgbClr val="577078"/>
                </a:solidFill>
                <a:latin typeface="DejaVu Sans"/>
                <a:ea typeface="DejaVu Sans"/>
                <a:cs typeface="DejaVu Sans"/>
              </a:defRPr>
            </a:lvl1pPr>
            <a:lvl2pPr algn="l">
              <a:defRPr sz="1575" b="0">
                <a:solidFill>
                  <a:srgbClr val="577078"/>
                </a:solidFill>
                <a:latin typeface="DejaVu Sans"/>
                <a:ea typeface="DejaVu Sans"/>
                <a:cs typeface="DejaVu Sans"/>
              </a:defRPr>
            </a:lvl2pPr>
            <a:lvl3pPr algn="l">
              <a:defRPr sz="1575" b="0">
                <a:solidFill>
                  <a:srgbClr val="577078"/>
                </a:solidFill>
                <a:latin typeface="DejaVu Sans"/>
                <a:ea typeface="DejaVu Sans"/>
                <a:cs typeface="DejaVu Sans"/>
              </a:defRPr>
            </a:lvl3pPr>
            <a:lvl4pPr algn="l">
              <a:defRPr sz="1575" b="0">
                <a:solidFill>
                  <a:srgbClr val="577078"/>
                </a:solidFill>
                <a:latin typeface="DejaVu Sans"/>
                <a:ea typeface="DejaVu Sans"/>
                <a:cs typeface="DejaVu Sans"/>
              </a:defRPr>
            </a:lvl4pPr>
            <a:lvl5pPr algn="l">
              <a:defRPr sz="1575" b="0">
                <a:solidFill>
                  <a:srgbClr val="577078"/>
                </a:solidFill>
                <a:latin typeface="DejaVu Sans"/>
                <a:ea typeface="DejaVu Sans"/>
                <a:cs typeface="DejaVu Sans"/>
              </a:defRPr>
            </a:lvl5pPr>
            <a:lvl6pPr algn="l">
              <a:defRPr sz="1575" b="0">
                <a:solidFill>
                  <a:srgbClr val="577078"/>
                </a:solidFill>
                <a:latin typeface="DejaVu Sans"/>
                <a:ea typeface="DejaVu Sans"/>
                <a:cs typeface="DejaVu Sans"/>
              </a:defRPr>
            </a:lvl6pPr>
            <a:lvl7pPr algn="l">
              <a:defRPr sz="1575" b="0">
                <a:solidFill>
                  <a:srgbClr val="577078"/>
                </a:solidFill>
                <a:latin typeface="DejaVu Sans"/>
                <a:ea typeface="DejaVu Sans"/>
                <a:cs typeface="DejaVu Sans"/>
              </a:defRPr>
            </a:lvl7pPr>
            <a:lvl8pPr algn="l">
              <a:defRPr sz="1575" b="0">
                <a:solidFill>
                  <a:srgbClr val="577078"/>
                </a:solidFill>
                <a:latin typeface="DejaVu Sans"/>
                <a:ea typeface="DejaVu Sans"/>
                <a:cs typeface="DejaVu Sans"/>
              </a:defRPr>
            </a:lvl8pPr>
            <a:lvl9pPr algn="l">
              <a:defRPr sz="1575" b="0">
                <a:solidFill>
                  <a:srgbClr val="577078"/>
                </a:solidFill>
                <a:latin typeface="DejaVu Sans"/>
                <a:ea typeface="DejaVu Sans"/>
                <a:cs typeface="DejaVu Sans"/>
              </a:defRPr>
            </a:lvl9pPr>
          </a:lstStyle>
          <a:p xmlns:a="http://schemas.openxmlformats.org/drawingml/2006/main">
            <a:pPr algn="l">
              <a:lnSpc>
                <a:spcPct val="112000"/>
              </a:lnSpc>
              <a:buNone/>
              <a:defRPr sz="1575" b="0">
                <a:solidFill>
                  <a:srgbClr val="577078"/>
                </a:solidFill>
                <a:latin typeface="DejaVu Sans"/>
                <a:ea typeface="DejaVu Sans"/>
                <a:cs typeface="DejaVu Sans"/>
              </a:defRPr>
            </a:pPr>
            <a:r>
              <a:rPr sz="1575" b="0">
                <a:solidFill>
                  <a:srgbClr val="577078"/>
                </a:solidFill>
                <a:latin typeface="DejaVu Sans"/>
                <a:ea typeface="DejaVu Sans"/>
                <a:cs typeface="DejaVu Sans"/>
              </a:rPr>
              <a:t>The model generates arguments; the application validates and executes.</a:t>
            </a:r>
          </a:p>
        </p:txBody>
      </p:sp>
      <p:sp>
        <p:nvSpPr>
          <p:cNvPr id="5" name="">
            <a:extLst xmlns:a="http://schemas.openxmlformats.org/drawingml/2006/main">
              <a:ext uri="{FF2B5EF4-FFF2-40B4-BE49-F238E27FC236}">
                <a16:creationId xmlns:a16="http://schemas.microsoft.com/office/drawing/2014/main" id="{148C4BCE-5CD1-42A1-B057-0D5BE0C6CB1B}"/>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CCD8D6"/>
          </a:solidFill>
          <a:ln xmlns:a="http://schemas.openxmlformats.org/drawingml/2006/main" w="0">
            <a:noFill/>
            <a:prstDash val="solid"/>
          </a:ln>
        </p:spPr>
      </p:sp>
      <p:sp>
        <p:nvSpPr>
          <p:cNvPr id="6" name="text-j3gj84lx98">
            <a:extLst xmlns:a="http://schemas.openxmlformats.org/drawingml/2006/main">
              <a:ext uri="{FF2B5EF4-FFF2-40B4-BE49-F238E27FC236}">
                <a16:creationId xmlns:a16="http://schemas.microsoft.com/office/drawing/2014/main" id="{555E119A-1D6B-45C9-90D2-A12961A5D56F}"/>
              </a:ext>
            </a:extLst>
          </p:cNvPr>
          <p:cNvSpPr>
            <a:spLocks xmlns:a="http://schemas.openxmlformats.org/drawingml/2006/main" noGrp="1"/>
          </p:cNvSpPr>
          <p:nvPr/>
        </p:nvSpPr>
        <p:spPr>
          <a:xfrm xmlns:a="http://schemas.openxmlformats.org/drawingml/2006/main">
            <a:off x="609600" y="6362700"/>
            <a:ext cx="971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975" b="0">
                <a:solidFill>
                  <a:srgbClr val="577078"/>
                </a:solidFill>
                <a:latin typeface="DejaVu Sans"/>
                <a:ea typeface="DejaVu Sans"/>
                <a:cs typeface="DejaVu Sans"/>
              </a:defRPr>
            </a:defPPr>
            <a:lvl1pPr algn="l">
              <a:defRPr sz="975" b="0">
                <a:solidFill>
                  <a:srgbClr val="577078"/>
                </a:solidFill>
                <a:latin typeface="DejaVu Sans"/>
                <a:ea typeface="DejaVu Sans"/>
                <a:cs typeface="DejaVu Sans"/>
              </a:defRPr>
            </a:lvl1pPr>
            <a:lvl2pPr algn="l">
              <a:defRPr sz="975" b="0">
                <a:solidFill>
                  <a:srgbClr val="577078"/>
                </a:solidFill>
                <a:latin typeface="DejaVu Sans"/>
                <a:ea typeface="DejaVu Sans"/>
                <a:cs typeface="DejaVu Sans"/>
              </a:defRPr>
            </a:lvl2pPr>
            <a:lvl3pPr algn="l">
              <a:defRPr sz="975" b="0">
                <a:solidFill>
                  <a:srgbClr val="577078"/>
                </a:solidFill>
                <a:latin typeface="DejaVu Sans"/>
                <a:ea typeface="DejaVu Sans"/>
                <a:cs typeface="DejaVu Sans"/>
              </a:defRPr>
            </a:lvl3pPr>
            <a:lvl4pPr algn="l">
              <a:defRPr sz="975" b="0">
                <a:solidFill>
                  <a:srgbClr val="577078"/>
                </a:solidFill>
                <a:latin typeface="DejaVu Sans"/>
                <a:ea typeface="DejaVu Sans"/>
                <a:cs typeface="DejaVu Sans"/>
              </a:defRPr>
            </a:lvl4pPr>
            <a:lvl5pPr algn="l">
              <a:defRPr sz="975" b="0">
                <a:solidFill>
                  <a:srgbClr val="577078"/>
                </a:solidFill>
                <a:latin typeface="DejaVu Sans"/>
                <a:ea typeface="DejaVu Sans"/>
                <a:cs typeface="DejaVu Sans"/>
              </a:defRPr>
            </a:lvl5pPr>
            <a:lvl6pPr algn="l">
              <a:defRPr sz="975" b="0">
                <a:solidFill>
                  <a:srgbClr val="577078"/>
                </a:solidFill>
                <a:latin typeface="DejaVu Sans"/>
                <a:ea typeface="DejaVu Sans"/>
                <a:cs typeface="DejaVu Sans"/>
              </a:defRPr>
            </a:lvl6pPr>
            <a:lvl7pPr algn="l">
              <a:defRPr sz="975" b="0">
                <a:solidFill>
                  <a:srgbClr val="577078"/>
                </a:solidFill>
                <a:latin typeface="DejaVu Sans"/>
                <a:ea typeface="DejaVu Sans"/>
                <a:cs typeface="DejaVu Sans"/>
              </a:defRPr>
            </a:lvl7pPr>
            <a:lvl8pPr algn="l">
              <a:defRPr sz="975" b="0">
                <a:solidFill>
                  <a:srgbClr val="577078"/>
                </a:solidFill>
                <a:latin typeface="DejaVu Sans"/>
                <a:ea typeface="DejaVu Sans"/>
                <a:cs typeface="DejaVu Sans"/>
              </a:defRPr>
            </a:lvl8pPr>
            <a:lvl9pPr algn="l">
              <a:defRPr sz="975" b="0">
                <a:solidFill>
                  <a:srgbClr val="577078"/>
                </a:solidFill>
                <a:latin typeface="DejaVu Sans"/>
                <a:ea typeface="DejaVu Sans"/>
                <a:cs typeface="DejaVu Sans"/>
              </a:defRPr>
            </a:lvl9pPr>
          </a:lstStyle>
          <a:p xmlns:a="http://schemas.openxmlformats.org/drawingml/2006/main">
            <a:pPr algn="l">
              <a:lnSpc>
                <a:spcPct val="112000"/>
              </a:lnSpc>
              <a:buNone/>
              <a:defRPr sz="975" b="0">
                <a:solidFill>
                  <a:srgbClr val="577078"/>
                </a:solidFill>
                <a:latin typeface="DejaVu Sans"/>
                <a:ea typeface="DejaVu Sans"/>
                <a:cs typeface="DejaVu Sans"/>
              </a:defRPr>
            </a:pPr>
            <a:r>
              <a:rPr sz="975" b="0">
                <a:solidFill>
                  <a:srgbClr val="577078"/>
                </a:solidFill>
                <a:latin typeface="DejaVu Sans"/>
                <a:ea typeface="DejaVu Sans"/>
                <a:cs typeface="DejaVu Sans"/>
              </a:rPr>
              <a:t>Sergio Gevatschnaider  ·  Qwen</a:t>
            </a:r>
          </a:p>
        </p:txBody>
      </p:sp>
      <p:sp>
        <p:nvSpPr>
          <p:cNvPr id="7" name="text-8oft5rcswl">
            <a:extLst xmlns:a="http://schemas.openxmlformats.org/drawingml/2006/main">
              <a:ext uri="{FF2B5EF4-FFF2-40B4-BE49-F238E27FC236}">
                <a16:creationId xmlns:a16="http://schemas.microsoft.com/office/drawing/2014/main" id="{B8CEFCD0-35AF-47AE-B913-017646340801}"/>
              </a:ext>
            </a:extLst>
          </p:cNvPr>
          <p:cNvSpPr>
            <a:spLocks xmlns:a="http://schemas.openxmlformats.org/drawingml/2006/main" noGrp="1"/>
          </p:cNvSpPr>
          <p:nvPr/>
        </p:nvSpPr>
        <p:spPr>
          <a:xfrm xmlns:a="http://schemas.openxmlformats.org/drawingml/2006/main">
            <a:off x="10934700" y="6296025"/>
            <a:ext cx="6477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725" b="1">
                <a:solidFill>
                  <a:srgbClr val="087D78"/>
                </a:solidFill>
                <a:latin typeface="DejaVu Sans"/>
                <a:ea typeface="DejaVu Sans"/>
                <a:cs typeface="DejaVu Sans"/>
              </a:defRPr>
            </a:defPPr>
            <a:lvl1pPr algn="r">
              <a:defRPr sz="1725" b="1">
                <a:solidFill>
                  <a:srgbClr val="087D78"/>
                </a:solidFill>
                <a:latin typeface="DejaVu Sans"/>
                <a:ea typeface="DejaVu Sans"/>
                <a:cs typeface="DejaVu Sans"/>
              </a:defRPr>
            </a:lvl1pPr>
            <a:lvl2pPr algn="r">
              <a:defRPr sz="1725" b="1">
                <a:solidFill>
                  <a:srgbClr val="087D78"/>
                </a:solidFill>
                <a:latin typeface="DejaVu Sans"/>
                <a:ea typeface="DejaVu Sans"/>
                <a:cs typeface="DejaVu Sans"/>
              </a:defRPr>
            </a:lvl2pPr>
            <a:lvl3pPr algn="r">
              <a:defRPr sz="1725" b="1">
                <a:solidFill>
                  <a:srgbClr val="087D78"/>
                </a:solidFill>
                <a:latin typeface="DejaVu Sans"/>
                <a:ea typeface="DejaVu Sans"/>
                <a:cs typeface="DejaVu Sans"/>
              </a:defRPr>
            </a:lvl3pPr>
            <a:lvl4pPr algn="r">
              <a:defRPr sz="1725" b="1">
                <a:solidFill>
                  <a:srgbClr val="087D78"/>
                </a:solidFill>
                <a:latin typeface="DejaVu Sans"/>
                <a:ea typeface="DejaVu Sans"/>
                <a:cs typeface="DejaVu Sans"/>
              </a:defRPr>
            </a:lvl4pPr>
            <a:lvl5pPr algn="r">
              <a:defRPr sz="1725" b="1">
                <a:solidFill>
                  <a:srgbClr val="087D78"/>
                </a:solidFill>
                <a:latin typeface="DejaVu Sans"/>
                <a:ea typeface="DejaVu Sans"/>
                <a:cs typeface="DejaVu Sans"/>
              </a:defRPr>
            </a:lvl5pPr>
            <a:lvl6pPr algn="r">
              <a:defRPr sz="1725" b="1">
                <a:solidFill>
                  <a:srgbClr val="087D78"/>
                </a:solidFill>
                <a:latin typeface="DejaVu Sans"/>
                <a:ea typeface="DejaVu Sans"/>
                <a:cs typeface="DejaVu Sans"/>
              </a:defRPr>
            </a:lvl6pPr>
            <a:lvl7pPr algn="r">
              <a:defRPr sz="1725" b="1">
                <a:solidFill>
                  <a:srgbClr val="087D78"/>
                </a:solidFill>
                <a:latin typeface="DejaVu Sans"/>
                <a:ea typeface="DejaVu Sans"/>
                <a:cs typeface="DejaVu Sans"/>
              </a:defRPr>
            </a:lvl7pPr>
            <a:lvl8pPr algn="r">
              <a:defRPr sz="1725" b="1">
                <a:solidFill>
                  <a:srgbClr val="087D78"/>
                </a:solidFill>
                <a:latin typeface="DejaVu Sans"/>
                <a:ea typeface="DejaVu Sans"/>
                <a:cs typeface="DejaVu Sans"/>
              </a:defRPr>
            </a:lvl8pPr>
            <a:lvl9pPr algn="r">
              <a:defRPr sz="1725" b="1">
                <a:solidFill>
                  <a:srgbClr val="087D78"/>
                </a:solidFill>
                <a:latin typeface="DejaVu Sans"/>
                <a:ea typeface="DejaVu Sans"/>
                <a:cs typeface="DejaVu Sans"/>
              </a:defRPr>
            </a:lvl9pPr>
          </a:lstStyle>
          <a:p xmlns:a="http://schemas.openxmlformats.org/drawingml/2006/main">
            <a:pPr algn="r">
              <a:lnSpc>
                <a:spcPct val="112000"/>
              </a:lnSpc>
              <a:buNone/>
              <a:defRPr sz="1725" b="1">
                <a:solidFill>
                  <a:srgbClr val="087D78"/>
                </a:solidFill>
                <a:latin typeface="DejaVu Sans"/>
                <a:ea typeface="DejaVu Sans"/>
                <a:cs typeface="DejaVu Sans"/>
              </a:defRPr>
            </a:pPr>
            <a:r>
              <a:rPr sz="1725" b="1">
                <a:solidFill>
                  <a:srgbClr val="087D78"/>
                </a:solidFill>
                <a:latin typeface="DejaVu Sans"/>
                <a:ea typeface="DejaVu Sans"/>
                <a:cs typeface="DejaVu Sans"/>
              </a:rPr>
              <a:t>10</a:t>
            </a:r>
          </a:p>
        </p:txBody>
      </p:sp>
      <p:sp>
        <p:nvSpPr>
          <p:cNvPr id="8" name="">
            <a:extLst xmlns:a="http://schemas.openxmlformats.org/drawingml/2006/main">
              <a:ext uri="{FF2B5EF4-FFF2-40B4-BE49-F238E27FC236}">
                <a16:creationId xmlns:a16="http://schemas.microsoft.com/office/drawing/2014/main" id="{A2C97A65-7ED1-419B-A175-EA6AADBBE5E2}"/>
              </a:ext>
            </a:extLst>
          </p:cNvPr>
          <p:cNvSpPr>
            <a:spLocks xmlns:a="http://schemas.openxmlformats.org/drawingml/2006/main" noGrp="1"/>
          </p:cNvSpPr>
          <p:nvPr/>
        </p:nvSpPr>
        <p:spPr>
          <a:xfrm xmlns:a="http://schemas.openxmlformats.org/drawingml/2006/main">
            <a:off x="609600" y="2800350"/>
            <a:ext cx="2457450" cy="2762250"/>
          </a:xfrm>
          <a:prstGeom xmlns:a="http://schemas.openxmlformats.org/drawingml/2006/main" prst="rect">
            <a:avLst/>
          </a:prstGeom>
          <a:solidFill xmlns:a="http://schemas.openxmlformats.org/drawingml/2006/main">
            <a:srgbClr val="FFFDFA"/>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7A40FCA3-1A7C-4274-AD60-018EA9594534}"/>
              </a:ext>
            </a:extLst>
          </p:cNvPr>
          <p:cNvSpPr>
            <a:spLocks xmlns:a="http://schemas.openxmlformats.org/drawingml/2006/main" noGrp="1"/>
          </p:cNvSpPr>
          <p:nvPr/>
        </p:nvSpPr>
        <p:spPr>
          <a:xfrm xmlns:a="http://schemas.openxmlformats.org/drawingml/2006/main">
            <a:off x="609600" y="2800350"/>
            <a:ext cx="38100" cy="2762250"/>
          </a:xfrm>
          <a:prstGeom xmlns:a="http://schemas.openxmlformats.org/drawingml/2006/main" prst="rect">
            <a:avLst/>
          </a:prstGeom>
          <a:solidFill xmlns:a="http://schemas.openxmlformats.org/drawingml/2006/main">
            <a:srgbClr val="087D78"/>
          </a:solidFill>
          <a:ln xmlns:a="http://schemas.openxmlformats.org/drawingml/2006/main" w="0">
            <a:noFill/>
            <a:prstDash val="solid"/>
          </a:ln>
        </p:spPr>
      </p:sp>
      <p:sp>
        <p:nvSpPr>
          <p:cNvPr id="10" name="text-yomrtkypv9">
            <a:extLst xmlns:a="http://schemas.openxmlformats.org/drawingml/2006/main">
              <a:ext uri="{FF2B5EF4-FFF2-40B4-BE49-F238E27FC236}">
                <a16:creationId xmlns:a16="http://schemas.microsoft.com/office/drawing/2014/main" id="{373845E9-A7D4-451E-A41F-54C49CEEEA3F}"/>
              </a:ext>
            </a:extLst>
          </p:cNvPr>
          <p:cNvSpPr>
            <a:spLocks xmlns:a="http://schemas.openxmlformats.org/drawingml/2006/main" noGrp="1"/>
          </p:cNvSpPr>
          <p:nvPr/>
        </p:nvSpPr>
        <p:spPr>
          <a:xfrm xmlns:a="http://schemas.openxmlformats.org/drawingml/2006/main">
            <a:off x="819150" y="2971800"/>
            <a:ext cx="20383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1">
                <a:solidFill>
                  <a:srgbClr val="10242B"/>
                </a:solidFill>
                <a:latin typeface="DejaVu Sans"/>
                <a:ea typeface="DejaVu Sans"/>
                <a:cs typeface="DejaVu Sans"/>
              </a:defRPr>
            </a:defPPr>
            <a:lvl1pPr algn="l">
              <a:defRPr sz="1800" b="1">
                <a:solidFill>
                  <a:srgbClr val="10242B"/>
                </a:solidFill>
                <a:latin typeface="DejaVu Sans"/>
                <a:ea typeface="DejaVu Sans"/>
                <a:cs typeface="DejaVu Sans"/>
              </a:defRPr>
            </a:lvl1pPr>
            <a:lvl2pPr algn="l">
              <a:defRPr sz="1800" b="1">
                <a:solidFill>
                  <a:srgbClr val="10242B"/>
                </a:solidFill>
                <a:latin typeface="DejaVu Sans"/>
                <a:ea typeface="DejaVu Sans"/>
                <a:cs typeface="DejaVu Sans"/>
              </a:defRPr>
            </a:lvl2pPr>
            <a:lvl3pPr algn="l">
              <a:defRPr sz="1800" b="1">
                <a:solidFill>
                  <a:srgbClr val="10242B"/>
                </a:solidFill>
                <a:latin typeface="DejaVu Sans"/>
                <a:ea typeface="DejaVu Sans"/>
                <a:cs typeface="DejaVu Sans"/>
              </a:defRPr>
            </a:lvl3pPr>
            <a:lvl4pPr algn="l">
              <a:defRPr sz="1800" b="1">
                <a:solidFill>
                  <a:srgbClr val="10242B"/>
                </a:solidFill>
                <a:latin typeface="DejaVu Sans"/>
                <a:ea typeface="DejaVu Sans"/>
                <a:cs typeface="DejaVu Sans"/>
              </a:defRPr>
            </a:lvl4pPr>
            <a:lvl5pPr algn="l">
              <a:defRPr sz="1800" b="1">
                <a:solidFill>
                  <a:srgbClr val="10242B"/>
                </a:solidFill>
                <a:latin typeface="DejaVu Sans"/>
                <a:ea typeface="DejaVu Sans"/>
                <a:cs typeface="DejaVu Sans"/>
              </a:defRPr>
            </a:lvl5pPr>
            <a:lvl6pPr algn="l">
              <a:defRPr sz="1800" b="1">
                <a:solidFill>
                  <a:srgbClr val="10242B"/>
                </a:solidFill>
                <a:latin typeface="DejaVu Sans"/>
                <a:ea typeface="DejaVu Sans"/>
                <a:cs typeface="DejaVu Sans"/>
              </a:defRPr>
            </a:lvl6pPr>
            <a:lvl7pPr algn="l">
              <a:defRPr sz="1800" b="1">
                <a:solidFill>
                  <a:srgbClr val="10242B"/>
                </a:solidFill>
                <a:latin typeface="DejaVu Sans"/>
                <a:ea typeface="DejaVu Sans"/>
                <a:cs typeface="DejaVu Sans"/>
              </a:defRPr>
            </a:lvl7pPr>
            <a:lvl8pPr algn="l">
              <a:defRPr sz="1800" b="1">
                <a:solidFill>
                  <a:srgbClr val="10242B"/>
                </a:solidFill>
                <a:latin typeface="DejaVu Sans"/>
                <a:ea typeface="DejaVu Sans"/>
                <a:cs typeface="DejaVu Sans"/>
              </a:defRPr>
            </a:lvl8pPr>
            <a:lvl9pPr algn="l">
              <a:defRPr sz="1800" b="1">
                <a:solidFill>
                  <a:srgbClr val="10242B"/>
                </a:solidFill>
                <a:latin typeface="DejaVu Sans"/>
                <a:ea typeface="DejaVu Sans"/>
                <a:cs typeface="DejaVu Sans"/>
              </a:defRPr>
            </a:lvl9pPr>
          </a:lstStyle>
          <a:p xmlns:a="http://schemas.openxmlformats.org/drawingml/2006/main">
            <a:pPr algn="l">
              <a:lnSpc>
                <a:spcPct val="112000"/>
              </a:lnSpc>
              <a:buNone/>
              <a:defRPr sz="1800" b="1">
                <a:solidFill>
                  <a:srgbClr val="10242B"/>
                </a:solidFill>
                <a:latin typeface="DejaVu Sans"/>
                <a:ea typeface="DejaVu Sans"/>
                <a:cs typeface="DejaVu Sans"/>
              </a:defRPr>
            </a:pPr>
            <a:r>
              <a:rPr sz="1800" b="1">
                <a:solidFill>
                  <a:srgbClr val="10242B"/>
                </a:solidFill>
                <a:latin typeface="DejaVu Sans"/>
                <a:ea typeface="DejaVu Sans"/>
                <a:cs typeface="DejaVu Sans"/>
              </a:rPr>
              <a:t>1 · Request</a:t>
            </a:r>
          </a:p>
        </p:txBody>
      </p:sp>
      <p:sp>
        <p:nvSpPr>
          <p:cNvPr id="11" name="text-czfad6gcv67">
            <a:extLst xmlns:a="http://schemas.openxmlformats.org/drawingml/2006/main">
              <a:ext uri="{FF2B5EF4-FFF2-40B4-BE49-F238E27FC236}">
                <a16:creationId xmlns:a16="http://schemas.microsoft.com/office/drawing/2014/main" id="{227A145A-9840-486A-BBF8-562402AAD96B}"/>
              </a:ext>
            </a:extLst>
          </p:cNvPr>
          <p:cNvSpPr>
            <a:spLocks xmlns:a="http://schemas.openxmlformats.org/drawingml/2006/main" noGrp="1"/>
          </p:cNvSpPr>
          <p:nvPr/>
        </p:nvSpPr>
        <p:spPr>
          <a:xfrm xmlns:a="http://schemas.openxmlformats.org/drawingml/2006/main">
            <a:off x="819150" y="3590925"/>
            <a:ext cx="2038350" cy="1885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577078"/>
                </a:solidFill>
                <a:latin typeface="DejaVu Sans"/>
                <a:ea typeface="DejaVu Sans"/>
                <a:cs typeface="DejaVu Sans"/>
              </a:defRPr>
            </a:defPPr>
            <a:lvl1pPr algn="l">
              <a:defRPr sz="1650" b="0">
                <a:solidFill>
                  <a:srgbClr val="577078"/>
                </a:solidFill>
                <a:latin typeface="DejaVu Sans"/>
                <a:ea typeface="DejaVu Sans"/>
                <a:cs typeface="DejaVu Sans"/>
              </a:defRPr>
            </a:lvl1pPr>
            <a:lvl2pPr algn="l">
              <a:defRPr sz="1650" b="0">
                <a:solidFill>
                  <a:srgbClr val="577078"/>
                </a:solidFill>
                <a:latin typeface="DejaVu Sans"/>
                <a:ea typeface="DejaVu Sans"/>
                <a:cs typeface="DejaVu Sans"/>
              </a:defRPr>
            </a:lvl2pPr>
            <a:lvl3pPr algn="l">
              <a:defRPr sz="1650" b="0">
                <a:solidFill>
                  <a:srgbClr val="577078"/>
                </a:solidFill>
                <a:latin typeface="DejaVu Sans"/>
                <a:ea typeface="DejaVu Sans"/>
                <a:cs typeface="DejaVu Sans"/>
              </a:defRPr>
            </a:lvl3pPr>
            <a:lvl4pPr algn="l">
              <a:defRPr sz="1650" b="0">
                <a:solidFill>
                  <a:srgbClr val="577078"/>
                </a:solidFill>
                <a:latin typeface="DejaVu Sans"/>
                <a:ea typeface="DejaVu Sans"/>
                <a:cs typeface="DejaVu Sans"/>
              </a:defRPr>
            </a:lvl4pPr>
            <a:lvl5pPr algn="l">
              <a:defRPr sz="1650" b="0">
                <a:solidFill>
                  <a:srgbClr val="577078"/>
                </a:solidFill>
                <a:latin typeface="DejaVu Sans"/>
                <a:ea typeface="DejaVu Sans"/>
                <a:cs typeface="DejaVu Sans"/>
              </a:defRPr>
            </a:lvl5pPr>
            <a:lvl6pPr algn="l">
              <a:defRPr sz="1650" b="0">
                <a:solidFill>
                  <a:srgbClr val="577078"/>
                </a:solidFill>
                <a:latin typeface="DejaVu Sans"/>
                <a:ea typeface="DejaVu Sans"/>
                <a:cs typeface="DejaVu Sans"/>
              </a:defRPr>
            </a:lvl6pPr>
            <a:lvl7pPr algn="l">
              <a:defRPr sz="1650" b="0">
                <a:solidFill>
                  <a:srgbClr val="577078"/>
                </a:solidFill>
                <a:latin typeface="DejaVu Sans"/>
                <a:ea typeface="DejaVu Sans"/>
                <a:cs typeface="DejaVu Sans"/>
              </a:defRPr>
            </a:lvl7pPr>
            <a:lvl8pPr algn="l">
              <a:defRPr sz="1650" b="0">
                <a:solidFill>
                  <a:srgbClr val="577078"/>
                </a:solidFill>
                <a:latin typeface="DejaVu Sans"/>
                <a:ea typeface="DejaVu Sans"/>
                <a:cs typeface="DejaVu Sans"/>
              </a:defRPr>
            </a:lvl8pPr>
            <a:lvl9pPr algn="l">
              <a:defRPr sz="1650" b="0">
                <a:solidFill>
                  <a:srgbClr val="577078"/>
                </a:solidFill>
                <a:latin typeface="DejaVu Sans"/>
                <a:ea typeface="DejaVu Sans"/>
                <a:cs typeface="DejaVu Sans"/>
              </a:defRPr>
            </a:lvl9pPr>
          </a:lstStyle>
          <a:p xmlns:a="http://schemas.openxmlformats.org/drawingml/2006/main">
            <a:pPr algn="l">
              <a:lnSpc>
                <a:spcPct val="112000"/>
              </a:lnSpc>
              <a:buNone/>
              <a:defRPr sz="1650" b="0">
                <a:solidFill>
                  <a:srgbClr val="577078"/>
                </a:solidFill>
                <a:latin typeface="DejaVu Sans"/>
                <a:ea typeface="DejaVu Sans"/>
                <a:cs typeface="DejaVu Sans"/>
              </a:defRPr>
            </a:pPr>
            <a:r>
              <a:rPr sz="1650" b="0">
                <a:solidFill>
                  <a:srgbClr val="577078"/>
                </a:solidFill>
                <a:latin typeface="DejaVu Sans"/>
                <a:ea typeface="DejaVu Sans"/>
                <a:cs typeface="DejaVu Sans"/>
              </a:rPr>
              <a:t>The model requests a product specification.</a:t>
            </a:r>
          </a:p>
        </p:txBody>
      </p:sp>
      <p:sp>
        <p:nvSpPr>
          <p:cNvPr id="12" name="">
            <a:extLst xmlns:a="http://schemas.openxmlformats.org/drawingml/2006/main">
              <a:ext uri="{FF2B5EF4-FFF2-40B4-BE49-F238E27FC236}">
                <a16:creationId xmlns:a16="http://schemas.microsoft.com/office/drawing/2014/main" id="{D9A5C383-0CB6-4C8B-86E9-500CAD18B21A}"/>
              </a:ext>
            </a:extLst>
          </p:cNvPr>
          <p:cNvSpPr>
            <a:spLocks xmlns:a="http://schemas.openxmlformats.org/drawingml/2006/main" noGrp="1"/>
          </p:cNvSpPr>
          <p:nvPr/>
        </p:nvSpPr>
        <p:spPr>
          <a:xfrm xmlns:a="http://schemas.openxmlformats.org/drawingml/2006/main">
            <a:off x="3448050" y="2800350"/>
            <a:ext cx="2457450" cy="2762250"/>
          </a:xfrm>
          <a:prstGeom xmlns:a="http://schemas.openxmlformats.org/drawingml/2006/main" prst="rect">
            <a:avLst/>
          </a:prstGeom>
          <a:solidFill xmlns:a="http://schemas.openxmlformats.org/drawingml/2006/main">
            <a:srgbClr val="FFFDFA"/>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C0472D73-BDC0-4BF2-8260-1EAC18AA908C}"/>
              </a:ext>
            </a:extLst>
          </p:cNvPr>
          <p:cNvSpPr>
            <a:spLocks xmlns:a="http://schemas.openxmlformats.org/drawingml/2006/main" noGrp="1"/>
          </p:cNvSpPr>
          <p:nvPr/>
        </p:nvSpPr>
        <p:spPr>
          <a:xfrm xmlns:a="http://schemas.openxmlformats.org/drawingml/2006/main">
            <a:off x="3448050" y="2800350"/>
            <a:ext cx="38100" cy="2762250"/>
          </a:xfrm>
          <a:prstGeom xmlns:a="http://schemas.openxmlformats.org/drawingml/2006/main" prst="rect">
            <a:avLst/>
          </a:prstGeom>
          <a:solidFill xmlns:a="http://schemas.openxmlformats.org/drawingml/2006/main">
            <a:srgbClr val="D64136"/>
          </a:solidFill>
          <a:ln xmlns:a="http://schemas.openxmlformats.org/drawingml/2006/main" w="0">
            <a:noFill/>
            <a:prstDash val="solid"/>
          </a:ln>
        </p:spPr>
      </p:sp>
      <p:sp>
        <p:nvSpPr>
          <p:cNvPr id="14" name="text-d12d8m0p0l6">
            <a:extLst xmlns:a="http://schemas.openxmlformats.org/drawingml/2006/main">
              <a:ext uri="{FF2B5EF4-FFF2-40B4-BE49-F238E27FC236}">
                <a16:creationId xmlns:a16="http://schemas.microsoft.com/office/drawing/2014/main" id="{4C0B29FD-ABAA-49C4-96DC-D6A27563BDCD}"/>
              </a:ext>
            </a:extLst>
          </p:cNvPr>
          <p:cNvSpPr>
            <a:spLocks xmlns:a="http://schemas.openxmlformats.org/drawingml/2006/main" noGrp="1"/>
          </p:cNvSpPr>
          <p:nvPr/>
        </p:nvSpPr>
        <p:spPr>
          <a:xfrm xmlns:a="http://schemas.openxmlformats.org/drawingml/2006/main">
            <a:off x="3657600" y="2971800"/>
            <a:ext cx="20383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1">
                <a:solidFill>
                  <a:srgbClr val="10242B"/>
                </a:solidFill>
                <a:latin typeface="DejaVu Sans"/>
                <a:ea typeface="DejaVu Sans"/>
                <a:cs typeface="DejaVu Sans"/>
              </a:defRPr>
            </a:defPPr>
            <a:lvl1pPr algn="l">
              <a:defRPr sz="1800" b="1">
                <a:solidFill>
                  <a:srgbClr val="10242B"/>
                </a:solidFill>
                <a:latin typeface="DejaVu Sans"/>
                <a:ea typeface="DejaVu Sans"/>
                <a:cs typeface="DejaVu Sans"/>
              </a:defRPr>
            </a:lvl1pPr>
            <a:lvl2pPr algn="l">
              <a:defRPr sz="1800" b="1">
                <a:solidFill>
                  <a:srgbClr val="10242B"/>
                </a:solidFill>
                <a:latin typeface="DejaVu Sans"/>
                <a:ea typeface="DejaVu Sans"/>
                <a:cs typeface="DejaVu Sans"/>
              </a:defRPr>
            </a:lvl2pPr>
            <a:lvl3pPr algn="l">
              <a:defRPr sz="1800" b="1">
                <a:solidFill>
                  <a:srgbClr val="10242B"/>
                </a:solidFill>
                <a:latin typeface="DejaVu Sans"/>
                <a:ea typeface="DejaVu Sans"/>
                <a:cs typeface="DejaVu Sans"/>
              </a:defRPr>
            </a:lvl3pPr>
            <a:lvl4pPr algn="l">
              <a:defRPr sz="1800" b="1">
                <a:solidFill>
                  <a:srgbClr val="10242B"/>
                </a:solidFill>
                <a:latin typeface="DejaVu Sans"/>
                <a:ea typeface="DejaVu Sans"/>
                <a:cs typeface="DejaVu Sans"/>
              </a:defRPr>
            </a:lvl4pPr>
            <a:lvl5pPr algn="l">
              <a:defRPr sz="1800" b="1">
                <a:solidFill>
                  <a:srgbClr val="10242B"/>
                </a:solidFill>
                <a:latin typeface="DejaVu Sans"/>
                <a:ea typeface="DejaVu Sans"/>
                <a:cs typeface="DejaVu Sans"/>
              </a:defRPr>
            </a:lvl5pPr>
            <a:lvl6pPr algn="l">
              <a:defRPr sz="1800" b="1">
                <a:solidFill>
                  <a:srgbClr val="10242B"/>
                </a:solidFill>
                <a:latin typeface="DejaVu Sans"/>
                <a:ea typeface="DejaVu Sans"/>
                <a:cs typeface="DejaVu Sans"/>
              </a:defRPr>
            </a:lvl6pPr>
            <a:lvl7pPr algn="l">
              <a:defRPr sz="1800" b="1">
                <a:solidFill>
                  <a:srgbClr val="10242B"/>
                </a:solidFill>
                <a:latin typeface="DejaVu Sans"/>
                <a:ea typeface="DejaVu Sans"/>
                <a:cs typeface="DejaVu Sans"/>
              </a:defRPr>
            </a:lvl7pPr>
            <a:lvl8pPr algn="l">
              <a:defRPr sz="1800" b="1">
                <a:solidFill>
                  <a:srgbClr val="10242B"/>
                </a:solidFill>
                <a:latin typeface="DejaVu Sans"/>
                <a:ea typeface="DejaVu Sans"/>
                <a:cs typeface="DejaVu Sans"/>
              </a:defRPr>
            </a:lvl8pPr>
            <a:lvl9pPr algn="l">
              <a:defRPr sz="1800" b="1">
                <a:solidFill>
                  <a:srgbClr val="10242B"/>
                </a:solidFill>
                <a:latin typeface="DejaVu Sans"/>
                <a:ea typeface="DejaVu Sans"/>
                <a:cs typeface="DejaVu Sans"/>
              </a:defRPr>
            </a:lvl9pPr>
          </a:lstStyle>
          <a:p xmlns:a="http://schemas.openxmlformats.org/drawingml/2006/main">
            <a:pPr algn="l">
              <a:lnSpc>
                <a:spcPct val="112000"/>
              </a:lnSpc>
              <a:buNone/>
              <a:defRPr sz="1800" b="1">
                <a:solidFill>
                  <a:srgbClr val="10242B"/>
                </a:solidFill>
                <a:latin typeface="DejaVu Sans"/>
                <a:ea typeface="DejaVu Sans"/>
                <a:cs typeface="DejaVu Sans"/>
              </a:defRPr>
            </a:pPr>
            <a:r>
              <a:rPr sz="1800" b="1">
                <a:solidFill>
                  <a:srgbClr val="10242B"/>
                </a:solidFill>
                <a:latin typeface="DejaVu Sans"/>
                <a:ea typeface="DejaVu Sans"/>
                <a:cs typeface="DejaVu Sans"/>
              </a:rPr>
              <a:t>2 · Validation</a:t>
            </a:r>
          </a:p>
        </p:txBody>
      </p:sp>
      <p:sp>
        <p:nvSpPr>
          <p:cNvPr id="15" name="text-nu52wgihfa">
            <a:extLst xmlns:a="http://schemas.openxmlformats.org/drawingml/2006/main">
              <a:ext uri="{FF2B5EF4-FFF2-40B4-BE49-F238E27FC236}">
                <a16:creationId xmlns:a16="http://schemas.microsoft.com/office/drawing/2014/main" id="{CD1E1909-3B22-4DF3-95B6-614A038B3A15}"/>
              </a:ext>
            </a:extLst>
          </p:cNvPr>
          <p:cNvSpPr>
            <a:spLocks xmlns:a="http://schemas.openxmlformats.org/drawingml/2006/main" noGrp="1"/>
          </p:cNvSpPr>
          <p:nvPr/>
        </p:nvSpPr>
        <p:spPr>
          <a:xfrm xmlns:a="http://schemas.openxmlformats.org/drawingml/2006/main">
            <a:off x="3657600" y="3590925"/>
            <a:ext cx="2038350" cy="1885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577078"/>
                </a:solidFill>
                <a:latin typeface="DejaVu Sans"/>
                <a:ea typeface="DejaVu Sans"/>
                <a:cs typeface="DejaVu Sans"/>
              </a:defRPr>
            </a:defPPr>
            <a:lvl1pPr algn="l">
              <a:defRPr sz="1650" b="0">
                <a:solidFill>
                  <a:srgbClr val="577078"/>
                </a:solidFill>
                <a:latin typeface="DejaVu Sans"/>
                <a:ea typeface="DejaVu Sans"/>
                <a:cs typeface="DejaVu Sans"/>
              </a:defRPr>
            </a:lvl1pPr>
            <a:lvl2pPr algn="l">
              <a:defRPr sz="1650" b="0">
                <a:solidFill>
                  <a:srgbClr val="577078"/>
                </a:solidFill>
                <a:latin typeface="DejaVu Sans"/>
                <a:ea typeface="DejaVu Sans"/>
                <a:cs typeface="DejaVu Sans"/>
              </a:defRPr>
            </a:lvl2pPr>
            <a:lvl3pPr algn="l">
              <a:defRPr sz="1650" b="0">
                <a:solidFill>
                  <a:srgbClr val="577078"/>
                </a:solidFill>
                <a:latin typeface="DejaVu Sans"/>
                <a:ea typeface="DejaVu Sans"/>
                <a:cs typeface="DejaVu Sans"/>
              </a:defRPr>
            </a:lvl3pPr>
            <a:lvl4pPr algn="l">
              <a:defRPr sz="1650" b="0">
                <a:solidFill>
                  <a:srgbClr val="577078"/>
                </a:solidFill>
                <a:latin typeface="DejaVu Sans"/>
                <a:ea typeface="DejaVu Sans"/>
                <a:cs typeface="DejaVu Sans"/>
              </a:defRPr>
            </a:lvl4pPr>
            <a:lvl5pPr algn="l">
              <a:defRPr sz="1650" b="0">
                <a:solidFill>
                  <a:srgbClr val="577078"/>
                </a:solidFill>
                <a:latin typeface="DejaVu Sans"/>
                <a:ea typeface="DejaVu Sans"/>
                <a:cs typeface="DejaVu Sans"/>
              </a:defRPr>
            </a:lvl5pPr>
            <a:lvl6pPr algn="l">
              <a:defRPr sz="1650" b="0">
                <a:solidFill>
                  <a:srgbClr val="577078"/>
                </a:solidFill>
                <a:latin typeface="DejaVu Sans"/>
                <a:ea typeface="DejaVu Sans"/>
                <a:cs typeface="DejaVu Sans"/>
              </a:defRPr>
            </a:lvl6pPr>
            <a:lvl7pPr algn="l">
              <a:defRPr sz="1650" b="0">
                <a:solidFill>
                  <a:srgbClr val="577078"/>
                </a:solidFill>
                <a:latin typeface="DejaVu Sans"/>
                <a:ea typeface="DejaVu Sans"/>
                <a:cs typeface="DejaVu Sans"/>
              </a:defRPr>
            </a:lvl7pPr>
            <a:lvl8pPr algn="l">
              <a:defRPr sz="1650" b="0">
                <a:solidFill>
                  <a:srgbClr val="577078"/>
                </a:solidFill>
                <a:latin typeface="DejaVu Sans"/>
                <a:ea typeface="DejaVu Sans"/>
                <a:cs typeface="DejaVu Sans"/>
              </a:defRPr>
            </a:lvl8pPr>
            <a:lvl9pPr algn="l">
              <a:defRPr sz="1650" b="0">
                <a:solidFill>
                  <a:srgbClr val="577078"/>
                </a:solidFill>
                <a:latin typeface="DejaVu Sans"/>
                <a:ea typeface="DejaVu Sans"/>
                <a:cs typeface="DejaVu Sans"/>
              </a:defRPr>
            </a:lvl9pPr>
          </a:lstStyle>
          <a:p xmlns:a="http://schemas.openxmlformats.org/drawingml/2006/main">
            <a:pPr algn="l">
              <a:lnSpc>
                <a:spcPct val="112000"/>
              </a:lnSpc>
              <a:buNone/>
              <a:defRPr sz="1650" b="0">
                <a:solidFill>
                  <a:srgbClr val="577078"/>
                </a:solidFill>
                <a:latin typeface="DejaVu Sans"/>
                <a:ea typeface="DejaVu Sans"/>
                <a:cs typeface="DejaVu Sans"/>
              </a:defRPr>
            </a:pPr>
            <a:r>
              <a:rPr sz="1650" b="0">
                <a:solidFill>
                  <a:srgbClr val="577078"/>
                </a:solidFill>
                <a:latin typeface="DejaVu Sans"/>
                <a:ea typeface="DejaVu Sans"/>
                <a:cs typeface="DejaVu Sans"/>
              </a:rPr>
              <a:t>The application checks function, arguments and permissions.</a:t>
            </a:r>
          </a:p>
        </p:txBody>
      </p:sp>
      <p:sp>
        <p:nvSpPr>
          <p:cNvPr id="16" name="">
            <a:extLst xmlns:a="http://schemas.openxmlformats.org/drawingml/2006/main">
              <a:ext uri="{FF2B5EF4-FFF2-40B4-BE49-F238E27FC236}">
                <a16:creationId xmlns:a16="http://schemas.microsoft.com/office/drawing/2014/main" id="{13C10FF2-D931-49E2-ACA9-26E03DD124D8}"/>
              </a:ext>
            </a:extLst>
          </p:cNvPr>
          <p:cNvSpPr>
            <a:spLocks xmlns:a="http://schemas.openxmlformats.org/drawingml/2006/main" noGrp="1"/>
          </p:cNvSpPr>
          <p:nvPr/>
        </p:nvSpPr>
        <p:spPr>
          <a:xfrm xmlns:a="http://schemas.openxmlformats.org/drawingml/2006/main">
            <a:off x="6286500" y="2800350"/>
            <a:ext cx="2457450" cy="2762250"/>
          </a:xfrm>
          <a:prstGeom xmlns:a="http://schemas.openxmlformats.org/drawingml/2006/main" prst="rect">
            <a:avLst/>
          </a:prstGeom>
          <a:solidFill xmlns:a="http://schemas.openxmlformats.org/drawingml/2006/main">
            <a:srgbClr val="FFFDFA"/>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9D04FF19-22D8-4137-9469-725844BE165E}"/>
              </a:ext>
            </a:extLst>
          </p:cNvPr>
          <p:cNvSpPr>
            <a:spLocks xmlns:a="http://schemas.openxmlformats.org/drawingml/2006/main" noGrp="1"/>
          </p:cNvSpPr>
          <p:nvPr/>
        </p:nvSpPr>
        <p:spPr>
          <a:xfrm xmlns:a="http://schemas.openxmlformats.org/drawingml/2006/main">
            <a:off x="6286500" y="2800350"/>
            <a:ext cx="38100" cy="2762250"/>
          </a:xfrm>
          <a:prstGeom xmlns:a="http://schemas.openxmlformats.org/drawingml/2006/main" prst="rect">
            <a:avLst/>
          </a:prstGeom>
          <a:solidFill xmlns:a="http://schemas.openxmlformats.org/drawingml/2006/main">
            <a:srgbClr val="E5B64B"/>
          </a:solidFill>
          <a:ln xmlns:a="http://schemas.openxmlformats.org/drawingml/2006/main" w="0">
            <a:noFill/>
            <a:prstDash val="solid"/>
          </a:ln>
        </p:spPr>
      </p:sp>
      <p:sp>
        <p:nvSpPr>
          <p:cNvPr id="18" name="text-3i2rvjiw15g">
            <a:extLst xmlns:a="http://schemas.openxmlformats.org/drawingml/2006/main">
              <a:ext uri="{FF2B5EF4-FFF2-40B4-BE49-F238E27FC236}">
                <a16:creationId xmlns:a16="http://schemas.microsoft.com/office/drawing/2014/main" id="{25A98A08-151F-4B26-B023-241B3DF460DB}"/>
              </a:ext>
            </a:extLst>
          </p:cNvPr>
          <p:cNvSpPr>
            <a:spLocks xmlns:a="http://schemas.openxmlformats.org/drawingml/2006/main" noGrp="1"/>
          </p:cNvSpPr>
          <p:nvPr/>
        </p:nvSpPr>
        <p:spPr>
          <a:xfrm xmlns:a="http://schemas.openxmlformats.org/drawingml/2006/main">
            <a:off x="6496050" y="2971800"/>
            <a:ext cx="20383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1">
                <a:solidFill>
                  <a:srgbClr val="10242B"/>
                </a:solidFill>
                <a:latin typeface="DejaVu Sans"/>
                <a:ea typeface="DejaVu Sans"/>
                <a:cs typeface="DejaVu Sans"/>
              </a:defRPr>
            </a:defPPr>
            <a:lvl1pPr algn="l">
              <a:defRPr sz="1800" b="1">
                <a:solidFill>
                  <a:srgbClr val="10242B"/>
                </a:solidFill>
                <a:latin typeface="DejaVu Sans"/>
                <a:ea typeface="DejaVu Sans"/>
                <a:cs typeface="DejaVu Sans"/>
              </a:defRPr>
            </a:lvl1pPr>
            <a:lvl2pPr algn="l">
              <a:defRPr sz="1800" b="1">
                <a:solidFill>
                  <a:srgbClr val="10242B"/>
                </a:solidFill>
                <a:latin typeface="DejaVu Sans"/>
                <a:ea typeface="DejaVu Sans"/>
                <a:cs typeface="DejaVu Sans"/>
              </a:defRPr>
            </a:lvl2pPr>
            <a:lvl3pPr algn="l">
              <a:defRPr sz="1800" b="1">
                <a:solidFill>
                  <a:srgbClr val="10242B"/>
                </a:solidFill>
                <a:latin typeface="DejaVu Sans"/>
                <a:ea typeface="DejaVu Sans"/>
                <a:cs typeface="DejaVu Sans"/>
              </a:defRPr>
            </a:lvl3pPr>
            <a:lvl4pPr algn="l">
              <a:defRPr sz="1800" b="1">
                <a:solidFill>
                  <a:srgbClr val="10242B"/>
                </a:solidFill>
                <a:latin typeface="DejaVu Sans"/>
                <a:ea typeface="DejaVu Sans"/>
                <a:cs typeface="DejaVu Sans"/>
              </a:defRPr>
            </a:lvl4pPr>
            <a:lvl5pPr algn="l">
              <a:defRPr sz="1800" b="1">
                <a:solidFill>
                  <a:srgbClr val="10242B"/>
                </a:solidFill>
                <a:latin typeface="DejaVu Sans"/>
                <a:ea typeface="DejaVu Sans"/>
                <a:cs typeface="DejaVu Sans"/>
              </a:defRPr>
            </a:lvl5pPr>
            <a:lvl6pPr algn="l">
              <a:defRPr sz="1800" b="1">
                <a:solidFill>
                  <a:srgbClr val="10242B"/>
                </a:solidFill>
                <a:latin typeface="DejaVu Sans"/>
                <a:ea typeface="DejaVu Sans"/>
                <a:cs typeface="DejaVu Sans"/>
              </a:defRPr>
            </a:lvl6pPr>
            <a:lvl7pPr algn="l">
              <a:defRPr sz="1800" b="1">
                <a:solidFill>
                  <a:srgbClr val="10242B"/>
                </a:solidFill>
                <a:latin typeface="DejaVu Sans"/>
                <a:ea typeface="DejaVu Sans"/>
                <a:cs typeface="DejaVu Sans"/>
              </a:defRPr>
            </a:lvl7pPr>
            <a:lvl8pPr algn="l">
              <a:defRPr sz="1800" b="1">
                <a:solidFill>
                  <a:srgbClr val="10242B"/>
                </a:solidFill>
                <a:latin typeface="DejaVu Sans"/>
                <a:ea typeface="DejaVu Sans"/>
                <a:cs typeface="DejaVu Sans"/>
              </a:defRPr>
            </a:lvl8pPr>
            <a:lvl9pPr algn="l">
              <a:defRPr sz="1800" b="1">
                <a:solidFill>
                  <a:srgbClr val="10242B"/>
                </a:solidFill>
                <a:latin typeface="DejaVu Sans"/>
                <a:ea typeface="DejaVu Sans"/>
                <a:cs typeface="DejaVu Sans"/>
              </a:defRPr>
            </a:lvl9pPr>
          </a:lstStyle>
          <a:p xmlns:a="http://schemas.openxmlformats.org/drawingml/2006/main">
            <a:pPr algn="l">
              <a:lnSpc>
                <a:spcPct val="112000"/>
              </a:lnSpc>
              <a:buNone/>
              <a:defRPr sz="1800" b="1">
                <a:solidFill>
                  <a:srgbClr val="10242B"/>
                </a:solidFill>
                <a:latin typeface="DejaVu Sans"/>
                <a:ea typeface="DejaVu Sans"/>
                <a:cs typeface="DejaVu Sans"/>
              </a:defRPr>
            </a:pPr>
            <a:r>
              <a:rPr sz="1800" b="1">
                <a:solidFill>
                  <a:srgbClr val="10242B"/>
                </a:solidFill>
                <a:latin typeface="DejaVu Sans"/>
                <a:ea typeface="DejaVu Sans"/>
                <a:cs typeface="DejaVu Sans"/>
              </a:rPr>
              <a:t>3 · Result</a:t>
            </a:r>
          </a:p>
        </p:txBody>
      </p:sp>
      <p:sp>
        <p:nvSpPr>
          <p:cNvPr id="19" name="text-8iuz22gd636">
            <a:extLst xmlns:a="http://schemas.openxmlformats.org/drawingml/2006/main">
              <a:ext uri="{FF2B5EF4-FFF2-40B4-BE49-F238E27FC236}">
                <a16:creationId xmlns:a16="http://schemas.microsoft.com/office/drawing/2014/main" id="{750B0195-67D0-4463-972A-E536570F5FC1}"/>
              </a:ext>
            </a:extLst>
          </p:cNvPr>
          <p:cNvSpPr>
            <a:spLocks xmlns:a="http://schemas.openxmlformats.org/drawingml/2006/main" noGrp="1"/>
          </p:cNvSpPr>
          <p:nvPr/>
        </p:nvSpPr>
        <p:spPr>
          <a:xfrm xmlns:a="http://schemas.openxmlformats.org/drawingml/2006/main">
            <a:off x="6496050" y="3590925"/>
            <a:ext cx="2038350" cy="1885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577078"/>
                </a:solidFill>
                <a:latin typeface="DejaVu Sans"/>
                <a:ea typeface="DejaVu Sans"/>
                <a:cs typeface="DejaVu Sans"/>
              </a:defRPr>
            </a:defPPr>
            <a:lvl1pPr algn="l">
              <a:defRPr sz="1650" b="0">
                <a:solidFill>
                  <a:srgbClr val="577078"/>
                </a:solidFill>
                <a:latin typeface="DejaVu Sans"/>
                <a:ea typeface="DejaVu Sans"/>
                <a:cs typeface="DejaVu Sans"/>
              </a:defRPr>
            </a:lvl1pPr>
            <a:lvl2pPr algn="l">
              <a:defRPr sz="1650" b="0">
                <a:solidFill>
                  <a:srgbClr val="577078"/>
                </a:solidFill>
                <a:latin typeface="DejaVu Sans"/>
                <a:ea typeface="DejaVu Sans"/>
                <a:cs typeface="DejaVu Sans"/>
              </a:defRPr>
            </a:lvl2pPr>
            <a:lvl3pPr algn="l">
              <a:defRPr sz="1650" b="0">
                <a:solidFill>
                  <a:srgbClr val="577078"/>
                </a:solidFill>
                <a:latin typeface="DejaVu Sans"/>
                <a:ea typeface="DejaVu Sans"/>
                <a:cs typeface="DejaVu Sans"/>
              </a:defRPr>
            </a:lvl3pPr>
            <a:lvl4pPr algn="l">
              <a:defRPr sz="1650" b="0">
                <a:solidFill>
                  <a:srgbClr val="577078"/>
                </a:solidFill>
                <a:latin typeface="DejaVu Sans"/>
                <a:ea typeface="DejaVu Sans"/>
                <a:cs typeface="DejaVu Sans"/>
              </a:defRPr>
            </a:lvl4pPr>
            <a:lvl5pPr algn="l">
              <a:defRPr sz="1650" b="0">
                <a:solidFill>
                  <a:srgbClr val="577078"/>
                </a:solidFill>
                <a:latin typeface="DejaVu Sans"/>
                <a:ea typeface="DejaVu Sans"/>
                <a:cs typeface="DejaVu Sans"/>
              </a:defRPr>
            </a:lvl5pPr>
            <a:lvl6pPr algn="l">
              <a:defRPr sz="1650" b="0">
                <a:solidFill>
                  <a:srgbClr val="577078"/>
                </a:solidFill>
                <a:latin typeface="DejaVu Sans"/>
                <a:ea typeface="DejaVu Sans"/>
                <a:cs typeface="DejaVu Sans"/>
              </a:defRPr>
            </a:lvl6pPr>
            <a:lvl7pPr algn="l">
              <a:defRPr sz="1650" b="0">
                <a:solidFill>
                  <a:srgbClr val="577078"/>
                </a:solidFill>
                <a:latin typeface="DejaVu Sans"/>
                <a:ea typeface="DejaVu Sans"/>
                <a:cs typeface="DejaVu Sans"/>
              </a:defRPr>
            </a:lvl7pPr>
            <a:lvl8pPr algn="l">
              <a:defRPr sz="1650" b="0">
                <a:solidFill>
                  <a:srgbClr val="577078"/>
                </a:solidFill>
                <a:latin typeface="DejaVu Sans"/>
                <a:ea typeface="DejaVu Sans"/>
                <a:cs typeface="DejaVu Sans"/>
              </a:defRPr>
            </a:lvl8pPr>
            <a:lvl9pPr algn="l">
              <a:defRPr sz="1650" b="0">
                <a:solidFill>
                  <a:srgbClr val="577078"/>
                </a:solidFill>
                <a:latin typeface="DejaVu Sans"/>
                <a:ea typeface="DejaVu Sans"/>
                <a:cs typeface="DejaVu Sans"/>
              </a:defRPr>
            </a:lvl9pPr>
          </a:lstStyle>
          <a:p xmlns:a="http://schemas.openxmlformats.org/drawingml/2006/main">
            <a:pPr algn="l">
              <a:lnSpc>
                <a:spcPct val="112000"/>
              </a:lnSpc>
              <a:buNone/>
              <a:defRPr sz="1650" b="0">
                <a:solidFill>
                  <a:srgbClr val="577078"/>
                </a:solidFill>
                <a:latin typeface="DejaVu Sans"/>
                <a:ea typeface="DejaVu Sans"/>
                <a:cs typeface="DejaVu Sans"/>
              </a:defRPr>
            </a:pPr>
            <a:r>
              <a:rPr sz="1650" b="0">
                <a:solidFill>
                  <a:srgbClr val="577078"/>
                </a:solidFill>
                <a:latin typeface="DejaVu Sans"/>
                <a:ea typeface="DejaVu Sans"/>
                <a:cs typeface="DejaVu Sans"/>
              </a:rPr>
              <a:t>The tool returns data or an error.</a:t>
            </a:r>
          </a:p>
        </p:txBody>
      </p:sp>
      <p:sp>
        <p:nvSpPr>
          <p:cNvPr id="20" name="">
            <a:extLst xmlns:a="http://schemas.openxmlformats.org/drawingml/2006/main">
              <a:ext uri="{FF2B5EF4-FFF2-40B4-BE49-F238E27FC236}">
                <a16:creationId xmlns:a16="http://schemas.microsoft.com/office/drawing/2014/main" id="{3035DD37-EC95-422E-9D9A-931388610F5B}"/>
              </a:ext>
            </a:extLst>
          </p:cNvPr>
          <p:cNvSpPr>
            <a:spLocks xmlns:a="http://schemas.openxmlformats.org/drawingml/2006/main" noGrp="1"/>
          </p:cNvSpPr>
          <p:nvPr/>
        </p:nvSpPr>
        <p:spPr>
          <a:xfrm xmlns:a="http://schemas.openxmlformats.org/drawingml/2006/main">
            <a:off x="9124950" y="2800350"/>
            <a:ext cx="2457450" cy="2762250"/>
          </a:xfrm>
          <a:prstGeom xmlns:a="http://schemas.openxmlformats.org/drawingml/2006/main" prst="rect">
            <a:avLst/>
          </a:prstGeom>
          <a:solidFill xmlns:a="http://schemas.openxmlformats.org/drawingml/2006/main">
            <a:srgbClr val="FFFDFA"/>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28E37ECB-1CF8-4508-96FA-5AE1F4A126BF}"/>
              </a:ext>
            </a:extLst>
          </p:cNvPr>
          <p:cNvSpPr>
            <a:spLocks xmlns:a="http://schemas.openxmlformats.org/drawingml/2006/main" noGrp="1"/>
          </p:cNvSpPr>
          <p:nvPr/>
        </p:nvSpPr>
        <p:spPr>
          <a:xfrm xmlns:a="http://schemas.openxmlformats.org/drawingml/2006/main">
            <a:off x="9124950" y="2800350"/>
            <a:ext cx="38100" cy="2762250"/>
          </a:xfrm>
          <a:prstGeom xmlns:a="http://schemas.openxmlformats.org/drawingml/2006/main" prst="rect">
            <a:avLst/>
          </a:prstGeom>
          <a:solidFill xmlns:a="http://schemas.openxmlformats.org/drawingml/2006/main">
            <a:srgbClr val="5793B8"/>
          </a:solidFill>
          <a:ln xmlns:a="http://schemas.openxmlformats.org/drawingml/2006/main" w="0">
            <a:noFill/>
            <a:prstDash val="solid"/>
          </a:ln>
        </p:spPr>
      </p:sp>
      <p:sp>
        <p:nvSpPr>
          <p:cNvPr id="22" name="text-z3e1pfxq0f7">
            <a:extLst xmlns:a="http://schemas.openxmlformats.org/drawingml/2006/main">
              <a:ext uri="{FF2B5EF4-FFF2-40B4-BE49-F238E27FC236}">
                <a16:creationId xmlns:a16="http://schemas.microsoft.com/office/drawing/2014/main" id="{D2C999BE-8940-420A-A012-6185183AFC8D}"/>
              </a:ext>
            </a:extLst>
          </p:cNvPr>
          <p:cNvSpPr>
            <a:spLocks xmlns:a="http://schemas.openxmlformats.org/drawingml/2006/main" noGrp="1"/>
          </p:cNvSpPr>
          <p:nvPr/>
        </p:nvSpPr>
        <p:spPr>
          <a:xfrm xmlns:a="http://schemas.openxmlformats.org/drawingml/2006/main">
            <a:off x="9334500" y="2971800"/>
            <a:ext cx="20383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1">
                <a:solidFill>
                  <a:srgbClr val="10242B"/>
                </a:solidFill>
                <a:latin typeface="DejaVu Sans"/>
                <a:ea typeface="DejaVu Sans"/>
                <a:cs typeface="DejaVu Sans"/>
              </a:defRPr>
            </a:defPPr>
            <a:lvl1pPr algn="l">
              <a:defRPr sz="1800" b="1">
                <a:solidFill>
                  <a:srgbClr val="10242B"/>
                </a:solidFill>
                <a:latin typeface="DejaVu Sans"/>
                <a:ea typeface="DejaVu Sans"/>
                <a:cs typeface="DejaVu Sans"/>
              </a:defRPr>
            </a:lvl1pPr>
            <a:lvl2pPr algn="l">
              <a:defRPr sz="1800" b="1">
                <a:solidFill>
                  <a:srgbClr val="10242B"/>
                </a:solidFill>
                <a:latin typeface="DejaVu Sans"/>
                <a:ea typeface="DejaVu Sans"/>
                <a:cs typeface="DejaVu Sans"/>
              </a:defRPr>
            </a:lvl2pPr>
            <a:lvl3pPr algn="l">
              <a:defRPr sz="1800" b="1">
                <a:solidFill>
                  <a:srgbClr val="10242B"/>
                </a:solidFill>
                <a:latin typeface="DejaVu Sans"/>
                <a:ea typeface="DejaVu Sans"/>
                <a:cs typeface="DejaVu Sans"/>
              </a:defRPr>
            </a:lvl3pPr>
            <a:lvl4pPr algn="l">
              <a:defRPr sz="1800" b="1">
                <a:solidFill>
                  <a:srgbClr val="10242B"/>
                </a:solidFill>
                <a:latin typeface="DejaVu Sans"/>
                <a:ea typeface="DejaVu Sans"/>
                <a:cs typeface="DejaVu Sans"/>
              </a:defRPr>
            </a:lvl4pPr>
            <a:lvl5pPr algn="l">
              <a:defRPr sz="1800" b="1">
                <a:solidFill>
                  <a:srgbClr val="10242B"/>
                </a:solidFill>
                <a:latin typeface="DejaVu Sans"/>
                <a:ea typeface="DejaVu Sans"/>
                <a:cs typeface="DejaVu Sans"/>
              </a:defRPr>
            </a:lvl5pPr>
            <a:lvl6pPr algn="l">
              <a:defRPr sz="1800" b="1">
                <a:solidFill>
                  <a:srgbClr val="10242B"/>
                </a:solidFill>
                <a:latin typeface="DejaVu Sans"/>
                <a:ea typeface="DejaVu Sans"/>
                <a:cs typeface="DejaVu Sans"/>
              </a:defRPr>
            </a:lvl6pPr>
            <a:lvl7pPr algn="l">
              <a:defRPr sz="1800" b="1">
                <a:solidFill>
                  <a:srgbClr val="10242B"/>
                </a:solidFill>
                <a:latin typeface="DejaVu Sans"/>
                <a:ea typeface="DejaVu Sans"/>
                <a:cs typeface="DejaVu Sans"/>
              </a:defRPr>
            </a:lvl7pPr>
            <a:lvl8pPr algn="l">
              <a:defRPr sz="1800" b="1">
                <a:solidFill>
                  <a:srgbClr val="10242B"/>
                </a:solidFill>
                <a:latin typeface="DejaVu Sans"/>
                <a:ea typeface="DejaVu Sans"/>
                <a:cs typeface="DejaVu Sans"/>
              </a:defRPr>
            </a:lvl8pPr>
            <a:lvl9pPr algn="l">
              <a:defRPr sz="1800" b="1">
                <a:solidFill>
                  <a:srgbClr val="10242B"/>
                </a:solidFill>
                <a:latin typeface="DejaVu Sans"/>
                <a:ea typeface="DejaVu Sans"/>
                <a:cs typeface="DejaVu Sans"/>
              </a:defRPr>
            </a:lvl9pPr>
          </a:lstStyle>
          <a:p xmlns:a="http://schemas.openxmlformats.org/drawingml/2006/main">
            <a:pPr algn="l">
              <a:lnSpc>
                <a:spcPct val="112000"/>
              </a:lnSpc>
              <a:buNone/>
              <a:defRPr sz="1800" b="1">
                <a:solidFill>
                  <a:srgbClr val="10242B"/>
                </a:solidFill>
                <a:latin typeface="DejaVu Sans"/>
                <a:ea typeface="DejaVu Sans"/>
                <a:cs typeface="DejaVu Sans"/>
              </a:defRPr>
            </a:pPr>
            <a:r>
              <a:rPr sz="1800" b="1">
                <a:solidFill>
                  <a:srgbClr val="10242B"/>
                </a:solidFill>
                <a:latin typeface="DejaVu Sans"/>
                <a:ea typeface="DejaVu Sans"/>
                <a:cs typeface="DejaVu Sans"/>
              </a:rPr>
              <a:t>4 · Response</a:t>
            </a:r>
          </a:p>
        </p:txBody>
      </p:sp>
      <p:sp>
        <p:nvSpPr>
          <p:cNvPr id="23" name="text-tbxswuzrn4">
            <a:extLst xmlns:a="http://schemas.openxmlformats.org/drawingml/2006/main">
              <a:ext uri="{FF2B5EF4-FFF2-40B4-BE49-F238E27FC236}">
                <a16:creationId xmlns:a16="http://schemas.microsoft.com/office/drawing/2014/main" id="{7D1500E7-9ED4-45F1-810C-4AF8EF40ED68}"/>
              </a:ext>
            </a:extLst>
          </p:cNvPr>
          <p:cNvSpPr>
            <a:spLocks xmlns:a="http://schemas.openxmlformats.org/drawingml/2006/main" noGrp="1"/>
          </p:cNvSpPr>
          <p:nvPr/>
        </p:nvSpPr>
        <p:spPr>
          <a:xfrm xmlns:a="http://schemas.openxmlformats.org/drawingml/2006/main">
            <a:off x="9334500" y="3590925"/>
            <a:ext cx="2038350" cy="1885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577078"/>
                </a:solidFill>
                <a:latin typeface="DejaVu Sans"/>
                <a:ea typeface="DejaVu Sans"/>
                <a:cs typeface="DejaVu Sans"/>
              </a:defRPr>
            </a:defPPr>
            <a:lvl1pPr algn="l">
              <a:defRPr sz="1650" b="0">
                <a:solidFill>
                  <a:srgbClr val="577078"/>
                </a:solidFill>
                <a:latin typeface="DejaVu Sans"/>
                <a:ea typeface="DejaVu Sans"/>
                <a:cs typeface="DejaVu Sans"/>
              </a:defRPr>
            </a:lvl1pPr>
            <a:lvl2pPr algn="l">
              <a:defRPr sz="1650" b="0">
                <a:solidFill>
                  <a:srgbClr val="577078"/>
                </a:solidFill>
                <a:latin typeface="DejaVu Sans"/>
                <a:ea typeface="DejaVu Sans"/>
                <a:cs typeface="DejaVu Sans"/>
              </a:defRPr>
            </a:lvl2pPr>
            <a:lvl3pPr algn="l">
              <a:defRPr sz="1650" b="0">
                <a:solidFill>
                  <a:srgbClr val="577078"/>
                </a:solidFill>
                <a:latin typeface="DejaVu Sans"/>
                <a:ea typeface="DejaVu Sans"/>
                <a:cs typeface="DejaVu Sans"/>
              </a:defRPr>
            </a:lvl3pPr>
            <a:lvl4pPr algn="l">
              <a:defRPr sz="1650" b="0">
                <a:solidFill>
                  <a:srgbClr val="577078"/>
                </a:solidFill>
                <a:latin typeface="DejaVu Sans"/>
                <a:ea typeface="DejaVu Sans"/>
                <a:cs typeface="DejaVu Sans"/>
              </a:defRPr>
            </a:lvl4pPr>
            <a:lvl5pPr algn="l">
              <a:defRPr sz="1650" b="0">
                <a:solidFill>
                  <a:srgbClr val="577078"/>
                </a:solidFill>
                <a:latin typeface="DejaVu Sans"/>
                <a:ea typeface="DejaVu Sans"/>
                <a:cs typeface="DejaVu Sans"/>
              </a:defRPr>
            </a:lvl5pPr>
            <a:lvl6pPr algn="l">
              <a:defRPr sz="1650" b="0">
                <a:solidFill>
                  <a:srgbClr val="577078"/>
                </a:solidFill>
                <a:latin typeface="DejaVu Sans"/>
                <a:ea typeface="DejaVu Sans"/>
                <a:cs typeface="DejaVu Sans"/>
              </a:defRPr>
            </a:lvl6pPr>
            <a:lvl7pPr algn="l">
              <a:defRPr sz="1650" b="0">
                <a:solidFill>
                  <a:srgbClr val="577078"/>
                </a:solidFill>
                <a:latin typeface="DejaVu Sans"/>
                <a:ea typeface="DejaVu Sans"/>
                <a:cs typeface="DejaVu Sans"/>
              </a:defRPr>
            </a:lvl7pPr>
            <a:lvl8pPr algn="l">
              <a:defRPr sz="1650" b="0">
                <a:solidFill>
                  <a:srgbClr val="577078"/>
                </a:solidFill>
                <a:latin typeface="DejaVu Sans"/>
                <a:ea typeface="DejaVu Sans"/>
                <a:cs typeface="DejaVu Sans"/>
              </a:defRPr>
            </a:lvl8pPr>
            <a:lvl9pPr algn="l">
              <a:defRPr sz="1650" b="0">
                <a:solidFill>
                  <a:srgbClr val="577078"/>
                </a:solidFill>
                <a:latin typeface="DejaVu Sans"/>
                <a:ea typeface="DejaVu Sans"/>
                <a:cs typeface="DejaVu Sans"/>
              </a:defRPr>
            </a:lvl9pPr>
          </a:lstStyle>
          <a:p xmlns:a="http://schemas.openxmlformats.org/drawingml/2006/main">
            <a:pPr algn="l">
              <a:lnSpc>
                <a:spcPct val="112000"/>
              </a:lnSpc>
              <a:buNone/>
              <a:defRPr sz="1650" b="0">
                <a:solidFill>
                  <a:srgbClr val="577078"/>
                </a:solidFill>
                <a:latin typeface="DejaVu Sans"/>
                <a:ea typeface="DejaVu Sans"/>
                <a:cs typeface="DejaVu Sans"/>
              </a:defRPr>
            </a:pPr>
            <a:r>
              <a:rPr sz="1650" b="0">
                <a:solidFill>
                  <a:srgbClr val="577078"/>
                </a:solidFill>
                <a:latin typeface="DejaVu Sans"/>
                <a:ea typeface="DejaVu Sans"/>
                <a:cs typeface="DejaVu Sans"/>
              </a:rPr>
              <a:t>The model uses the observation and cites the source.</a:t>
            </a:r>
          </a:p>
        </p:txBody>
      </p:sp>
    </p:spTree>
    <p:extLst>
      <p:ext uri="{BB962C8B-B14F-4D97-AF65-F5344CB8AC3E}">
        <p14:creationId xmlns:p14="http://schemas.microsoft.com/office/powerpoint/2010/main" val="1280043567"/>
      </p:ext>
    </p:extLst>
  </p:cSld>
</p:sld>
</file>

<file path=ppt/slides/slide11.xml><?xml version="1.0" encoding="utf-8"?>
<p:sld xmlns:p="http://schemas.openxmlformats.org/presentationml/2006/main">
  <p:cSld>
    <p:bg>
      <p:bgPr>
        <a:solidFill xmlns:a="http://schemas.openxmlformats.org/drawingml/2006/main">
          <a:srgbClr val="F4F1E9"/>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0198C8F4-89C5-48EE-96A7-1490CC9AEB8F}"/>
              </a:ext>
            </a:extLst>
          </p:cNvPr>
          <p:cNvSpPr>
            <a:spLocks xmlns:a="http://schemas.openxmlformats.org/drawingml/2006/main" noGrp="1"/>
          </p:cNvSpPr>
          <p:nvPr/>
        </p:nvSpPr>
        <p:spPr>
          <a:xfrm xmlns:a="http://schemas.openxmlformats.org/drawingml/2006/main">
            <a:off x="609600" y="323850"/>
            <a:ext cx="495300" cy="47625"/>
          </a:xfrm>
          <a:prstGeom xmlns:a="http://schemas.openxmlformats.org/drawingml/2006/main" prst="rect">
            <a:avLst/>
          </a:prstGeom>
          <a:solidFill xmlns:a="http://schemas.openxmlformats.org/drawingml/2006/main">
            <a:srgbClr val="D64136"/>
          </a:solidFill>
          <a:ln xmlns:a="http://schemas.openxmlformats.org/drawingml/2006/main" w="0">
            <a:noFill/>
            <a:prstDash val="solid"/>
          </a:ln>
        </p:spPr>
      </p:sp>
      <p:sp>
        <p:nvSpPr>
          <p:cNvPr id="2" name="text-veurkh2ldf">
            <a:extLst xmlns:a="http://schemas.openxmlformats.org/drawingml/2006/main">
              <a:ext uri="{FF2B5EF4-FFF2-40B4-BE49-F238E27FC236}">
                <a16:creationId xmlns:a16="http://schemas.microsoft.com/office/drawing/2014/main" id="{C0EC21D0-8E13-46A5-B107-6B992A9906CC}"/>
              </a:ext>
            </a:extLst>
          </p:cNvPr>
          <p:cNvSpPr>
            <a:spLocks xmlns:a="http://schemas.openxmlformats.org/drawingml/2006/main" noGrp="1"/>
          </p:cNvSpPr>
          <p:nvPr/>
        </p:nvSpPr>
        <p:spPr>
          <a:xfrm xmlns:a="http://schemas.openxmlformats.org/drawingml/2006/main">
            <a:off x="1257300" y="247650"/>
            <a:ext cx="809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50" b="1">
                <a:solidFill>
                  <a:srgbClr val="087D78"/>
                </a:solidFill>
                <a:latin typeface="DejaVu Sans"/>
                <a:ea typeface="DejaVu Sans"/>
                <a:cs typeface="DejaVu Sans"/>
              </a:defRPr>
            </a:defPPr>
            <a:lvl1pPr algn="l">
              <a:defRPr sz="1050" b="1">
                <a:solidFill>
                  <a:srgbClr val="087D78"/>
                </a:solidFill>
                <a:latin typeface="DejaVu Sans"/>
                <a:ea typeface="DejaVu Sans"/>
                <a:cs typeface="DejaVu Sans"/>
              </a:defRPr>
            </a:lvl1pPr>
            <a:lvl2pPr algn="l">
              <a:defRPr sz="1050" b="1">
                <a:solidFill>
                  <a:srgbClr val="087D78"/>
                </a:solidFill>
                <a:latin typeface="DejaVu Sans"/>
                <a:ea typeface="DejaVu Sans"/>
                <a:cs typeface="DejaVu Sans"/>
              </a:defRPr>
            </a:lvl2pPr>
            <a:lvl3pPr algn="l">
              <a:defRPr sz="1050" b="1">
                <a:solidFill>
                  <a:srgbClr val="087D78"/>
                </a:solidFill>
                <a:latin typeface="DejaVu Sans"/>
                <a:ea typeface="DejaVu Sans"/>
                <a:cs typeface="DejaVu Sans"/>
              </a:defRPr>
            </a:lvl3pPr>
            <a:lvl4pPr algn="l">
              <a:defRPr sz="1050" b="1">
                <a:solidFill>
                  <a:srgbClr val="087D78"/>
                </a:solidFill>
                <a:latin typeface="DejaVu Sans"/>
                <a:ea typeface="DejaVu Sans"/>
                <a:cs typeface="DejaVu Sans"/>
              </a:defRPr>
            </a:lvl4pPr>
            <a:lvl5pPr algn="l">
              <a:defRPr sz="1050" b="1">
                <a:solidFill>
                  <a:srgbClr val="087D78"/>
                </a:solidFill>
                <a:latin typeface="DejaVu Sans"/>
                <a:ea typeface="DejaVu Sans"/>
                <a:cs typeface="DejaVu Sans"/>
              </a:defRPr>
            </a:lvl5pPr>
            <a:lvl6pPr algn="l">
              <a:defRPr sz="1050" b="1">
                <a:solidFill>
                  <a:srgbClr val="087D78"/>
                </a:solidFill>
                <a:latin typeface="DejaVu Sans"/>
                <a:ea typeface="DejaVu Sans"/>
                <a:cs typeface="DejaVu Sans"/>
              </a:defRPr>
            </a:lvl6pPr>
            <a:lvl7pPr algn="l">
              <a:defRPr sz="1050" b="1">
                <a:solidFill>
                  <a:srgbClr val="087D78"/>
                </a:solidFill>
                <a:latin typeface="DejaVu Sans"/>
                <a:ea typeface="DejaVu Sans"/>
                <a:cs typeface="DejaVu Sans"/>
              </a:defRPr>
            </a:lvl7pPr>
            <a:lvl8pPr algn="l">
              <a:defRPr sz="1050" b="1">
                <a:solidFill>
                  <a:srgbClr val="087D78"/>
                </a:solidFill>
                <a:latin typeface="DejaVu Sans"/>
                <a:ea typeface="DejaVu Sans"/>
                <a:cs typeface="DejaVu Sans"/>
              </a:defRPr>
            </a:lvl8pPr>
            <a:lvl9pPr algn="l">
              <a:defRPr sz="1050" b="1">
                <a:solidFill>
                  <a:srgbClr val="087D78"/>
                </a:solidFill>
                <a:latin typeface="DejaVu Sans"/>
                <a:ea typeface="DejaVu Sans"/>
                <a:cs typeface="DejaVu Sans"/>
              </a:defRPr>
            </a:lvl9pPr>
          </a:lstStyle>
          <a:p xmlns:a="http://schemas.openxmlformats.org/drawingml/2006/main">
            <a:pPr algn="l">
              <a:lnSpc>
                <a:spcPct val="112000"/>
              </a:lnSpc>
              <a:buNone/>
              <a:defRPr sz="1050" b="1">
                <a:solidFill>
                  <a:srgbClr val="087D78"/>
                </a:solidFill>
                <a:latin typeface="DejaVu Sans"/>
                <a:ea typeface="DejaVu Sans"/>
                <a:cs typeface="DejaVu Sans"/>
              </a:defRPr>
            </a:pPr>
            <a:r>
              <a:rPr sz="1050" b="1">
                <a:solidFill>
                  <a:srgbClr val="087D78"/>
                </a:solidFill>
                <a:latin typeface="DejaVu Sans"/>
                <a:ea typeface="DejaVu Sans"/>
                <a:cs typeface="DejaVu Sans"/>
              </a:rPr>
              <a:t>TECHNOLOGICAL CHINA</a:t>
            </a:r>
          </a:p>
        </p:txBody>
      </p:sp>
      <p:sp>
        <p:nvSpPr>
          <p:cNvPr id="3" name="text-69boe84u8d">
            <a:extLst xmlns:a="http://schemas.openxmlformats.org/drawingml/2006/main">
              <a:ext uri="{FF2B5EF4-FFF2-40B4-BE49-F238E27FC236}">
                <a16:creationId xmlns:a16="http://schemas.microsoft.com/office/drawing/2014/main" id="{DEC5F4D9-2ECE-4C98-B3C0-0EE32B9F9C2B}"/>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700" b="1">
                <a:solidFill>
                  <a:srgbClr val="10242B"/>
                </a:solidFill>
                <a:latin typeface="DejaVu Sans"/>
                <a:ea typeface="DejaVu Sans"/>
                <a:cs typeface="DejaVu Sans"/>
              </a:defRPr>
            </a:defPPr>
            <a:lvl1pPr algn="l">
              <a:defRPr sz="2700" b="1">
                <a:solidFill>
                  <a:srgbClr val="10242B"/>
                </a:solidFill>
                <a:latin typeface="DejaVu Sans"/>
                <a:ea typeface="DejaVu Sans"/>
                <a:cs typeface="DejaVu Sans"/>
              </a:defRPr>
            </a:lvl1pPr>
            <a:lvl2pPr algn="l">
              <a:defRPr sz="2700" b="1">
                <a:solidFill>
                  <a:srgbClr val="10242B"/>
                </a:solidFill>
                <a:latin typeface="DejaVu Sans"/>
                <a:ea typeface="DejaVu Sans"/>
                <a:cs typeface="DejaVu Sans"/>
              </a:defRPr>
            </a:lvl2pPr>
            <a:lvl3pPr algn="l">
              <a:defRPr sz="2700" b="1">
                <a:solidFill>
                  <a:srgbClr val="10242B"/>
                </a:solidFill>
                <a:latin typeface="DejaVu Sans"/>
                <a:ea typeface="DejaVu Sans"/>
                <a:cs typeface="DejaVu Sans"/>
              </a:defRPr>
            </a:lvl3pPr>
            <a:lvl4pPr algn="l">
              <a:defRPr sz="2700" b="1">
                <a:solidFill>
                  <a:srgbClr val="10242B"/>
                </a:solidFill>
                <a:latin typeface="DejaVu Sans"/>
                <a:ea typeface="DejaVu Sans"/>
                <a:cs typeface="DejaVu Sans"/>
              </a:defRPr>
            </a:lvl4pPr>
            <a:lvl5pPr algn="l">
              <a:defRPr sz="2700" b="1">
                <a:solidFill>
                  <a:srgbClr val="10242B"/>
                </a:solidFill>
                <a:latin typeface="DejaVu Sans"/>
                <a:ea typeface="DejaVu Sans"/>
                <a:cs typeface="DejaVu Sans"/>
              </a:defRPr>
            </a:lvl5pPr>
            <a:lvl6pPr algn="l">
              <a:defRPr sz="2700" b="1">
                <a:solidFill>
                  <a:srgbClr val="10242B"/>
                </a:solidFill>
                <a:latin typeface="DejaVu Sans"/>
                <a:ea typeface="DejaVu Sans"/>
                <a:cs typeface="DejaVu Sans"/>
              </a:defRPr>
            </a:lvl6pPr>
            <a:lvl7pPr algn="l">
              <a:defRPr sz="2700" b="1">
                <a:solidFill>
                  <a:srgbClr val="10242B"/>
                </a:solidFill>
                <a:latin typeface="DejaVu Sans"/>
                <a:ea typeface="DejaVu Sans"/>
                <a:cs typeface="DejaVu Sans"/>
              </a:defRPr>
            </a:lvl7pPr>
            <a:lvl8pPr algn="l">
              <a:defRPr sz="2700" b="1">
                <a:solidFill>
                  <a:srgbClr val="10242B"/>
                </a:solidFill>
                <a:latin typeface="DejaVu Sans"/>
                <a:ea typeface="DejaVu Sans"/>
                <a:cs typeface="DejaVu Sans"/>
              </a:defRPr>
            </a:lvl8pPr>
            <a:lvl9pPr algn="l">
              <a:defRPr sz="2700" b="1">
                <a:solidFill>
                  <a:srgbClr val="10242B"/>
                </a:solidFill>
                <a:latin typeface="DejaVu Sans"/>
                <a:ea typeface="DejaVu Sans"/>
                <a:cs typeface="DejaVu Sans"/>
              </a:defRPr>
            </a:lvl9pPr>
          </a:lstStyle>
          <a:p xmlns:a="http://schemas.openxmlformats.org/drawingml/2006/main">
            <a:pPr algn="l">
              <a:lnSpc>
                <a:spcPct val="112000"/>
              </a:lnSpc>
              <a:buNone/>
              <a:defRPr sz="2700" b="1">
                <a:solidFill>
                  <a:srgbClr val="10242B"/>
                </a:solidFill>
                <a:latin typeface="DejaVu Sans"/>
                <a:ea typeface="DejaVu Sans"/>
                <a:cs typeface="DejaVu Sans"/>
              </a:defRPr>
            </a:pPr>
            <a:r>
              <a:rPr sz="2700" b="1">
                <a:solidFill>
                  <a:srgbClr val="10242B"/>
                </a:solidFill>
                <a:latin typeface="DejaVu Sans"/>
                <a:ea typeface="DejaVu Sans"/>
                <a:cs typeface="DejaVu Sans"/>
              </a:rPr>
              <a:t>Context, memory and retrieval have different roles</a:t>
            </a:r>
          </a:p>
        </p:txBody>
      </p:sp>
      <p:sp>
        <p:nvSpPr>
          <p:cNvPr id="4" name="text-m2udj5x5g4">
            <a:extLst xmlns:a="http://schemas.openxmlformats.org/drawingml/2006/main">
              <a:ext uri="{FF2B5EF4-FFF2-40B4-BE49-F238E27FC236}">
                <a16:creationId xmlns:a16="http://schemas.microsoft.com/office/drawing/2014/main" id="{8A07B1E8-AD33-40B9-9A17-F399839B3208}"/>
              </a:ext>
            </a:extLst>
          </p:cNvPr>
          <p:cNvSpPr>
            <a:spLocks xmlns:a="http://schemas.openxmlformats.org/drawingml/2006/main" noGrp="1"/>
          </p:cNvSpPr>
          <p:nvPr/>
        </p:nvSpPr>
        <p:spPr>
          <a:xfrm xmlns:a="http://schemas.openxmlformats.org/drawingml/2006/main">
            <a:off x="609600" y="1857375"/>
            <a:ext cx="109728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577078"/>
                </a:solidFill>
                <a:latin typeface="DejaVu Sans"/>
                <a:ea typeface="DejaVu Sans"/>
                <a:cs typeface="DejaVu Sans"/>
              </a:defRPr>
            </a:defPPr>
            <a:lvl1pPr algn="l">
              <a:defRPr sz="1575" b="0">
                <a:solidFill>
                  <a:srgbClr val="577078"/>
                </a:solidFill>
                <a:latin typeface="DejaVu Sans"/>
                <a:ea typeface="DejaVu Sans"/>
                <a:cs typeface="DejaVu Sans"/>
              </a:defRPr>
            </a:lvl1pPr>
            <a:lvl2pPr algn="l">
              <a:defRPr sz="1575" b="0">
                <a:solidFill>
                  <a:srgbClr val="577078"/>
                </a:solidFill>
                <a:latin typeface="DejaVu Sans"/>
                <a:ea typeface="DejaVu Sans"/>
                <a:cs typeface="DejaVu Sans"/>
              </a:defRPr>
            </a:lvl2pPr>
            <a:lvl3pPr algn="l">
              <a:defRPr sz="1575" b="0">
                <a:solidFill>
                  <a:srgbClr val="577078"/>
                </a:solidFill>
                <a:latin typeface="DejaVu Sans"/>
                <a:ea typeface="DejaVu Sans"/>
                <a:cs typeface="DejaVu Sans"/>
              </a:defRPr>
            </a:lvl3pPr>
            <a:lvl4pPr algn="l">
              <a:defRPr sz="1575" b="0">
                <a:solidFill>
                  <a:srgbClr val="577078"/>
                </a:solidFill>
                <a:latin typeface="DejaVu Sans"/>
                <a:ea typeface="DejaVu Sans"/>
                <a:cs typeface="DejaVu Sans"/>
              </a:defRPr>
            </a:lvl4pPr>
            <a:lvl5pPr algn="l">
              <a:defRPr sz="1575" b="0">
                <a:solidFill>
                  <a:srgbClr val="577078"/>
                </a:solidFill>
                <a:latin typeface="DejaVu Sans"/>
                <a:ea typeface="DejaVu Sans"/>
                <a:cs typeface="DejaVu Sans"/>
              </a:defRPr>
            </a:lvl5pPr>
            <a:lvl6pPr algn="l">
              <a:defRPr sz="1575" b="0">
                <a:solidFill>
                  <a:srgbClr val="577078"/>
                </a:solidFill>
                <a:latin typeface="DejaVu Sans"/>
                <a:ea typeface="DejaVu Sans"/>
                <a:cs typeface="DejaVu Sans"/>
              </a:defRPr>
            </a:lvl6pPr>
            <a:lvl7pPr algn="l">
              <a:defRPr sz="1575" b="0">
                <a:solidFill>
                  <a:srgbClr val="577078"/>
                </a:solidFill>
                <a:latin typeface="DejaVu Sans"/>
                <a:ea typeface="DejaVu Sans"/>
                <a:cs typeface="DejaVu Sans"/>
              </a:defRPr>
            </a:lvl7pPr>
            <a:lvl8pPr algn="l">
              <a:defRPr sz="1575" b="0">
                <a:solidFill>
                  <a:srgbClr val="577078"/>
                </a:solidFill>
                <a:latin typeface="DejaVu Sans"/>
                <a:ea typeface="DejaVu Sans"/>
                <a:cs typeface="DejaVu Sans"/>
              </a:defRPr>
            </a:lvl8pPr>
            <a:lvl9pPr algn="l">
              <a:defRPr sz="1575" b="0">
                <a:solidFill>
                  <a:srgbClr val="577078"/>
                </a:solidFill>
                <a:latin typeface="DejaVu Sans"/>
                <a:ea typeface="DejaVu Sans"/>
                <a:cs typeface="DejaVu Sans"/>
              </a:defRPr>
            </a:lvl9pPr>
          </a:lstStyle>
          <a:p xmlns:a="http://schemas.openxmlformats.org/drawingml/2006/main">
            <a:pPr algn="l">
              <a:lnSpc>
                <a:spcPct val="112000"/>
              </a:lnSpc>
              <a:buNone/>
              <a:defRPr sz="1575" b="0">
                <a:solidFill>
                  <a:srgbClr val="577078"/>
                </a:solidFill>
                <a:latin typeface="DejaVu Sans"/>
                <a:ea typeface="DejaVu Sans"/>
                <a:cs typeface="DejaVu Sans"/>
              </a:defRPr>
            </a:pPr>
            <a:r>
              <a:rPr sz="1575" b="0">
                <a:solidFill>
                  <a:srgbClr val="577078"/>
                </a:solidFill>
                <a:latin typeface="DejaVu Sans"/>
                <a:ea typeface="DejaVu Sans"/>
                <a:cs typeface="DejaVu Sans"/>
              </a:rPr>
              <a:t>Stored information is not necessarily current or correct.</a:t>
            </a:r>
          </a:p>
        </p:txBody>
      </p:sp>
      <p:sp>
        <p:nvSpPr>
          <p:cNvPr id="5" name="">
            <a:extLst xmlns:a="http://schemas.openxmlformats.org/drawingml/2006/main">
              <a:ext uri="{FF2B5EF4-FFF2-40B4-BE49-F238E27FC236}">
                <a16:creationId xmlns:a16="http://schemas.microsoft.com/office/drawing/2014/main" id="{F92036C9-FCA5-4E75-A184-E745628B57C2}"/>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CCD8D6"/>
          </a:solidFill>
          <a:ln xmlns:a="http://schemas.openxmlformats.org/drawingml/2006/main" w="0">
            <a:noFill/>
            <a:prstDash val="solid"/>
          </a:ln>
        </p:spPr>
      </p:sp>
      <p:sp>
        <p:nvSpPr>
          <p:cNvPr id="6" name="text-zm81blfs22l">
            <a:extLst xmlns:a="http://schemas.openxmlformats.org/drawingml/2006/main">
              <a:ext uri="{FF2B5EF4-FFF2-40B4-BE49-F238E27FC236}">
                <a16:creationId xmlns:a16="http://schemas.microsoft.com/office/drawing/2014/main" id="{ECFB48F3-DF29-4391-A984-9AE130D6850B}"/>
              </a:ext>
            </a:extLst>
          </p:cNvPr>
          <p:cNvSpPr>
            <a:spLocks xmlns:a="http://schemas.openxmlformats.org/drawingml/2006/main" noGrp="1"/>
          </p:cNvSpPr>
          <p:nvPr/>
        </p:nvSpPr>
        <p:spPr>
          <a:xfrm xmlns:a="http://schemas.openxmlformats.org/drawingml/2006/main">
            <a:off x="609600" y="6362700"/>
            <a:ext cx="971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975" b="0">
                <a:solidFill>
                  <a:srgbClr val="577078"/>
                </a:solidFill>
                <a:latin typeface="DejaVu Sans"/>
                <a:ea typeface="DejaVu Sans"/>
                <a:cs typeface="DejaVu Sans"/>
              </a:defRPr>
            </a:defPPr>
            <a:lvl1pPr algn="l">
              <a:defRPr sz="975" b="0">
                <a:solidFill>
                  <a:srgbClr val="577078"/>
                </a:solidFill>
                <a:latin typeface="DejaVu Sans"/>
                <a:ea typeface="DejaVu Sans"/>
                <a:cs typeface="DejaVu Sans"/>
              </a:defRPr>
            </a:lvl1pPr>
            <a:lvl2pPr algn="l">
              <a:defRPr sz="975" b="0">
                <a:solidFill>
                  <a:srgbClr val="577078"/>
                </a:solidFill>
                <a:latin typeface="DejaVu Sans"/>
                <a:ea typeface="DejaVu Sans"/>
                <a:cs typeface="DejaVu Sans"/>
              </a:defRPr>
            </a:lvl2pPr>
            <a:lvl3pPr algn="l">
              <a:defRPr sz="975" b="0">
                <a:solidFill>
                  <a:srgbClr val="577078"/>
                </a:solidFill>
                <a:latin typeface="DejaVu Sans"/>
                <a:ea typeface="DejaVu Sans"/>
                <a:cs typeface="DejaVu Sans"/>
              </a:defRPr>
            </a:lvl3pPr>
            <a:lvl4pPr algn="l">
              <a:defRPr sz="975" b="0">
                <a:solidFill>
                  <a:srgbClr val="577078"/>
                </a:solidFill>
                <a:latin typeface="DejaVu Sans"/>
                <a:ea typeface="DejaVu Sans"/>
                <a:cs typeface="DejaVu Sans"/>
              </a:defRPr>
            </a:lvl4pPr>
            <a:lvl5pPr algn="l">
              <a:defRPr sz="975" b="0">
                <a:solidFill>
                  <a:srgbClr val="577078"/>
                </a:solidFill>
                <a:latin typeface="DejaVu Sans"/>
                <a:ea typeface="DejaVu Sans"/>
                <a:cs typeface="DejaVu Sans"/>
              </a:defRPr>
            </a:lvl5pPr>
            <a:lvl6pPr algn="l">
              <a:defRPr sz="975" b="0">
                <a:solidFill>
                  <a:srgbClr val="577078"/>
                </a:solidFill>
                <a:latin typeface="DejaVu Sans"/>
                <a:ea typeface="DejaVu Sans"/>
                <a:cs typeface="DejaVu Sans"/>
              </a:defRPr>
            </a:lvl6pPr>
            <a:lvl7pPr algn="l">
              <a:defRPr sz="975" b="0">
                <a:solidFill>
                  <a:srgbClr val="577078"/>
                </a:solidFill>
                <a:latin typeface="DejaVu Sans"/>
                <a:ea typeface="DejaVu Sans"/>
                <a:cs typeface="DejaVu Sans"/>
              </a:defRPr>
            </a:lvl7pPr>
            <a:lvl8pPr algn="l">
              <a:defRPr sz="975" b="0">
                <a:solidFill>
                  <a:srgbClr val="577078"/>
                </a:solidFill>
                <a:latin typeface="DejaVu Sans"/>
                <a:ea typeface="DejaVu Sans"/>
                <a:cs typeface="DejaVu Sans"/>
              </a:defRPr>
            </a:lvl8pPr>
            <a:lvl9pPr algn="l">
              <a:defRPr sz="975" b="0">
                <a:solidFill>
                  <a:srgbClr val="577078"/>
                </a:solidFill>
                <a:latin typeface="DejaVu Sans"/>
                <a:ea typeface="DejaVu Sans"/>
                <a:cs typeface="DejaVu Sans"/>
              </a:defRPr>
            </a:lvl9pPr>
          </a:lstStyle>
          <a:p xmlns:a="http://schemas.openxmlformats.org/drawingml/2006/main">
            <a:pPr algn="l">
              <a:lnSpc>
                <a:spcPct val="112000"/>
              </a:lnSpc>
              <a:buNone/>
              <a:defRPr sz="975" b="0">
                <a:solidFill>
                  <a:srgbClr val="577078"/>
                </a:solidFill>
                <a:latin typeface="DejaVu Sans"/>
                <a:ea typeface="DejaVu Sans"/>
                <a:cs typeface="DejaVu Sans"/>
              </a:defRPr>
            </a:pPr>
            <a:r>
              <a:rPr sz="975" b="0">
                <a:solidFill>
                  <a:srgbClr val="577078"/>
                </a:solidFill>
                <a:latin typeface="DejaVu Sans"/>
                <a:ea typeface="DejaVu Sans"/>
                <a:cs typeface="DejaVu Sans"/>
              </a:rPr>
              <a:t>Sergio Gevatschnaider  ·  Qwen-Agent</a:t>
            </a:r>
          </a:p>
        </p:txBody>
      </p:sp>
      <p:sp>
        <p:nvSpPr>
          <p:cNvPr id="7" name="text-8tmfjwlc3fr">
            <a:extLst xmlns:a="http://schemas.openxmlformats.org/drawingml/2006/main">
              <a:ext uri="{FF2B5EF4-FFF2-40B4-BE49-F238E27FC236}">
                <a16:creationId xmlns:a16="http://schemas.microsoft.com/office/drawing/2014/main" id="{E0FD36DC-DAB8-45FB-940A-9085D7C80A26}"/>
              </a:ext>
            </a:extLst>
          </p:cNvPr>
          <p:cNvSpPr>
            <a:spLocks xmlns:a="http://schemas.openxmlformats.org/drawingml/2006/main" noGrp="1"/>
          </p:cNvSpPr>
          <p:nvPr/>
        </p:nvSpPr>
        <p:spPr>
          <a:xfrm xmlns:a="http://schemas.openxmlformats.org/drawingml/2006/main">
            <a:off x="10934700" y="6296025"/>
            <a:ext cx="6477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725" b="1">
                <a:solidFill>
                  <a:srgbClr val="087D78"/>
                </a:solidFill>
                <a:latin typeface="DejaVu Sans"/>
                <a:ea typeface="DejaVu Sans"/>
                <a:cs typeface="DejaVu Sans"/>
              </a:defRPr>
            </a:defPPr>
            <a:lvl1pPr algn="r">
              <a:defRPr sz="1725" b="1">
                <a:solidFill>
                  <a:srgbClr val="087D78"/>
                </a:solidFill>
                <a:latin typeface="DejaVu Sans"/>
                <a:ea typeface="DejaVu Sans"/>
                <a:cs typeface="DejaVu Sans"/>
              </a:defRPr>
            </a:lvl1pPr>
            <a:lvl2pPr algn="r">
              <a:defRPr sz="1725" b="1">
                <a:solidFill>
                  <a:srgbClr val="087D78"/>
                </a:solidFill>
                <a:latin typeface="DejaVu Sans"/>
                <a:ea typeface="DejaVu Sans"/>
                <a:cs typeface="DejaVu Sans"/>
              </a:defRPr>
            </a:lvl2pPr>
            <a:lvl3pPr algn="r">
              <a:defRPr sz="1725" b="1">
                <a:solidFill>
                  <a:srgbClr val="087D78"/>
                </a:solidFill>
                <a:latin typeface="DejaVu Sans"/>
                <a:ea typeface="DejaVu Sans"/>
                <a:cs typeface="DejaVu Sans"/>
              </a:defRPr>
            </a:lvl3pPr>
            <a:lvl4pPr algn="r">
              <a:defRPr sz="1725" b="1">
                <a:solidFill>
                  <a:srgbClr val="087D78"/>
                </a:solidFill>
                <a:latin typeface="DejaVu Sans"/>
                <a:ea typeface="DejaVu Sans"/>
                <a:cs typeface="DejaVu Sans"/>
              </a:defRPr>
            </a:lvl4pPr>
            <a:lvl5pPr algn="r">
              <a:defRPr sz="1725" b="1">
                <a:solidFill>
                  <a:srgbClr val="087D78"/>
                </a:solidFill>
                <a:latin typeface="DejaVu Sans"/>
                <a:ea typeface="DejaVu Sans"/>
                <a:cs typeface="DejaVu Sans"/>
              </a:defRPr>
            </a:lvl5pPr>
            <a:lvl6pPr algn="r">
              <a:defRPr sz="1725" b="1">
                <a:solidFill>
                  <a:srgbClr val="087D78"/>
                </a:solidFill>
                <a:latin typeface="DejaVu Sans"/>
                <a:ea typeface="DejaVu Sans"/>
                <a:cs typeface="DejaVu Sans"/>
              </a:defRPr>
            </a:lvl6pPr>
            <a:lvl7pPr algn="r">
              <a:defRPr sz="1725" b="1">
                <a:solidFill>
                  <a:srgbClr val="087D78"/>
                </a:solidFill>
                <a:latin typeface="DejaVu Sans"/>
                <a:ea typeface="DejaVu Sans"/>
                <a:cs typeface="DejaVu Sans"/>
              </a:defRPr>
            </a:lvl7pPr>
            <a:lvl8pPr algn="r">
              <a:defRPr sz="1725" b="1">
                <a:solidFill>
                  <a:srgbClr val="087D78"/>
                </a:solidFill>
                <a:latin typeface="DejaVu Sans"/>
                <a:ea typeface="DejaVu Sans"/>
                <a:cs typeface="DejaVu Sans"/>
              </a:defRPr>
            </a:lvl8pPr>
            <a:lvl9pPr algn="r">
              <a:defRPr sz="1725" b="1">
                <a:solidFill>
                  <a:srgbClr val="087D78"/>
                </a:solidFill>
                <a:latin typeface="DejaVu Sans"/>
                <a:ea typeface="DejaVu Sans"/>
                <a:cs typeface="DejaVu Sans"/>
              </a:defRPr>
            </a:lvl9pPr>
          </a:lstStyle>
          <a:p xmlns:a="http://schemas.openxmlformats.org/drawingml/2006/main">
            <a:pPr algn="r">
              <a:lnSpc>
                <a:spcPct val="112000"/>
              </a:lnSpc>
              <a:buNone/>
              <a:defRPr sz="1725" b="1">
                <a:solidFill>
                  <a:srgbClr val="087D78"/>
                </a:solidFill>
                <a:latin typeface="DejaVu Sans"/>
                <a:ea typeface="DejaVu Sans"/>
                <a:cs typeface="DejaVu Sans"/>
              </a:defRPr>
            </a:pPr>
            <a:r>
              <a:rPr sz="1725" b="1">
                <a:solidFill>
                  <a:srgbClr val="087D78"/>
                </a:solidFill>
                <a:latin typeface="DejaVu Sans"/>
                <a:ea typeface="DejaVu Sans"/>
                <a:cs typeface="DejaVu Sans"/>
              </a:rPr>
              <a:t>11</a:t>
            </a:r>
          </a:p>
        </p:txBody>
      </p:sp>
      <p:sp>
        <p:nvSpPr>
          <p:cNvPr id="8" name="">
            <a:extLst xmlns:a="http://schemas.openxmlformats.org/drawingml/2006/main">
              <a:ext uri="{FF2B5EF4-FFF2-40B4-BE49-F238E27FC236}">
                <a16:creationId xmlns:a16="http://schemas.microsoft.com/office/drawing/2014/main" id="{E21622A0-5D0D-4C49-BC6C-DAA2BE5247BC}"/>
              </a:ext>
            </a:extLst>
          </p:cNvPr>
          <p:cNvSpPr>
            <a:spLocks xmlns:a="http://schemas.openxmlformats.org/drawingml/2006/main" noGrp="1"/>
          </p:cNvSpPr>
          <p:nvPr/>
        </p:nvSpPr>
        <p:spPr>
          <a:xfrm xmlns:a="http://schemas.openxmlformats.org/drawingml/2006/main">
            <a:off x="609600" y="2571750"/>
            <a:ext cx="3479800" cy="3095625"/>
          </a:xfrm>
          <a:prstGeom xmlns:a="http://schemas.openxmlformats.org/drawingml/2006/main" prst="rect">
            <a:avLst/>
          </a:prstGeom>
          <a:solidFill xmlns:a="http://schemas.openxmlformats.org/drawingml/2006/main">
            <a:srgbClr val="FFFDFA"/>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E02860C6-4411-49CA-B990-FBA2E3664FA1}"/>
              </a:ext>
            </a:extLst>
          </p:cNvPr>
          <p:cNvSpPr>
            <a:spLocks xmlns:a="http://schemas.openxmlformats.org/drawingml/2006/main" noGrp="1"/>
          </p:cNvSpPr>
          <p:nvPr/>
        </p:nvSpPr>
        <p:spPr>
          <a:xfrm xmlns:a="http://schemas.openxmlformats.org/drawingml/2006/main">
            <a:off x="609600" y="2571750"/>
            <a:ext cx="38100" cy="3095625"/>
          </a:xfrm>
          <a:prstGeom xmlns:a="http://schemas.openxmlformats.org/drawingml/2006/main" prst="rect">
            <a:avLst/>
          </a:prstGeom>
          <a:solidFill xmlns:a="http://schemas.openxmlformats.org/drawingml/2006/main">
            <a:srgbClr val="087D78"/>
          </a:solidFill>
          <a:ln xmlns:a="http://schemas.openxmlformats.org/drawingml/2006/main" w="0">
            <a:noFill/>
            <a:prstDash val="solid"/>
          </a:ln>
        </p:spPr>
      </p:sp>
      <p:sp>
        <p:nvSpPr>
          <p:cNvPr id="10" name="text-gwcekxc9r6g">
            <a:extLst xmlns:a="http://schemas.openxmlformats.org/drawingml/2006/main">
              <a:ext uri="{FF2B5EF4-FFF2-40B4-BE49-F238E27FC236}">
                <a16:creationId xmlns:a16="http://schemas.microsoft.com/office/drawing/2014/main" id="{C9F01700-24F6-46E7-90F0-AE3F1C6DFC85}"/>
              </a:ext>
            </a:extLst>
          </p:cNvPr>
          <p:cNvSpPr>
            <a:spLocks xmlns:a="http://schemas.openxmlformats.org/drawingml/2006/main" noGrp="1"/>
          </p:cNvSpPr>
          <p:nvPr/>
        </p:nvSpPr>
        <p:spPr>
          <a:xfrm xmlns:a="http://schemas.openxmlformats.org/drawingml/2006/main">
            <a:off x="819150" y="2743200"/>
            <a:ext cx="30607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1">
                <a:solidFill>
                  <a:srgbClr val="10242B"/>
                </a:solidFill>
                <a:latin typeface="DejaVu Sans"/>
                <a:ea typeface="DejaVu Sans"/>
                <a:cs typeface="DejaVu Sans"/>
              </a:defRPr>
            </a:defPPr>
            <a:lvl1pPr algn="l">
              <a:defRPr sz="1800" b="1">
                <a:solidFill>
                  <a:srgbClr val="10242B"/>
                </a:solidFill>
                <a:latin typeface="DejaVu Sans"/>
                <a:ea typeface="DejaVu Sans"/>
                <a:cs typeface="DejaVu Sans"/>
              </a:defRPr>
            </a:lvl1pPr>
            <a:lvl2pPr algn="l">
              <a:defRPr sz="1800" b="1">
                <a:solidFill>
                  <a:srgbClr val="10242B"/>
                </a:solidFill>
                <a:latin typeface="DejaVu Sans"/>
                <a:ea typeface="DejaVu Sans"/>
                <a:cs typeface="DejaVu Sans"/>
              </a:defRPr>
            </a:lvl2pPr>
            <a:lvl3pPr algn="l">
              <a:defRPr sz="1800" b="1">
                <a:solidFill>
                  <a:srgbClr val="10242B"/>
                </a:solidFill>
                <a:latin typeface="DejaVu Sans"/>
                <a:ea typeface="DejaVu Sans"/>
                <a:cs typeface="DejaVu Sans"/>
              </a:defRPr>
            </a:lvl3pPr>
            <a:lvl4pPr algn="l">
              <a:defRPr sz="1800" b="1">
                <a:solidFill>
                  <a:srgbClr val="10242B"/>
                </a:solidFill>
                <a:latin typeface="DejaVu Sans"/>
                <a:ea typeface="DejaVu Sans"/>
                <a:cs typeface="DejaVu Sans"/>
              </a:defRPr>
            </a:lvl4pPr>
            <a:lvl5pPr algn="l">
              <a:defRPr sz="1800" b="1">
                <a:solidFill>
                  <a:srgbClr val="10242B"/>
                </a:solidFill>
                <a:latin typeface="DejaVu Sans"/>
                <a:ea typeface="DejaVu Sans"/>
                <a:cs typeface="DejaVu Sans"/>
              </a:defRPr>
            </a:lvl5pPr>
            <a:lvl6pPr algn="l">
              <a:defRPr sz="1800" b="1">
                <a:solidFill>
                  <a:srgbClr val="10242B"/>
                </a:solidFill>
                <a:latin typeface="DejaVu Sans"/>
                <a:ea typeface="DejaVu Sans"/>
                <a:cs typeface="DejaVu Sans"/>
              </a:defRPr>
            </a:lvl6pPr>
            <a:lvl7pPr algn="l">
              <a:defRPr sz="1800" b="1">
                <a:solidFill>
                  <a:srgbClr val="10242B"/>
                </a:solidFill>
                <a:latin typeface="DejaVu Sans"/>
                <a:ea typeface="DejaVu Sans"/>
                <a:cs typeface="DejaVu Sans"/>
              </a:defRPr>
            </a:lvl7pPr>
            <a:lvl8pPr algn="l">
              <a:defRPr sz="1800" b="1">
                <a:solidFill>
                  <a:srgbClr val="10242B"/>
                </a:solidFill>
                <a:latin typeface="DejaVu Sans"/>
                <a:ea typeface="DejaVu Sans"/>
                <a:cs typeface="DejaVu Sans"/>
              </a:defRPr>
            </a:lvl8pPr>
            <a:lvl9pPr algn="l">
              <a:defRPr sz="1800" b="1">
                <a:solidFill>
                  <a:srgbClr val="10242B"/>
                </a:solidFill>
                <a:latin typeface="DejaVu Sans"/>
                <a:ea typeface="DejaVu Sans"/>
                <a:cs typeface="DejaVu Sans"/>
              </a:defRPr>
            </a:lvl9pPr>
          </a:lstStyle>
          <a:p xmlns:a="http://schemas.openxmlformats.org/drawingml/2006/main">
            <a:pPr algn="l">
              <a:lnSpc>
                <a:spcPct val="112000"/>
              </a:lnSpc>
              <a:buNone/>
              <a:defRPr sz="1800" b="1">
                <a:solidFill>
                  <a:srgbClr val="10242B"/>
                </a:solidFill>
                <a:latin typeface="DejaVu Sans"/>
                <a:ea typeface="DejaVu Sans"/>
                <a:cs typeface="DejaVu Sans"/>
              </a:defRPr>
            </a:pPr>
            <a:r>
              <a:rPr sz="1800" b="1">
                <a:solidFill>
                  <a:srgbClr val="10242B"/>
                </a:solidFill>
                <a:latin typeface="DejaVu Sans"/>
                <a:ea typeface="DejaVu Sans"/>
                <a:cs typeface="DejaVu Sans"/>
              </a:rPr>
              <a:t>Working context</a:t>
            </a:r>
          </a:p>
        </p:txBody>
      </p:sp>
      <p:sp>
        <p:nvSpPr>
          <p:cNvPr id="11" name="text-ivk4hboeqyj">
            <a:extLst xmlns:a="http://schemas.openxmlformats.org/drawingml/2006/main">
              <a:ext uri="{FF2B5EF4-FFF2-40B4-BE49-F238E27FC236}">
                <a16:creationId xmlns:a16="http://schemas.microsoft.com/office/drawing/2014/main" id="{3FCD790B-44A7-49D9-9C00-4A1604B49D9E}"/>
              </a:ext>
            </a:extLst>
          </p:cNvPr>
          <p:cNvSpPr>
            <a:spLocks xmlns:a="http://schemas.openxmlformats.org/drawingml/2006/main" noGrp="1"/>
          </p:cNvSpPr>
          <p:nvPr/>
        </p:nvSpPr>
        <p:spPr>
          <a:xfrm xmlns:a="http://schemas.openxmlformats.org/drawingml/2006/main">
            <a:off x="819150" y="3362325"/>
            <a:ext cx="3060700" cy="2219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577078"/>
                </a:solidFill>
                <a:latin typeface="DejaVu Sans"/>
                <a:ea typeface="DejaVu Sans"/>
                <a:cs typeface="DejaVu Sans"/>
              </a:defRPr>
            </a:defPPr>
            <a:lvl1pPr algn="l">
              <a:defRPr sz="1650" b="0">
                <a:solidFill>
                  <a:srgbClr val="577078"/>
                </a:solidFill>
                <a:latin typeface="DejaVu Sans"/>
                <a:ea typeface="DejaVu Sans"/>
                <a:cs typeface="DejaVu Sans"/>
              </a:defRPr>
            </a:lvl1pPr>
            <a:lvl2pPr algn="l">
              <a:defRPr sz="1650" b="0">
                <a:solidFill>
                  <a:srgbClr val="577078"/>
                </a:solidFill>
                <a:latin typeface="DejaVu Sans"/>
                <a:ea typeface="DejaVu Sans"/>
                <a:cs typeface="DejaVu Sans"/>
              </a:defRPr>
            </a:lvl2pPr>
            <a:lvl3pPr algn="l">
              <a:defRPr sz="1650" b="0">
                <a:solidFill>
                  <a:srgbClr val="577078"/>
                </a:solidFill>
                <a:latin typeface="DejaVu Sans"/>
                <a:ea typeface="DejaVu Sans"/>
                <a:cs typeface="DejaVu Sans"/>
              </a:defRPr>
            </a:lvl3pPr>
            <a:lvl4pPr algn="l">
              <a:defRPr sz="1650" b="0">
                <a:solidFill>
                  <a:srgbClr val="577078"/>
                </a:solidFill>
                <a:latin typeface="DejaVu Sans"/>
                <a:ea typeface="DejaVu Sans"/>
                <a:cs typeface="DejaVu Sans"/>
              </a:defRPr>
            </a:lvl4pPr>
            <a:lvl5pPr algn="l">
              <a:defRPr sz="1650" b="0">
                <a:solidFill>
                  <a:srgbClr val="577078"/>
                </a:solidFill>
                <a:latin typeface="DejaVu Sans"/>
                <a:ea typeface="DejaVu Sans"/>
                <a:cs typeface="DejaVu Sans"/>
              </a:defRPr>
            </a:lvl5pPr>
            <a:lvl6pPr algn="l">
              <a:defRPr sz="1650" b="0">
                <a:solidFill>
                  <a:srgbClr val="577078"/>
                </a:solidFill>
                <a:latin typeface="DejaVu Sans"/>
                <a:ea typeface="DejaVu Sans"/>
                <a:cs typeface="DejaVu Sans"/>
              </a:defRPr>
            </a:lvl6pPr>
            <a:lvl7pPr algn="l">
              <a:defRPr sz="1650" b="0">
                <a:solidFill>
                  <a:srgbClr val="577078"/>
                </a:solidFill>
                <a:latin typeface="DejaVu Sans"/>
                <a:ea typeface="DejaVu Sans"/>
                <a:cs typeface="DejaVu Sans"/>
              </a:defRPr>
            </a:lvl7pPr>
            <a:lvl8pPr algn="l">
              <a:defRPr sz="1650" b="0">
                <a:solidFill>
                  <a:srgbClr val="577078"/>
                </a:solidFill>
                <a:latin typeface="DejaVu Sans"/>
                <a:ea typeface="DejaVu Sans"/>
                <a:cs typeface="DejaVu Sans"/>
              </a:defRPr>
            </a:lvl8pPr>
            <a:lvl9pPr algn="l">
              <a:defRPr sz="1650" b="0">
                <a:solidFill>
                  <a:srgbClr val="577078"/>
                </a:solidFill>
                <a:latin typeface="DejaVu Sans"/>
                <a:ea typeface="DejaVu Sans"/>
                <a:cs typeface="DejaVu Sans"/>
              </a:defRPr>
            </a:lvl9pPr>
          </a:lstStyle>
          <a:p xmlns:a="http://schemas.openxmlformats.org/drawingml/2006/main">
            <a:pPr algn="l">
              <a:lnSpc>
                <a:spcPct val="112000"/>
              </a:lnSpc>
              <a:buNone/>
              <a:defRPr sz="1650" b="0">
                <a:solidFill>
                  <a:srgbClr val="577078"/>
                </a:solidFill>
                <a:latin typeface="DejaVu Sans"/>
                <a:ea typeface="DejaVu Sans"/>
                <a:cs typeface="DejaVu Sans"/>
              </a:defRPr>
            </a:pPr>
            <a:r>
              <a:rPr sz="1650" b="0">
                <a:solidFill>
                  <a:srgbClr val="577078"/>
                </a:solidFill>
                <a:latin typeface="DejaVu Sans"/>
                <a:ea typeface="DejaVu Sans"/>
                <a:cs typeface="DejaVu Sans"/>
              </a:rPr>
              <a:t>Messages and results available during this run.</a:t>
            </a:r>
          </a:p>
        </p:txBody>
      </p:sp>
      <p:sp>
        <p:nvSpPr>
          <p:cNvPr id="12" name="">
            <a:extLst xmlns:a="http://schemas.openxmlformats.org/drawingml/2006/main">
              <a:ext uri="{FF2B5EF4-FFF2-40B4-BE49-F238E27FC236}">
                <a16:creationId xmlns:a16="http://schemas.microsoft.com/office/drawing/2014/main" id="{7E36EAB8-4CC0-4334-B969-8E878BC5625C}"/>
              </a:ext>
            </a:extLst>
          </p:cNvPr>
          <p:cNvSpPr>
            <a:spLocks xmlns:a="http://schemas.openxmlformats.org/drawingml/2006/main" noGrp="1"/>
          </p:cNvSpPr>
          <p:nvPr/>
        </p:nvSpPr>
        <p:spPr>
          <a:xfrm xmlns:a="http://schemas.openxmlformats.org/drawingml/2006/main">
            <a:off x="4356100" y="2571750"/>
            <a:ext cx="3479800" cy="3095625"/>
          </a:xfrm>
          <a:prstGeom xmlns:a="http://schemas.openxmlformats.org/drawingml/2006/main" prst="rect">
            <a:avLst/>
          </a:prstGeom>
          <a:solidFill xmlns:a="http://schemas.openxmlformats.org/drawingml/2006/main">
            <a:srgbClr val="FFFDFA"/>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34280D4A-39CB-47E5-9EF9-481C6EB9339A}"/>
              </a:ext>
            </a:extLst>
          </p:cNvPr>
          <p:cNvSpPr>
            <a:spLocks xmlns:a="http://schemas.openxmlformats.org/drawingml/2006/main" noGrp="1"/>
          </p:cNvSpPr>
          <p:nvPr/>
        </p:nvSpPr>
        <p:spPr>
          <a:xfrm xmlns:a="http://schemas.openxmlformats.org/drawingml/2006/main">
            <a:off x="4356100" y="2571750"/>
            <a:ext cx="38100" cy="3095625"/>
          </a:xfrm>
          <a:prstGeom xmlns:a="http://schemas.openxmlformats.org/drawingml/2006/main" prst="rect">
            <a:avLst/>
          </a:prstGeom>
          <a:solidFill xmlns:a="http://schemas.openxmlformats.org/drawingml/2006/main">
            <a:srgbClr val="D64136"/>
          </a:solidFill>
          <a:ln xmlns:a="http://schemas.openxmlformats.org/drawingml/2006/main" w="0">
            <a:noFill/>
            <a:prstDash val="solid"/>
          </a:ln>
        </p:spPr>
      </p:sp>
      <p:sp>
        <p:nvSpPr>
          <p:cNvPr id="14" name="text-scleh41vn5">
            <a:extLst xmlns:a="http://schemas.openxmlformats.org/drawingml/2006/main">
              <a:ext uri="{FF2B5EF4-FFF2-40B4-BE49-F238E27FC236}">
                <a16:creationId xmlns:a16="http://schemas.microsoft.com/office/drawing/2014/main" id="{00098E93-5849-4BE5-834D-D72FBB4D303F}"/>
              </a:ext>
            </a:extLst>
          </p:cNvPr>
          <p:cNvSpPr>
            <a:spLocks xmlns:a="http://schemas.openxmlformats.org/drawingml/2006/main" noGrp="1"/>
          </p:cNvSpPr>
          <p:nvPr/>
        </p:nvSpPr>
        <p:spPr>
          <a:xfrm xmlns:a="http://schemas.openxmlformats.org/drawingml/2006/main">
            <a:off x="4565650" y="2743200"/>
            <a:ext cx="30607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1">
                <a:solidFill>
                  <a:srgbClr val="10242B"/>
                </a:solidFill>
                <a:latin typeface="DejaVu Sans"/>
                <a:ea typeface="DejaVu Sans"/>
                <a:cs typeface="DejaVu Sans"/>
              </a:defRPr>
            </a:defPPr>
            <a:lvl1pPr algn="l">
              <a:defRPr sz="1800" b="1">
                <a:solidFill>
                  <a:srgbClr val="10242B"/>
                </a:solidFill>
                <a:latin typeface="DejaVu Sans"/>
                <a:ea typeface="DejaVu Sans"/>
                <a:cs typeface="DejaVu Sans"/>
              </a:defRPr>
            </a:lvl1pPr>
            <a:lvl2pPr algn="l">
              <a:defRPr sz="1800" b="1">
                <a:solidFill>
                  <a:srgbClr val="10242B"/>
                </a:solidFill>
                <a:latin typeface="DejaVu Sans"/>
                <a:ea typeface="DejaVu Sans"/>
                <a:cs typeface="DejaVu Sans"/>
              </a:defRPr>
            </a:lvl2pPr>
            <a:lvl3pPr algn="l">
              <a:defRPr sz="1800" b="1">
                <a:solidFill>
                  <a:srgbClr val="10242B"/>
                </a:solidFill>
                <a:latin typeface="DejaVu Sans"/>
                <a:ea typeface="DejaVu Sans"/>
                <a:cs typeface="DejaVu Sans"/>
              </a:defRPr>
            </a:lvl3pPr>
            <a:lvl4pPr algn="l">
              <a:defRPr sz="1800" b="1">
                <a:solidFill>
                  <a:srgbClr val="10242B"/>
                </a:solidFill>
                <a:latin typeface="DejaVu Sans"/>
                <a:ea typeface="DejaVu Sans"/>
                <a:cs typeface="DejaVu Sans"/>
              </a:defRPr>
            </a:lvl4pPr>
            <a:lvl5pPr algn="l">
              <a:defRPr sz="1800" b="1">
                <a:solidFill>
                  <a:srgbClr val="10242B"/>
                </a:solidFill>
                <a:latin typeface="DejaVu Sans"/>
                <a:ea typeface="DejaVu Sans"/>
                <a:cs typeface="DejaVu Sans"/>
              </a:defRPr>
            </a:lvl5pPr>
            <a:lvl6pPr algn="l">
              <a:defRPr sz="1800" b="1">
                <a:solidFill>
                  <a:srgbClr val="10242B"/>
                </a:solidFill>
                <a:latin typeface="DejaVu Sans"/>
                <a:ea typeface="DejaVu Sans"/>
                <a:cs typeface="DejaVu Sans"/>
              </a:defRPr>
            </a:lvl6pPr>
            <a:lvl7pPr algn="l">
              <a:defRPr sz="1800" b="1">
                <a:solidFill>
                  <a:srgbClr val="10242B"/>
                </a:solidFill>
                <a:latin typeface="DejaVu Sans"/>
                <a:ea typeface="DejaVu Sans"/>
                <a:cs typeface="DejaVu Sans"/>
              </a:defRPr>
            </a:lvl7pPr>
            <a:lvl8pPr algn="l">
              <a:defRPr sz="1800" b="1">
                <a:solidFill>
                  <a:srgbClr val="10242B"/>
                </a:solidFill>
                <a:latin typeface="DejaVu Sans"/>
                <a:ea typeface="DejaVu Sans"/>
                <a:cs typeface="DejaVu Sans"/>
              </a:defRPr>
            </a:lvl8pPr>
            <a:lvl9pPr algn="l">
              <a:defRPr sz="1800" b="1">
                <a:solidFill>
                  <a:srgbClr val="10242B"/>
                </a:solidFill>
                <a:latin typeface="DejaVu Sans"/>
                <a:ea typeface="DejaVu Sans"/>
                <a:cs typeface="DejaVu Sans"/>
              </a:defRPr>
            </a:lvl9pPr>
          </a:lstStyle>
          <a:p xmlns:a="http://schemas.openxmlformats.org/drawingml/2006/main">
            <a:pPr algn="l">
              <a:lnSpc>
                <a:spcPct val="112000"/>
              </a:lnSpc>
              <a:buNone/>
              <a:defRPr sz="1800" b="1">
                <a:solidFill>
                  <a:srgbClr val="10242B"/>
                </a:solidFill>
                <a:latin typeface="DejaVu Sans"/>
                <a:ea typeface="DejaVu Sans"/>
                <a:cs typeface="DejaVu Sans"/>
              </a:defRPr>
            </a:pPr>
            <a:r>
              <a:rPr sz="1800" b="1">
                <a:solidFill>
                  <a:srgbClr val="10242B"/>
                </a:solidFill>
                <a:latin typeface="DejaVu Sans"/>
                <a:ea typeface="DejaVu Sans"/>
                <a:cs typeface="DejaVu Sans"/>
              </a:rPr>
              <a:t>Persistent memory</a:t>
            </a:r>
          </a:p>
        </p:txBody>
      </p:sp>
      <p:sp>
        <p:nvSpPr>
          <p:cNvPr id="15" name="text-lbewpx1mjzd">
            <a:extLst xmlns:a="http://schemas.openxmlformats.org/drawingml/2006/main">
              <a:ext uri="{FF2B5EF4-FFF2-40B4-BE49-F238E27FC236}">
                <a16:creationId xmlns:a16="http://schemas.microsoft.com/office/drawing/2014/main" id="{545D1F82-4B69-460E-8737-4D881FF9933C}"/>
              </a:ext>
            </a:extLst>
          </p:cNvPr>
          <p:cNvSpPr>
            <a:spLocks xmlns:a="http://schemas.openxmlformats.org/drawingml/2006/main" noGrp="1"/>
          </p:cNvSpPr>
          <p:nvPr/>
        </p:nvSpPr>
        <p:spPr>
          <a:xfrm xmlns:a="http://schemas.openxmlformats.org/drawingml/2006/main">
            <a:off x="4565650" y="3362325"/>
            <a:ext cx="3060700" cy="2219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577078"/>
                </a:solidFill>
                <a:latin typeface="DejaVu Sans"/>
                <a:ea typeface="DejaVu Sans"/>
                <a:cs typeface="DejaVu Sans"/>
              </a:defRPr>
            </a:defPPr>
            <a:lvl1pPr algn="l">
              <a:defRPr sz="1650" b="0">
                <a:solidFill>
                  <a:srgbClr val="577078"/>
                </a:solidFill>
                <a:latin typeface="DejaVu Sans"/>
                <a:ea typeface="DejaVu Sans"/>
                <a:cs typeface="DejaVu Sans"/>
              </a:defRPr>
            </a:lvl1pPr>
            <a:lvl2pPr algn="l">
              <a:defRPr sz="1650" b="0">
                <a:solidFill>
                  <a:srgbClr val="577078"/>
                </a:solidFill>
                <a:latin typeface="DejaVu Sans"/>
                <a:ea typeface="DejaVu Sans"/>
                <a:cs typeface="DejaVu Sans"/>
              </a:defRPr>
            </a:lvl2pPr>
            <a:lvl3pPr algn="l">
              <a:defRPr sz="1650" b="0">
                <a:solidFill>
                  <a:srgbClr val="577078"/>
                </a:solidFill>
                <a:latin typeface="DejaVu Sans"/>
                <a:ea typeface="DejaVu Sans"/>
                <a:cs typeface="DejaVu Sans"/>
              </a:defRPr>
            </a:lvl3pPr>
            <a:lvl4pPr algn="l">
              <a:defRPr sz="1650" b="0">
                <a:solidFill>
                  <a:srgbClr val="577078"/>
                </a:solidFill>
                <a:latin typeface="DejaVu Sans"/>
                <a:ea typeface="DejaVu Sans"/>
                <a:cs typeface="DejaVu Sans"/>
              </a:defRPr>
            </a:lvl4pPr>
            <a:lvl5pPr algn="l">
              <a:defRPr sz="1650" b="0">
                <a:solidFill>
                  <a:srgbClr val="577078"/>
                </a:solidFill>
                <a:latin typeface="DejaVu Sans"/>
                <a:ea typeface="DejaVu Sans"/>
                <a:cs typeface="DejaVu Sans"/>
              </a:defRPr>
            </a:lvl5pPr>
            <a:lvl6pPr algn="l">
              <a:defRPr sz="1650" b="0">
                <a:solidFill>
                  <a:srgbClr val="577078"/>
                </a:solidFill>
                <a:latin typeface="DejaVu Sans"/>
                <a:ea typeface="DejaVu Sans"/>
                <a:cs typeface="DejaVu Sans"/>
              </a:defRPr>
            </a:lvl6pPr>
            <a:lvl7pPr algn="l">
              <a:defRPr sz="1650" b="0">
                <a:solidFill>
                  <a:srgbClr val="577078"/>
                </a:solidFill>
                <a:latin typeface="DejaVu Sans"/>
                <a:ea typeface="DejaVu Sans"/>
                <a:cs typeface="DejaVu Sans"/>
              </a:defRPr>
            </a:lvl7pPr>
            <a:lvl8pPr algn="l">
              <a:defRPr sz="1650" b="0">
                <a:solidFill>
                  <a:srgbClr val="577078"/>
                </a:solidFill>
                <a:latin typeface="DejaVu Sans"/>
                <a:ea typeface="DejaVu Sans"/>
                <a:cs typeface="DejaVu Sans"/>
              </a:defRPr>
            </a:lvl8pPr>
            <a:lvl9pPr algn="l">
              <a:defRPr sz="1650" b="0">
                <a:solidFill>
                  <a:srgbClr val="577078"/>
                </a:solidFill>
                <a:latin typeface="DejaVu Sans"/>
                <a:ea typeface="DejaVu Sans"/>
                <a:cs typeface="DejaVu Sans"/>
              </a:defRPr>
            </a:lvl9pPr>
          </a:lstStyle>
          <a:p xmlns:a="http://schemas.openxmlformats.org/drawingml/2006/main">
            <a:pPr algn="l">
              <a:lnSpc>
                <a:spcPct val="112000"/>
              </a:lnSpc>
              <a:buNone/>
              <a:defRPr sz="1650" b="0">
                <a:solidFill>
                  <a:srgbClr val="577078"/>
                </a:solidFill>
                <a:latin typeface="DejaVu Sans"/>
                <a:ea typeface="DejaVu Sans"/>
                <a:cs typeface="DejaVu Sans"/>
              </a:defRPr>
            </a:pPr>
            <a:r>
              <a:rPr sz="1650" b="0">
                <a:solidFill>
                  <a:srgbClr val="577078"/>
                </a:solidFill>
                <a:latin typeface="DejaVu Sans"/>
                <a:ea typeface="DejaVu Sans"/>
                <a:cs typeface="DejaVu Sans"/>
              </a:rPr>
              <a:t>Preferences and facts stored across runs.</a:t>
            </a:r>
          </a:p>
        </p:txBody>
      </p:sp>
      <p:sp>
        <p:nvSpPr>
          <p:cNvPr id="16" name="">
            <a:extLst xmlns:a="http://schemas.openxmlformats.org/drawingml/2006/main">
              <a:ext uri="{FF2B5EF4-FFF2-40B4-BE49-F238E27FC236}">
                <a16:creationId xmlns:a16="http://schemas.microsoft.com/office/drawing/2014/main" id="{ED36A619-0F82-430A-B445-BA4B63785887}"/>
              </a:ext>
            </a:extLst>
          </p:cNvPr>
          <p:cNvSpPr>
            <a:spLocks xmlns:a="http://schemas.openxmlformats.org/drawingml/2006/main" noGrp="1"/>
          </p:cNvSpPr>
          <p:nvPr/>
        </p:nvSpPr>
        <p:spPr>
          <a:xfrm xmlns:a="http://schemas.openxmlformats.org/drawingml/2006/main">
            <a:off x="8102600" y="2571750"/>
            <a:ext cx="3479800" cy="3095625"/>
          </a:xfrm>
          <a:prstGeom xmlns:a="http://schemas.openxmlformats.org/drawingml/2006/main" prst="rect">
            <a:avLst/>
          </a:prstGeom>
          <a:solidFill xmlns:a="http://schemas.openxmlformats.org/drawingml/2006/main">
            <a:srgbClr val="FFFDFA"/>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24B340AC-F625-4675-8F9C-F1626508E82F}"/>
              </a:ext>
            </a:extLst>
          </p:cNvPr>
          <p:cNvSpPr>
            <a:spLocks xmlns:a="http://schemas.openxmlformats.org/drawingml/2006/main" noGrp="1"/>
          </p:cNvSpPr>
          <p:nvPr/>
        </p:nvSpPr>
        <p:spPr>
          <a:xfrm xmlns:a="http://schemas.openxmlformats.org/drawingml/2006/main">
            <a:off x="8102600" y="2571750"/>
            <a:ext cx="38100" cy="3095625"/>
          </a:xfrm>
          <a:prstGeom xmlns:a="http://schemas.openxmlformats.org/drawingml/2006/main" prst="rect">
            <a:avLst/>
          </a:prstGeom>
          <a:solidFill xmlns:a="http://schemas.openxmlformats.org/drawingml/2006/main">
            <a:srgbClr val="E5B64B"/>
          </a:solidFill>
          <a:ln xmlns:a="http://schemas.openxmlformats.org/drawingml/2006/main" w="0">
            <a:noFill/>
            <a:prstDash val="solid"/>
          </a:ln>
        </p:spPr>
      </p:sp>
      <p:sp>
        <p:nvSpPr>
          <p:cNvPr id="18" name="text-tg43wslsuf8">
            <a:extLst xmlns:a="http://schemas.openxmlformats.org/drawingml/2006/main">
              <a:ext uri="{FF2B5EF4-FFF2-40B4-BE49-F238E27FC236}">
                <a16:creationId xmlns:a16="http://schemas.microsoft.com/office/drawing/2014/main" id="{91470C67-9977-4518-B066-6AE0BB53D907}"/>
              </a:ext>
            </a:extLst>
          </p:cNvPr>
          <p:cNvSpPr>
            <a:spLocks xmlns:a="http://schemas.openxmlformats.org/drawingml/2006/main" noGrp="1"/>
          </p:cNvSpPr>
          <p:nvPr/>
        </p:nvSpPr>
        <p:spPr>
          <a:xfrm xmlns:a="http://schemas.openxmlformats.org/drawingml/2006/main">
            <a:off x="8312150" y="2743200"/>
            <a:ext cx="30607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1">
                <a:solidFill>
                  <a:srgbClr val="10242B"/>
                </a:solidFill>
                <a:latin typeface="DejaVu Sans"/>
                <a:ea typeface="DejaVu Sans"/>
                <a:cs typeface="DejaVu Sans"/>
              </a:defRPr>
            </a:defPPr>
            <a:lvl1pPr algn="l">
              <a:defRPr sz="1800" b="1">
                <a:solidFill>
                  <a:srgbClr val="10242B"/>
                </a:solidFill>
                <a:latin typeface="DejaVu Sans"/>
                <a:ea typeface="DejaVu Sans"/>
                <a:cs typeface="DejaVu Sans"/>
              </a:defRPr>
            </a:lvl1pPr>
            <a:lvl2pPr algn="l">
              <a:defRPr sz="1800" b="1">
                <a:solidFill>
                  <a:srgbClr val="10242B"/>
                </a:solidFill>
                <a:latin typeface="DejaVu Sans"/>
                <a:ea typeface="DejaVu Sans"/>
                <a:cs typeface="DejaVu Sans"/>
              </a:defRPr>
            </a:lvl2pPr>
            <a:lvl3pPr algn="l">
              <a:defRPr sz="1800" b="1">
                <a:solidFill>
                  <a:srgbClr val="10242B"/>
                </a:solidFill>
                <a:latin typeface="DejaVu Sans"/>
                <a:ea typeface="DejaVu Sans"/>
                <a:cs typeface="DejaVu Sans"/>
              </a:defRPr>
            </a:lvl3pPr>
            <a:lvl4pPr algn="l">
              <a:defRPr sz="1800" b="1">
                <a:solidFill>
                  <a:srgbClr val="10242B"/>
                </a:solidFill>
                <a:latin typeface="DejaVu Sans"/>
                <a:ea typeface="DejaVu Sans"/>
                <a:cs typeface="DejaVu Sans"/>
              </a:defRPr>
            </a:lvl4pPr>
            <a:lvl5pPr algn="l">
              <a:defRPr sz="1800" b="1">
                <a:solidFill>
                  <a:srgbClr val="10242B"/>
                </a:solidFill>
                <a:latin typeface="DejaVu Sans"/>
                <a:ea typeface="DejaVu Sans"/>
                <a:cs typeface="DejaVu Sans"/>
              </a:defRPr>
            </a:lvl5pPr>
            <a:lvl6pPr algn="l">
              <a:defRPr sz="1800" b="1">
                <a:solidFill>
                  <a:srgbClr val="10242B"/>
                </a:solidFill>
                <a:latin typeface="DejaVu Sans"/>
                <a:ea typeface="DejaVu Sans"/>
                <a:cs typeface="DejaVu Sans"/>
              </a:defRPr>
            </a:lvl6pPr>
            <a:lvl7pPr algn="l">
              <a:defRPr sz="1800" b="1">
                <a:solidFill>
                  <a:srgbClr val="10242B"/>
                </a:solidFill>
                <a:latin typeface="DejaVu Sans"/>
                <a:ea typeface="DejaVu Sans"/>
                <a:cs typeface="DejaVu Sans"/>
              </a:defRPr>
            </a:lvl7pPr>
            <a:lvl8pPr algn="l">
              <a:defRPr sz="1800" b="1">
                <a:solidFill>
                  <a:srgbClr val="10242B"/>
                </a:solidFill>
                <a:latin typeface="DejaVu Sans"/>
                <a:ea typeface="DejaVu Sans"/>
                <a:cs typeface="DejaVu Sans"/>
              </a:defRPr>
            </a:lvl8pPr>
            <a:lvl9pPr algn="l">
              <a:defRPr sz="1800" b="1">
                <a:solidFill>
                  <a:srgbClr val="10242B"/>
                </a:solidFill>
                <a:latin typeface="DejaVu Sans"/>
                <a:ea typeface="DejaVu Sans"/>
                <a:cs typeface="DejaVu Sans"/>
              </a:defRPr>
            </a:lvl9pPr>
          </a:lstStyle>
          <a:p xmlns:a="http://schemas.openxmlformats.org/drawingml/2006/main">
            <a:pPr algn="l">
              <a:lnSpc>
                <a:spcPct val="112000"/>
              </a:lnSpc>
              <a:buNone/>
              <a:defRPr sz="1800" b="1">
                <a:solidFill>
                  <a:srgbClr val="10242B"/>
                </a:solidFill>
                <a:latin typeface="DejaVu Sans"/>
                <a:ea typeface="DejaVu Sans"/>
                <a:cs typeface="DejaVu Sans"/>
              </a:defRPr>
            </a:pPr>
            <a:r>
              <a:rPr sz="1800" b="1">
                <a:solidFill>
                  <a:srgbClr val="10242B"/>
                </a:solidFill>
                <a:latin typeface="DejaVu Sans"/>
                <a:ea typeface="DejaVu Sans"/>
                <a:cs typeface="DejaVu Sans"/>
              </a:rPr>
              <a:t>Retrieval</a:t>
            </a:r>
          </a:p>
        </p:txBody>
      </p:sp>
      <p:sp>
        <p:nvSpPr>
          <p:cNvPr id="19" name="text-563tih8jn0f">
            <a:extLst xmlns:a="http://schemas.openxmlformats.org/drawingml/2006/main">
              <a:ext uri="{FF2B5EF4-FFF2-40B4-BE49-F238E27FC236}">
                <a16:creationId xmlns:a16="http://schemas.microsoft.com/office/drawing/2014/main" id="{0ED9C15E-62AA-4BB1-A62D-84E0ACD38129}"/>
              </a:ext>
            </a:extLst>
          </p:cNvPr>
          <p:cNvSpPr>
            <a:spLocks xmlns:a="http://schemas.openxmlformats.org/drawingml/2006/main" noGrp="1"/>
          </p:cNvSpPr>
          <p:nvPr/>
        </p:nvSpPr>
        <p:spPr>
          <a:xfrm xmlns:a="http://schemas.openxmlformats.org/drawingml/2006/main">
            <a:off x="8312150" y="3362325"/>
            <a:ext cx="3060700" cy="2219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577078"/>
                </a:solidFill>
                <a:latin typeface="DejaVu Sans"/>
                <a:ea typeface="DejaVu Sans"/>
                <a:cs typeface="DejaVu Sans"/>
              </a:defRPr>
            </a:defPPr>
            <a:lvl1pPr algn="l">
              <a:defRPr sz="1650" b="0">
                <a:solidFill>
                  <a:srgbClr val="577078"/>
                </a:solidFill>
                <a:latin typeface="DejaVu Sans"/>
                <a:ea typeface="DejaVu Sans"/>
                <a:cs typeface="DejaVu Sans"/>
              </a:defRPr>
            </a:lvl1pPr>
            <a:lvl2pPr algn="l">
              <a:defRPr sz="1650" b="0">
                <a:solidFill>
                  <a:srgbClr val="577078"/>
                </a:solidFill>
                <a:latin typeface="DejaVu Sans"/>
                <a:ea typeface="DejaVu Sans"/>
                <a:cs typeface="DejaVu Sans"/>
              </a:defRPr>
            </a:lvl2pPr>
            <a:lvl3pPr algn="l">
              <a:defRPr sz="1650" b="0">
                <a:solidFill>
                  <a:srgbClr val="577078"/>
                </a:solidFill>
                <a:latin typeface="DejaVu Sans"/>
                <a:ea typeface="DejaVu Sans"/>
                <a:cs typeface="DejaVu Sans"/>
              </a:defRPr>
            </a:lvl3pPr>
            <a:lvl4pPr algn="l">
              <a:defRPr sz="1650" b="0">
                <a:solidFill>
                  <a:srgbClr val="577078"/>
                </a:solidFill>
                <a:latin typeface="DejaVu Sans"/>
                <a:ea typeface="DejaVu Sans"/>
                <a:cs typeface="DejaVu Sans"/>
              </a:defRPr>
            </a:lvl4pPr>
            <a:lvl5pPr algn="l">
              <a:defRPr sz="1650" b="0">
                <a:solidFill>
                  <a:srgbClr val="577078"/>
                </a:solidFill>
                <a:latin typeface="DejaVu Sans"/>
                <a:ea typeface="DejaVu Sans"/>
                <a:cs typeface="DejaVu Sans"/>
              </a:defRPr>
            </a:lvl5pPr>
            <a:lvl6pPr algn="l">
              <a:defRPr sz="1650" b="0">
                <a:solidFill>
                  <a:srgbClr val="577078"/>
                </a:solidFill>
                <a:latin typeface="DejaVu Sans"/>
                <a:ea typeface="DejaVu Sans"/>
                <a:cs typeface="DejaVu Sans"/>
              </a:defRPr>
            </a:lvl6pPr>
            <a:lvl7pPr algn="l">
              <a:defRPr sz="1650" b="0">
                <a:solidFill>
                  <a:srgbClr val="577078"/>
                </a:solidFill>
                <a:latin typeface="DejaVu Sans"/>
                <a:ea typeface="DejaVu Sans"/>
                <a:cs typeface="DejaVu Sans"/>
              </a:defRPr>
            </a:lvl7pPr>
            <a:lvl8pPr algn="l">
              <a:defRPr sz="1650" b="0">
                <a:solidFill>
                  <a:srgbClr val="577078"/>
                </a:solidFill>
                <a:latin typeface="DejaVu Sans"/>
                <a:ea typeface="DejaVu Sans"/>
                <a:cs typeface="DejaVu Sans"/>
              </a:defRPr>
            </a:lvl8pPr>
            <a:lvl9pPr algn="l">
              <a:defRPr sz="1650" b="0">
                <a:solidFill>
                  <a:srgbClr val="577078"/>
                </a:solidFill>
                <a:latin typeface="DejaVu Sans"/>
                <a:ea typeface="DejaVu Sans"/>
                <a:cs typeface="DejaVu Sans"/>
              </a:defRPr>
            </a:lvl9pPr>
          </a:lstStyle>
          <a:p xmlns:a="http://schemas.openxmlformats.org/drawingml/2006/main">
            <a:pPr algn="l">
              <a:lnSpc>
                <a:spcPct val="112000"/>
              </a:lnSpc>
              <a:buNone/>
              <a:defRPr sz="1650" b="0">
                <a:solidFill>
                  <a:srgbClr val="577078"/>
                </a:solidFill>
                <a:latin typeface="DejaVu Sans"/>
                <a:ea typeface="DejaVu Sans"/>
                <a:cs typeface="DejaVu Sans"/>
              </a:defRPr>
            </a:pPr>
            <a:r>
              <a:rPr sz="1650" b="0">
                <a:solidFill>
                  <a:srgbClr val="577078"/>
                </a:solidFill>
                <a:latin typeface="DejaVu Sans"/>
                <a:ea typeface="DejaVu Sans"/>
                <a:cs typeface="DejaVu Sans"/>
              </a:rPr>
              <a:t>Selection of relevant passages from a collection.</a:t>
            </a:r>
          </a:p>
        </p:txBody>
      </p:sp>
    </p:spTree>
    <p:extLst>
      <p:ext uri="{BB962C8B-B14F-4D97-AF65-F5344CB8AC3E}">
        <p14:creationId xmlns:p14="http://schemas.microsoft.com/office/powerpoint/2010/main" val="1837079027"/>
      </p:ext>
    </p:extLst>
  </p:cSld>
</p:sld>
</file>

<file path=ppt/slides/slide12.xml><?xml version="1.0" encoding="utf-8"?>
<p:sld xmlns:p="http://schemas.openxmlformats.org/presentationml/2006/main">
  <p:cSld>
    <p:bg>
      <p:bgPr>
        <a:solidFill xmlns:a="http://schemas.openxmlformats.org/drawingml/2006/main">
          <a:srgbClr val="F4F1E9"/>
        </a:solidFill>
      </p:bgPr>
    </p:bg>
    <p:spTree>
      <p:nvGrpSpPr>
        <p:cNvPr id="1" name=""/>
        <p:cNvGrpSpPr/>
        <p:nvPr/>
      </p:nvGrpSpPr>
      <p:grpSpPr>
        <a:xfrm xmlns:a="http://schemas.openxmlformats.org/drawingml/2006/main"/>
      </p:grpSpPr>
      <p:cxnSp>
        <p:nvCxnSpPr>
          <p:cNvPr id="21" name="">
            <a:extLst xmlns:a="http://schemas.openxmlformats.org/drawingml/2006/main">
              <a:ext uri="{FF2B5EF4-FFF2-40B4-BE49-F238E27FC236}">
                <a16:creationId xmlns:a16="http://schemas.microsoft.com/office/drawing/2014/main" id="{9765E156-A920-4413-9670-33140D61C173}"/>
              </a:ext>
            </a:extLst>
          </p:cNvPr>
          <p:cNvCxnSpPr>
            <a:stCxn xmlns:a="http://schemas.openxmlformats.org/drawingml/2006/main" id="12" idx="3"/>
            <a:endCxn xmlns:a="http://schemas.openxmlformats.org/drawingml/2006/main" id="16" idx="1"/>
          </p:cNvCxnSpPr>
          <p:nvPr/>
        </p:nvCxnSpPr>
        <p:spPr>
          <a:xfrm xmlns:a="http://schemas.openxmlformats.org/drawingml/2006/main">
            <a:off x="7797800" y="4181475"/>
            <a:ext cx="381000" cy="0"/>
          </a:xfrm>
          <a:prstGeom xmlns:a="http://schemas.openxmlformats.org/drawingml/2006/main" prst="straightConnector1">
            <a:avLst/>
          </a:prstGeom>
          <a:ln xmlns:a="http://schemas.openxmlformats.org/drawingml/2006/main" w="28575">
            <a:solidFill>
              <a:srgbClr val="087D78"/>
            </a:solidFill>
            <a:prstDash val="solid"/>
            <a:tailEnd type="triangle" w="sm" len="sm"/>
          </a:ln>
        </p:spPr>
      </p:cxnSp>
      <p:cxnSp>
        <p:nvCxnSpPr>
          <p:cNvPr id="20" name="">
            <a:extLst xmlns:a="http://schemas.openxmlformats.org/drawingml/2006/main">
              <a:ext uri="{FF2B5EF4-FFF2-40B4-BE49-F238E27FC236}">
                <a16:creationId xmlns:a16="http://schemas.microsoft.com/office/drawing/2014/main" id="{72500A9E-5E61-40BA-9E79-E8A5D9DF1E0A}"/>
              </a:ext>
            </a:extLst>
          </p:cNvPr>
          <p:cNvCxnSpPr>
            <a:stCxn xmlns:a="http://schemas.openxmlformats.org/drawingml/2006/main" id="8" idx="3"/>
            <a:endCxn xmlns:a="http://schemas.openxmlformats.org/drawingml/2006/main" id="12" idx="1"/>
          </p:cNvCxnSpPr>
          <p:nvPr/>
        </p:nvCxnSpPr>
        <p:spPr>
          <a:xfrm xmlns:a="http://schemas.openxmlformats.org/drawingml/2006/main">
            <a:off x="4013200" y="4181475"/>
            <a:ext cx="381000" cy="0"/>
          </a:xfrm>
          <a:prstGeom xmlns:a="http://schemas.openxmlformats.org/drawingml/2006/main" prst="straightConnector1">
            <a:avLst/>
          </a:prstGeom>
          <a:ln xmlns:a="http://schemas.openxmlformats.org/drawingml/2006/main" w="28575">
            <a:solidFill>
              <a:srgbClr val="087D78"/>
            </a:solidFill>
            <a:prstDash val="solid"/>
            <a:tailEnd type="triangle" w="sm" len="sm"/>
          </a:ln>
        </p:spPr>
      </p:cxnSp>
      <p:sp>
        <p:nvSpPr>
          <p:cNvPr id="22" name="">
            <a:extLst xmlns:a="http://schemas.openxmlformats.org/drawingml/2006/main">
              <a:ext uri="{FF2B5EF4-FFF2-40B4-BE49-F238E27FC236}">
                <a16:creationId xmlns:a16="http://schemas.microsoft.com/office/drawing/2014/main" id="{9145432A-8724-4DC9-B10A-4EB192612851}"/>
              </a:ext>
            </a:extLst>
          </p:cNvPr>
          <p:cNvSpPr>
            <a:spLocks xmlns:a="http://schemas.openxmlformats.org/drawingml/2006/main" noGrp="1"/>
          </p:cNvSpPr>
          <p:nvPr/>
        </p:nvSpPr>
        <p:spPr>
          <a:xfrm xmlns:a="http://schemas.openxmlformats.org/drawingml/2006/main">
            <a:off x="609600" y="323850"/>
            <a:ext cx="495300" cy="47625"/>
          </a:xfrm>
          <a:prstGeom xmlns:a="http://schemas.openxmlformats.org/drawingml/2006/main" prst="rect">
            <a:avLst/>
          </a:prstGeom>
          <a:solidFill xmlns:a="http://schemas.openxmlformats.org/drawingml/2006/main">
            <a:srgbClr val="D64136"/>
          </a:solidFill>
          <a:ln xmlns:a="http://schemas.openxmlformats.org/drawingml/2006/main" w="0">
            <a:noFill/>
            <a:prstDash val="solid"/>
          </a:ln>
        </p:spPr>
      </p:sp>
      <p:sp>
        <p:nvSpPr>
          <p:cNvPr id="2" name="text-6enqxbkyy78">
            <a:extLst xmlns:a="http://schemas.openxmlformats.org/drawingml/2006/main">
              <a:ext uri="{FF2B5EF4-FFF2-40B4-BE49-F238E27FC236}">
                <a16:creationId xmlns:a16="http://schemas.microsoft.com/office/drawing/2014/main" id="{5A617A7B-71EC-4EA1-B4F7-BA29B54E0A04}"/>
              </a:ext>
            </a:extLst>
          </p:cNvPr>
          <p:cNvSpPr>
            <a:spLocks xmlns:a="http://schemas.openxmlformats.org/drawingml/2006/main" noGrp="1"/>
          </p:cNvSpPr>
          <p:nvPr/>
        </p:nvSpPr>
        <p:spPr>
          <a:xfrm xmlns:a="http://schemas.openxmlformats.org/drawingml/2006/main">
            <a:off x="1257300" y="247650"/>
            <a:ext cx="809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50" b="1">
                <a:solidFill>
                  <a:srgbClr val="087D78"/>
                </a:solidFill>
                <a:latin typeface="DejaVu Sans"/>
                <a:ea typeface="DejaVu Sans"/>
                <a:cs typeface="DejaVu Sans"/>
              </a:defRPr>
            </a:defPPr>
            <a:lvl1pPr algn="l">
              <a:defRPr sz="1050" b="1">
                <a:solidFill>
                  <a:srgbClr val="087D78"/>
                </a:solidFill>
                <a:latin typeface="DejaVu Sans"/>
                <a:ea typeface="DejaVu Sans"/>
                <a:cs typeface="DejaVu Sans"/>
              </a:defRPr>
            </a:lvl1pPr>
            <a:lvl2pPr algn="l">
              <a:defRPr sz="1050" b="1">
                <a:solidFill>
                  <a:srgbClr val="087D78"/>
                </a:solidFill>
                <a:latin typeface="DejaVu Sans"/>
                <a:ea typeface="DejaVu Sans"/>
                <a:cs typeface="DejaVu Sans"/>
              </a:defRPr>
            </a:lvl2pPr>
            <a:lvl3pPr algn="l">
              <a:defRPr sz="1050" b="1">
                <a:solidFill>
                  <a:srgbClr val="087D78"/>
                </a:solidFill>
                <a:latin typeface="DejaVu Sans"/>
                <a:ea typeface="DejaVu Sans"/>
                <a:cs typeface="DejaVu Sans"/>
              </a:defRPr>
            </a:lvl3pPr>
            <a:lvl4pPr algn="l">
              <a:defRPr sz="1050" b="1">
                <a:solidFill>
                  <a:srgbClr val="087D78"/>
                </a:solidFill>
                <a:latin typeface="DejaVu Sans"/>
                <a:ea typeface="DejaVu Sans"/>
                <a:cs typeface="DejaVu Sans"/>
              </a:defRPr>
            </a:lvl4pPr>
            <a:lvl5pPr algn="l">
              <a:defRPr sz="1050" b="1">
                <a:solidFill>
                  <a:srgbClr val="087D78"/>
                </a:solidFill>
                <a:latin typeface="DejaVu Sans"/>
                <a:ea typeface="DejaVu Sans"/>
                <a:cs typeface="DejaVu Sans"/>
              </a:defRPr>
            </a:lvl5pPr>
            <a:lvl6pPr algn="l">
              <a:defRPr sz="1050" b="1">
                <a:solidFill>
                  <a:srgbClr val="087D78"/>
                </a:solidFill>
                <a:latin typeface="DejaVu Sans"/>
                <a:ea typeface="DejaVu Sans"/>
                <a:cs typeface="DejaVu Sans"/>
              </a:defRPr>
            </a:lvl6pPr>
            <a:lvl7pPr algn="l">
              <a:defRPr sz="1050" b="1">
                <a:solidFill>
                  <a:srgbClr val="087D78"/>
                </a:solidFill>
                <a:latin typeface="DejaVu Sans"/>
                <a:ea typeface="DejaVu Sans"/>
                <a:cs typeface="DejaVu Sans"/>
              </a:defRPr>
            </a:lvl7pPr>
            <a:lvl8pPr algn="l">
              <a:defRPr sz="1050" b="1">
                <a:solidFill>
                  <a:srgbClr val="087D78"/>
                </a:solidFill>
                <a:latin typeface="DejaVu Sans"/>
                <a:ea typeface="DejaVu Sans"/>
                <a:cs typeface="DejaVu Sans"/>
              </a:defRPr>
            </a:lvl8pPr>
            <a:lvl9pPr algn="l">
              <a:defRPr sz="1050" b="1">
                <a:solidFill>
                  <a:srgbClr val="087D78"/>
                </a:solidFill>
                <a:latin typeface="DejaVu Sans"/>
                <a:ea typeface="DejaVu Sans"/>
                <a:cs typeface="DejaVu Sans"/>
              </a:defRPr>
            </a:lvl9pPr>
          </a:lstStyle>
          <a:p xmlns:a="http://schemas.openxmlformats.org/drawingml/2006/main">
            <a:pPr algn="l">
              <a:lnSpc>
                <a:spcPct val="112000"/>
              </a:lnSpc>
              <a:buNone/>
              <a:defRPr sz="1050" b="1">
                <a:solidFill>
                  <a:srgbClr val="087D78"/>
                </a:solidFill>
                <a:latin typeface="DejaVu Sans"/>
                <a:ea typeface="DejaVu Sans"/>
                <a:cs typeface="DejaVu Sans"/>
              </a:defRPr>
            </a:pPr>
            <a:r>
              <a:rPr sz="1050" b="1">
                <a:solidFill>
                  <a:srgbClr val="087D78"/>
                </a:solidFill>
                <a:latin typeface="DejaVu Sans"/>
                <a:ea typeface="DejaVu Sans"/>
                <a:cs typeface="DejaVu Sans"/>
              </a:rPr>
              <a:t>TECHNOLOGICAL CHINA</a:t>
            </a:r>
          </a:p>
        </p:txBody>
      </p:sp>
      <p:sp>
        <p:nvSpPr>
          <p:cNvPr id="3" name="text-j15st3zqeo">
            <a:extLst xmlns:a="http://schemas.openxmlformats.org/drawingml/2006/main">
              <a:ext uri="{FF2B5EF4-FFF2-40B4-BE49-F238E27FC236}">
                <a16:creationId xmlns:a16="http://schemas.microsoft.com/office/drawing/2014/main" id="{ABB5A6FE-A86A-4078-BB2D-008CAE2C9739}"/>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700" b="1">
                <a:solidFill>
                  <a:srgbClr val="10242B"/>
                </a:solidFill>
                <a:latin typeface="DejaVu Sans"/>
                <a:ea typeface="DejaVu Sans"/>
                <a:cs typeface="DejaVu Sans"/>
              </a:defRPr>
            </a:defPPr>
            <a:lvl1pPr algn="l">
              <a:defRPr sz="2700" b="1">
                <a:solidFill>
                  <a:srgbClr val="10242B"/>
                </a:solidFill>
                <a:latin typeface="DejaVu Sans"/>
                <a:ea typeface="DejaVu Sans"/>
                <a:cs typeface="DejaVu Sans"/>
              </a:defRPr>
            </a:lvl1pPr>
            <a:lvl2pPr algn="l">
              <a:defRPr sz="2700" b="1">
                <a:solidFill>
                  <a:srgbClr val="10242B"/>
                </a:solidFill>
                <a:latin typeface="DejaVu Sans"/>
                <a:ea typeface="DejaVu Sans"/>
                <a:cs typeface="DejaVu Sans"/>
              </a:defRPr>
            </a:lvl2pPr>
            <a:lvl3pPr algn="l">
              <a:defRPr sz="2700" b="1">
                <a:solidFill>
                  <a:srgbClr val="10242B"/>
                </a:solidFill>
                <a:latin typeface="DejaVu Sans"/>
                <a:ea typeface="DejaVu Sans"/>
                <a:cs typeface="DejaVu Sans"/>
              </a:defRPr>
            </a:lvl3pPr>
            <a:lvl4pPr algn="l">
              <a:defRPr sz="2700" b="1">
                <a:solidFill>
                  <a:srgbClr val="10242B"/>
                </a:solidFill>
                <a:latin typeface="DejaVu Sans"/>
                <a:ea typeface="DejaVu Sans"/>
                <a:cs typeface="DejaVu Sans"/>
              </a:defRPr>
            </a:lvl4pPr>
            <a:lvl5pPr algn="l">
              <a:defRPr sz="2700" b="1">
                <a:solidFill>
                  <a:srgbClr val="10242B"/>
                </a:solidFill>
                <a:latin typeface="DejaVu Sans"/>
                <a:ea typeface="DejaVu Sans"/>
                <a:cs typeface="DejaVu Sans"/>
              </a:defRPr>
            </a:lvl5pPr>
            <a:lvl6pPr algn="l">
              <a:defRPr sz="2700" b="1">
                <a:solidFill>
                  <a:srgbClr val="10242B"/>
                </a:solidFill>
                <a:latin typeface="DejaVu Sans"/>
                <a:ea typeface="DejaVu Sans"/>
                <a:cs typeface="DejaVu Sans"/>
              </a:defRPr>
            </a:lvl6pPr>
            <a:lvl7pPr algn="l">
              <a:defRPr sz="2700" b="1">
                <a:solidFill>
                  <a:srgbClr val="10242B"/>
                </a:solidFill>
                <a:latin typeface="DejaVu Sans"/>
                <a:ea typeface="DejaVu Sans"/>
                <a:cs typeface="DejaVu Sans"/>
              </a:defRPr>
            </a:lvl7pPr>
            <a:lvl8pPr algn="l">
              <a:defRPr sz="2700" b="1">
                <a:solidFill>
                  <a:srgbClr val="10242B"/>
                </a:solidFill>
                <a:latin typeface="DejaVu Sans"/>
                <a:ea typeface="DejaVu Sans"/>
                <a:cs typeface="DejaVu Sans"/>
              </a:defRPr>
            </a:lvl8pPr>
            <a:lvl9pPr algn="l">
              <a:defRPr sz="2700" b="1">
                <a:solidFill>
                  <a:srgbClr val="10242B"/>
                </a:solidFill>
                <a:latin typeface="DejaVu Sans"/>
                <a:ea typeface="DejaVu Sans"/>
                <a:cs typeface="DejaVu Sans"/>
              </a:defRPr>
            </a:lvl9pPr>
          </a:lstStyle>
          <a:p xmlns:a="http://schemas.openxmlformats.org/drawingml/2006/main">
            <a:pPr algn="l">
              <a:lnSpc>
                <a:spcPct val="112000"/>
              </a:lnSpc>
              <a:buNone/>
              <a:defRPr sz="2700" b="1">
                <a:solidFill>
                  <a:srgbClr val="10242B"/>
                </a:solidFill>
                <a:latin typeface="DejaVu Sans"/>
                <a:ea typeface="DejaVu Sans"/>
                <a:cs typeface="DejaVu Sans"/>
              </a:defRPr>
            </a:pPr>
            <a:r>
              <a:rPr sz="2700" b="1">
                <a:solidFill>
                  <a:srgbClr val="10242B"/>
                </a:solidFill>
                <a:latin typeface="DejaVu Sans"/>
                <a:ea typeface="DejaVu Sans"/>
                <a:cs typeface="DejaVu Sans"/>
              </a:rPr>
              <a:t>RAG supplies documents; verification assesses the answer</a:t>
            </a:r>
          </a:p>
        </p:txBody>
      </p:sp>
      <p:sp>
        <p:nvSpPr>
          <p:cNvPr id="4" name="text-65azl7oyowb">
            <a:extLst xmlns:a="http://schemas.openxmlformats.org/drawingml/2006/main">
              <a:ext uri="{FF2B5EF4-FFF2-40B4-BE49-F238E27FC236}">
                <a16:creationId xmlns:a16="http://schemas.microsoft.com/office/drawing/2014/main" id="{9E5ED68D-9F57-47CE-A23F-E213F9FCABBD}"/>
              </a:ext>
            </a:extLst>
          </p:cNvPr>
          <p:cNvSpPr>
            <a:spLocks xmlns:a="http://schemas.openxmlformats.org/drawingml/2006/main" noGrp="1"/>
          </p:cNvSpPr>
          <p:nvPr/>
        </p:nvSpPr>
        <p:spPr>
          <a:xfrm xmlns:a="http://schemas.openxmlformats.org/drawingml/2006/main">
            <a:off x="609600" y="1857375"/>
            <a:ext cx="109728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577078"/>
                </a:solidFill>
                <a:latin typeface="DejaVu Sans"/>
                <a:ea typeface="DejaVu Sans"/>
                <a:cs typeface="DejaVu Sans"/>
              </a:defRPr>
            </a:defPPr>
            <a:lvl1pPr algn="l">
              <a:defRPr sz="1575" b="0">
                <a:solidFill>
                  <a:srgbClr val="577078"/>
                </a:solidFill>
                <a:latin typeface="DejaVu Sans"/>
                <a:ea typeface="DejaVu Sans"/>
                <a:cs typeface="DejaVu Sans"/>
              </a:defRPr>
            </a:lvl1pPr>
            <a:lvl2pPr algn="l">
              <a:defRPr sz="1575" b="0">
                <a:solidFill>
                  <a:srgbClr val="577078"/>
                </a:solidFill>
                <a:latin typeface="DejaVu Sans"/>
                <a:ea typeface="DejaVu Sans"/>
                <a:cs typeface="DejaVu Sans"/>
              </a:defRPr>
            </a:lvl2pPr>
            <a:lvl3pPr algn="l">
              <a:defRPr sz="1575" b="0">
                <a:solidFill>
                  <a:srgbClr val="577078"/>
                </a:solidFill>
                <a:latin typeface="DejaVu Sans"/>
                <a:ea typeface="DejaVu Sans"/>
                <a:cs typeface="DejaVu Sans"/>
              </a:defRPr>
            </a:lvl3pPr>
            <a:lvl4pPr algn="l">
              <a:defRPr sz="1575" b="0">
                <a:solidFill>
                  <a:srgbClr val="577078"/>
                </a:solidFill>
                <a:latin typeface="DejaVu Sans"/>
                <a:ea typeface="DejaVu Sans"/>
                <a:cs typeface="DejaVu Sans"/>
              </a:defRPr>
            </a:lvl4pPr>
            <a:lvl5pPr algn="l">
              <a:defRPr sz="1575" b="0">
                <a:solidFill>
                  <a:srgbClr val="577078"/>
                </a:solidFill>
                <a:latin typeface="DejaVu Sans"/>
                <a:ea typeface="DejaVu Sans"/>
                <a:cs typeface="DejaVu Sans"/>
              </a:defRPr>
            </a:lvl5pPr>
            <a:lvl6pPr algn="l">
              <a:defRPr sz="1575" b="0">
                <a:solidFill>
                  <a:srgbClr val="577078"/>
                </a:solidFill>
                <a:latin typeface="DejaVu Sans"/>
                <a:ea typeface="DejaVu Sans"/>
                <a:cs typeface="DejaVu Sans"/>
              </a:defRPr>
            </a:lvl6pPr>
            <a:lvl7pPr algn="l">
              <a:defRPr sz="1575" b="0">
                <a:solidFill>
                  <a:srgbClr val="577078"/>
                </a:solidFill>
                <a:latin typeface="DejaVu Sans"/>
                <a:ea typeface="DejaVu Sans"/>
                <a:cs typeface="DejaVu Sans"/>
              </a:defRPr>
            </a:lvl7pPr>
            <a:lvl8pPr algn="l">
              <a:defRPr sz="1575" b="0">
                <a:solidFill>
                  <a:srgbClr val="577078"/>
                </a:solidFill>
                <a:latin typeface="DejaVu Sans"/>
                <a:ea typeface="DejaVu Sans"/>
                <a:cs typeface="DejaVu Sans"/>
              </a:defRPr>
            </a:lvl8pPr>
            <a:lvl9pPr algn="l">
              <a:defRPr sz="1575" b="0">
                <a:solidFill>
                  <a:srgbClr val="577078"/>
                </a:solidFill>
                <a:latin typeface="DejaVu Sans"/>
                <a:ea typeface="DejaVu Sans"/>
                <a:cs typeface="DejaVu Sans"/>
              </a:defRPr>
            </a:lvl9pPr>
          </a:lstStyle>
          <a:p xmlns:a="http://schemas.openxmlformats.org/drawingml/2006/main">
            <a:pPr algn="l">
              <a:lnSpc>
                <a:spcPct val="112000"/>
              </a:lnSpc>
              <a:buNone/>
              <a:defRPr sz="1575" b="0">
                <a:solidFill>
                  <a:srgbClr val="577078"/>
                </a:solidFill>
                <a:latin typeface="DejaVu Sans"/>
                <a:ea typeface="DejaVu Sans"/>
                <a:cs typeface="DejaVu Sans"/>
              </a:defRPr>
            </a:pPr>
            <a:r>
              <a:rPr sz="1575" b="0">
                <a:solidFill>
                  <a:srgbClr val="577078"/>
                </a:solidFill>
                <a:latin typeface="DejaVu Sans"/>
                <a:ea typeface="DejaVu Sans"/>
                <a:cs typeface="DejaVu Sans"/>
              </a:rPr>
              <a:t>Retrieving relevant text is useful, but does not guarantee truth.</a:t>
            </a:r>
          </a:p>
        </p:txBody>
      </p:sp>
      <p:sp>
        <p:nvSpPr>
          <p:cNvPr id="5" name="">
            <a:extLst xmlns:a="http://schemas.openxmlformats.org/drawingml/2006/main">
              <a:ext uri="{FF2B5EF4-FFF2-40B4-BE49-F238E27FC236}">
                <a16:creationId xmlns:a16="http://schemas.microsoft.com/office/drawing/2014/main" id="{6E48F4DB-EFEC-4FCA-ACD8-9A5FCD481C76}"/>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CCD8D6"/>
          </a:solidFill>
          <a:ln xmlns:a="http://schemas.openxmlformats.org/drawingml/2006/main" w="0">
            <a:noFill/>
            <a:prstDash val="solid"/>
          </a:ln>
        </p:spPr>
      </p:sp>
      <p:sp>
        <p:nvSpPr>
          <p:cNvPr id="6" name="text-ppbtss2vn4p">
            <a:extLst xmlns:a="http://schemas.openxmlformats.org/drawingml/2006/main">
              <a:ext uri="{FF2B5EF4-FFF2-40B4-BE49-F238E27FC236}">
                <a16:creationId xmlns:a16="http://schemas.microsoft.com/office/drawing/2014/main" id="{D489BE3E-B929-468A-B9F5-F348D399E693}"/>
              </a:ext>
            </a:extLst>
          </p:cNvPr>
          <p:cNvSpPr>
            <a:spLocks xmlns:a="http://schemas.openxmlformats.org/drawingml/2006/main" noGrp="1"/>
          </p:cNvSpPr>
          <p:nvPr/>
        </p:nvSpPr>
        <p:spPr>
          <a:xfrm xmlns:a="http://schemas.openxmlformats.org/drawingml/2006/main">
            <a:off x="609600" y="6362700"/>
            <a:ext cx="971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975" b="0">
                <a:solidFill>
                  <a:srgbClr val="577078"/>
                </a:solidFill>
                <a:latin typeface="DejaVu Sans"/>
                <a:ea typeface="DejaVu Sans"/>
                <a:cs typeface="DejaVu Sans"/>
              </a:defRPr>
            </a:defPPr>
            <a:lvl1pPr algn="l">
              <a:defRPr sz="975" b="0">
                <a:solidFill>
                  <a:srgbClr val="577078"/>
                </a:solidFill>
                <a:latin typeface="DejaVu Sans"/>
                <a:ea typeface="DejaVu Sans"/>
                <a:cs typeface="DejaVu Sans"/>
              </a:defRPr>
            </a:lvl1pPr>
            <a:lvl2pPr algn="l">
              <a:defRPr sz="975" b="0">
                <a:solidFill>
                  <a:srgbClr val="577078"/>
                </a:solidFill>
                <a:latin typeface="DejaVu Sans"/>
                <a:ea typeface="DejaVu Sans"/>
                <a:cs typeface="DejaVu Sans"/>
              </a:defRPr>
            </a:lvl2pPr>
            <a:lvl3pPr algn="l">
              <a:defRPr sz="975" b="0">
                <a:solidFill>
                  <a:srgbClr val="577078"/>
                </a:solidFill>
                <a:latin typeface="DejaVu Sans"/>
                <a:ea typeface="DejaVu Sans"/>
                <a:cs typeface="DejaVu Sans"/>
              </a:defRPr>
            </a:lvl3pPr>
            <a:lvl4pPr algn="l">
              <a:defRPr sz="975" b="0">
                <a:solidFill>
                  <a:srgbClr val="577078"/>
                </a:solidFill>
                <a:latin typeface="DejaVu Sans"/>
                <a:ea typeface="DejaVu Sans"/>
                <a:cs typeface="DejaVu Sans"/>
              </a:defRPr>
            </a:lvl4pPr>
            <a:lvl5pPr algn="l">
              <a:defRPr sz="975" b="0">
                <a:solidFill>
                  <a:srgbClr val="577078"/>
                </a:solidFill>
                <a:latin typeface="DejaVu Sans"/>
                <a:ea typeface="DejaVu Sans"/>
                <a:cs typeface="DejaVu Sans"/>
              </a:defRPr>
            </a:lvl5pPr>
            <a:lvl6pPr algn="l">
              <a:defRPr sz="975" b="0">
                <a:solidFill>
                  <a:srgbClr val="577078"/>
                </a:solidFill>
                <a:latin typeface="DejaVu Sans"/>
                <a:ea typeface="DejaVu Sans"/>
                <a:cs typeface="DejaVu Sans"/>
              </a:defRPr>
            </a:lvl6pPr>
            <a:lvl7pPr algn="l">
              <a:defRPr sz="975" b="0">
                <a:solidFill>
                  <a:srgbClr val="577078"/>
                </a:solidFill>
                <a:latin typeface="DejaVu Sans"/>
                <a:ea typeface="DejaVu Sans"/>
                <a:cs typeface="DejaVu Sans"/>
              </a:defRPr>
            </a:lvl7pPr>
            <a:lvl8pPr algn="l">
              <a:defRPr sz="975" b="0">
                <a:solidFill>
                  <a:srgbClr val="577078"/>
                </a:solidFill>
                <a:latin typeface="DejaVu Sans"/>
                <a:ea typeface="DejaVu Sans"/>
                <a:cs typeface="DejaVu Sans"/>
              </a:defRPr>
            </a:lvl8pPr>
            <a:lvl9pPr algn="l">
              <a:defRPr sz="975" b="0">
                <a:solidFill>
                  <a:srgbClr val="577078"/>
                </a:solidFill>
                <a:latin typeface="DejaVu Sans"/>
                <a:ea typeface="DejaVu Sans"/>
                <a:cs typeface="DejaVu Sans"/>
              </a:defRPr>
            </a:lvl9pPr>
          </a:lstStyle>
          <a:p xmlns:a="http://schemas.openxmlformats.org/drawingml/2006/main">
            <a:pPr algn="l">
              <a:lnSpc>
                <a:spcPct val="112000"/>
              </a:lnSpc>
              <a:buNone/>
              <a:defRPr sz="975" b="0">
                <a:solidFill>
                  <a:srgbClr val="577078"/>
                </a:solidFill>
                <a:latin typeface="DejaVu Sans"/>
                <a:ea typeface="DejaVu Sans"/>
                <a:cs typeface="DejaVu Sans"/>
              </a:defRPr>
            </a:pPr>
            <a:r>
              <a:rPr sz="975" b="0">
                <a:solidFill>
                  <a:srgbClr val="577078"/>
                </a:solidFill>
                <a:latin typeface="DejaVu Sans"/>
                <a:ea typeface="DejaVu Sans"/>
                <a:cs typeface="DejaVu Sans"/>
              </a:rPr>
              <a:t>Sergio Gevatschnaider  ·  Qwen-Agent</a:t>
            </a:r>
          </a:p>
        </p:txBody>
      </p:sp>
      <p:sp>
        <p:nvSpPr>
          <p:cNvPr id="7" name="text-okj2kz8cnx">
            <a:extLst xmlns:a="http://schemas.openxmlformats.org/drawingml/2006/main">
              <a:ext uri="{FF2B5EF4-FFF2-40B4-BE49-F238E27FC236}">
                <a16:creationId xmlns:a16="http://schemas.microsoft.com/office/drawing/2014/main" id="{E7F3C57E-987B-469A-84C5-8207FCAEABBC}"/>
              </a:ext>
            </a:extLst>
          </p:cNvPr>
          <p:cNvSpPr>
            <a:spLocks xmlns:a="http://schemas.openxmlformats.org/drawingml/2006/main" noGrp="1"/>
          </p:cNvSpPr>
          <p:nvPr/>
        </p:nvSpPr>
        <p:spPr>
          <a:xfrm xmlns:a="http://schemas.openxmlformats.org/drawingml/2006/main">
            <a:off x="10934700" y="6296025"/>
            <a:ext cx="6477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725" b="1">
                <a:solidFill>
                  <a:srgbClr val="087D78"/>
                </a:solidFill>
                <a:latin typeface="DejaVu Sans"/>
                <a:ea typeface="DejaVu Sans"/>
                <a:cs typeface="DejaVu Sans"/>
              </a:defRPr>
            </a:defPPr>
            <a:lvl1pPr algn="r">
              <a:defRPr sz="1725" b="1">
                <a:solidFill>
                  <a:srgbClr val="087D78"/>
                </a:solidFill>
                <a:latin typeface="DejaVu Sans"/>
                <a:ea typeface="DejaVu Sans"/>
                <a:cs typeface="DejaVu Sans"/>
              </a:defRPr>
            </a:lvl1pPr>
            <a:lvl2pPr algn="r">
              <a:defRPr sz="1725" b="1">
                <a:solidFill>
                  <a:srgbClr val="087D78"/>
                </a:solidFill>
                <a:latin typeface="DejaVu Sans"/>
                <a:ea typeface="DejaVu Sans"/>
                <a:cs typeface="DejaVu Sans"/>
              </a:defRPr>
            </a:lvl2pPr>
            <a:lvl3pPr algn="r">
              <a:defRPr sz="1725" b="1">
                <a:solidFill>
                  <a:srgbClr val="087D78"/>
                </a:solidFill>
                <a:latin typeface="DejaVu Sans"/>
                <a:ea typeface="DejaVu Sans"/>
                <a:cs typeface="DejaVu Sans"/>
              </a:defRPr>
            </a:lvl3pPr>
            <a:lvl4pPr algn="r">
              <a:defRPr sz="1725" b="1">
                <a:solidFill>
                  <a:srgbClr val="087D78"/>
                </a:solidFill>
                <a:latin typeface="DejaVu Sans"/>
                <a:ea typeface="DejaVu Sans"/>
                <a:cs typeface="DejaVu Sans"/>
              </a:defRPr>
            </a:lvl4pPr>
            <a:lvl5pPr algn="r">
              <a:defRPr sz="1725" b="1">
                <a:solidFill>
                  <a:srgbClr val="087D78"/>
                </a:solidFill>
                <a:latin typeface="DejaVu Sans"/>
                <a:ea typeface="DejaVu Sans"/>
                <a:cs typeface="DejaVu Sans"/>
              </a:defRPr>
            </a:lvl5pPr>
            <a:lvl6pPr algn="r">
              <a:defRPr sz="1725" b="1">
                <a:solidFill>
                  <a:srgbClr val="087D78"/>
                </a:solidFill>
                <a:latin typeface="DejaVu Sans"/>
                <a:ea typeface="DejaVu Sans"/>
                <a:cs typeface="DejaVu Sans"/>
              </a:defRPr>
            </a:lvl6pPr>
            <a:lvl7pPr algn="r">
              <a:defRPr sz="1725" b="1">
                <a:solidFill>
                  <a:srgbClr val="087D78"/>
                </a:solidFill>
                <a:latin typeface="DejaVu Sans"/>
                <a:ea typeface="DejaVu Sans"/>
                <a:cs typeface="DejaVu Sans"/>
              </a:defRPr>
            </a:lvl7pPr>
            <a:lvl8pPr algn="r">
              <a:defRPr sz="1725" b="1">
                <a:solidFill>
                  <a:srgbClr val="087D78"/>
                </a:solidFill>
                <a:latin typeface="DejaVu Sans"/>
                <a:ea typeface="DejaVu Sans"/>
                <a:cs typeface="DejaVu Sans"/>
              </a:defRPr>
            </a:lvl8pPr>
            <a:lvl9pPr algn="r">
              <a:defRPr sz="1725" b="1">
                <a:solidFill>
                  <a:srgbClr val="087D78"/>
                </a:solidFill>
                <a:latin typeface="DejaVu Sans"/>
                <a:ea typeface="DejaVu Sans"/>
                <a:cs typeface="DejaVu Sans"/>
              </a:defRPr>
            </a:lvl9pPr>
          </a:lstStyle>
          <a:p xmlns:a="http://schemas.openxmlformats.org/drawingml/2006/main">
            <a:pPr algn="r">
              <a:lnSpc>
                <a:spcPct val="112000"/>
              </a:lnSpc>
              <a:buNone/>
              <a:defRPr sz="1725" b="1">
                <a:solidFill>
                  <a:srgbClr val="087D78"/>
                </a:solidFill>
                <a:latin typeface="DejaVu Sans"/>
                <a:ea typeface="DejaVu Sans"/>
                <a:cs typeface="DejaVu Sans"/>
              </a:defRPr>
            </a:pPr>
            <a:r>
              <a:rPr sz="1725" b="1">
                <a:solidFill>
                  <a:srgbClr val="087D78"/>
                </a:solidFill>
                <a:latin typeface="DejaVu Sans"/>
                <a:ea typeface="DejaVu Sans"/>
                <a:cs typeface="DejaVu Sans"/>
              </a:rPr>
              <a:t>12</a:t>
            </a:r>
          </a:p>
        </p:txBody>
      </p:sp>
      <p:sp>
        <p:nvSpPr>
          <p:cNvPr id="8" name="">
            <a:extLst xmlns:a="http://schemas.openxmlformats.org/drawingml/2006/main">
              <a:ext uri="{FF2B5EF4-FFF2-40B4-BE49-F238E27FC236}">
                <a16:creationId xmlns:a16="http://schemas.microsoft.com/office/drawing/2014/main" id="{A61BA3D8-87FE-4993-A4B5-A670C1D27BF7}"/>
              </a:ext>
            </a:extLst>
          </p:cNvPr>
          <p:cNvSpPr>
            <a:spLocks xmlns:a="http://schemas.openxmlformats.org/drawingml/2006/main" noGrp="1"/>
          </p:cNvSpPr>
          <p:nvPr/>
        </p:nvSpPr>
        <p:spPr>
          <a:xfrm xmlns:a="http://schemas.openxmlformats.org/drawingml/2006/main">
            <a:off x="609600" y="2800350"/>
            <a:ext cx="3403600" cy="2762250"/>
          </a:xfrm>
          <a:prstGeom xmlns:a="http://schemas.openxmlformats.org/drawingml/2006/main" prst="rect">
            <a:avLst/>
          </a:prstGeom>
          <a:solidFill xmlns:a="http://schemas.openxmlformats.org/drawingml/2006/main">
            <a:srgbClr val="FFFDFA"/>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99A4A79B-4011-41B3-BD31-8E643EBFA524}"/>
              </a:ext>
            </a:extLst>
          </p:cNvPr>
          <p:cNvSpPr>
            <a:spLocks xmlns:a="http://schemas.openxmlformats.org/drawingml/2006/main" noGrp="1"/>
          </p:cNvSpPr>
          <p:nvPr/>
        </p:nvSpPr>
        <p:spPr>
          <a:xfrm xmlns:a="http://schemas.openxmlformats.org/drawingml/2006/main">
            <a:off x="609600" y="2800350"/>
            <a:ext cx="38100" cy="2762250"/>
          </a:xfrm>
          <a:prstGeom xmlns:a="http://schemas.openxmlformats.org/drawingml/2006/main" prst="rect">
            <a:avLst/>
          </a:prstGeom>
          <a:solidFill xmlns:a="http://schemas.openxmlformats.org/drawingml/2006/main">
            <a:srgbClr val="087D78"/>
          </a:solidFill>
          <a:ln xmlns:a="http://schemas.openxmlformats.org/drawingml/2006/main" w="0">
            <a:noFill/>
            <a:prstDash val="solid"/>
          </a:ln>
        </p:spPr>
      </p:sp>
      <p:sp>
        <p:nvSpPr>
          <p:cNvPr id="10" name="text-yp3lfixvwgq">
            <a:extLst xmlns:a="http://schemas.openxmlformats.org/drawingml/2006/main">
              <a:ext uri="{FF2B5EF4-FFF2-40B4-BE49-F238E27FC236}">
                <a16:creationId xmlns:a16="http://schemas.microsoft.com/office/drawing/2014/main" id="{9719941D-BBF9-4AF2-AA05-C76D8B6ED66E}"/>
              </a:ext>
            </a:extLst>
          </p:cNvPr>
          <p:cNvSpPr>
            <a:spLocks xmlns:a="http://schemas.openxmlformats.org/drawingml/2006/main" noGrp="1"/>
          </p:cNvSpPr>
          <p:nvPr/>
        </p:nvSpPr>
        <p:spPr>
          <a:xfrm xmlns:a="http://schemas.openxmlformats.org/drawingml/2006/main">
            <a:off x="819150" y="2971800"/>
            <a:ext cx="2984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1">
                <a:solidFill>
                  <a:srgbClr val="10242B"/>
                </a:solidFill>
                <a:latin typeface="DejaVu Sans"/>
                <a:ea typeface="DejaVu Sans"/>
                <a:cs typeface="DejaVu Sans"/>
              </a:defRPr>
            </a:defPPr>
            <a:lvl1pPr algn="l">
              <a:defRPr sz="1800" b="1">
                <a:solidFill>
                  <a:srgbClr val="10242B"/>
                </a:solidFill>
                <a:latin typeface="DejaVu Sans"/>
                <a:ea typeface="DejaVu Sans"/>
                <a:cs typeface="DejaVu Sans"/>
              </a:defRPr>
            </a:lvl1pPr>
            <a:lvl2pPr algn="l">
              <a:defRPr sz="1800" b="1">
                <a:solidFill>
                  <a:srgbClr val="10242B"/>
                </a:solidFill>
                <a:latin typeface="DejaVu Sans"/>
                <a:ea typeface="DejaVu Sans"/>
                <a:cs typeface="DejaVu Sans"/>
              </a:defRPr>
            </a:lvl2pPr>
            <a:lvl3pPr algn="l">
              <a:defRPr sz="1800" b="1">
                <a:solidFill>
                  <a:srgbClr val="10242B"/>
                </a:solidFill>
                <a:latin typeface="DejaVu Sans"/>
                <a:ea typeface="DejaVu Sans"/>
                <a:cs typeface="DejaVu Sans"/>
              </a:defRPr>
            </a:lvl3pPr>
            <a:lvl4pPr algn="l">
              <a:defRPr sz="1800" b="1">
                <a:solidFill>
                  <a:srgbClr val="10242B"/>
                </a:solidFill>
                <a:latin typeface="DejaVu Sans"/>
                <a:ea typeface="DejaVu Sans"/>
                <a:cs typeface="DejaVu Sans"/>
              </a:defRPr>
            </a:lvl4pPr>
            <a:lvl5pPr algn="l">
              <a:defRPr sz="1800" b="1">
                <a:solidFill>
                  <a:srgbClr val="10242B"/>
                </a:solidFill>
                <a:latin typeface="DejaVu Sans"/>
                <a:ea typeface="DejaVu Sans"/>
                <a:cs typeface="DejaVu Sans"/>
              </a:defRPr>
            </a:lvl5pPr>
            <a:lvl6pPr algn="l">
              <a:defRPr sz="1800" b="1">
                <a:solidFill>
                  <a:srgbClr val="10242B"/>
                </a:solidFill>
                <a:latin typeface="DejaVu Sans"/>
                <a:ea typeface="DejaVu Sans"/>
                <a:cs typeface="DejaVu Sans"/>
              </a:defRPr>
            </a:lvl6pPr>
            <a:lvl7pPr algn="l">
              <a:defRPr sz="1800" b="1">
                <a:solidFill>
                  <a:srgbClr val="10242B"/>
                </a:solidFill>
                <a:latin typeface="DejaVu Sans"/>
                <a:ea typeface="DejaVu Sans"/>
                <a:cs typeface="DejaVu Sans"/>
              </a:defRPr>
            </a:lvl7pPr>
            <a:lvl8pPr algn="l">
              <a:defRPr sz="1800" b="1">
                <a:solidFill>
                  <a:srgbClr val="10242B"/>
                </a:solidFill>
                <a:latin typeface="DejaVu Sans"/>
                <a:ea typeface="DejaVu Sans"/>
                <a:cs typeface="DejaVu Sans"/>
              </a:defRPr>
            </a:lvl8pPr>
            <a:lvl9pPr algn="l">
              <a:defRPr sz="1800" b="1">
                <a:solidFill>
                  <a:srgbClr val="10242B"/>
                </a:solidFill>
                <a:latin typeface="DejaVu Sans"/>
                <a:ea typeface="DejaVu Sans"/>
                <a:cs typeface="DejaVu Sans"/>
              </a:defRPr>
            </a:lvl9pPr>
          </a:lstStyle>
          <a:p xmlns:a="http://schemas.openxmlformats.org/drawingml/2006/main">
            <a:pPr algn="l">
              <a:lnSpc>
                <a:spcPct val="112000"/>
              </a:lnSpc>
              <a:buNone/>
              <a:defRPr sz="1800" b="1">
                <a:solidFill>
                  <a:srgbClr val="10242B"/>
                </a:solidFill>
                <a:latin typeface="DejaVu Sans"/>
                <a:ea typeface="DejaVu Sans"/>
                <a:cs typeface="DejaVu Sans"/>
              </a:defRPr>
            </a:pPr>
            <a:r>
              <a:rPr sz="1800" b="1">
                <a:solidFill>
                  <a:srgbClr val="10242B"/>
                </a:solidFill>
                <a:latin typeface="DejaVu Sans"/>
                <a:ea typeface="DejaVu Sans"/>
                <a:cs typeface="DejaVu Sans"/>
              </a:rPr>
              <a:t>Query</a:t>
            </a:r>
          </a:p>
        </p:txBody>
      </p:sp>
      <p:sp>
        <p:nvSpPr>
          <p:cNvPr id="11" name="text-phbhgfqkvqm">
            <a:extLst xmlns:a="http://schemas.openxmlformats.org/drawingml/2006/main">
              <a:ext uri="{FF2B5EF4-FFF2-40B4-BE49-F238E27FC236}">
                <a16:creationId xmlns:a16="http://schemas.microsoft.com/office/drawing/2014/main" id="{66D3EB1E-CA25-4163-B8CD-4B4E62BB5B6B}"/>
              </a:ext>
            </a:extLst>
          </p:cNvPr>
          <p:cNvSpPr>
            <a:spLocks xmlns:a="http://schemas.openxmlformats.org/drawingml/2006/main" noGrp="1"/>
          </p:cNvSpPr>
          <p:nvPr/>
        </p:nvSpPr>
        <p:spPr>
          <a:xfrm xmlns:a="http://schemas.openxmlformats.org/drawingml/2006/main">
            <a:off x="819150" y="3590925"/>
            <a:ext cx="2984500" cy="1885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577078"/>
                </a:solidFill>
                <a:latin typeface="DejaVu Sans"/>
                <a:ea typeface="DejaVu Sans"/>
                <a:cs typeface="DejaVu Sans"/>
              </a:defRPr>
            </a:defPPr>
            <a:lvl1pPr algn="l">
              <a:defRPr sz="1650" b="0">
                <a:solidFill>
                  <a:srgbClr val="577078"/>
                </a:solidFill>
                <a:latin typeface="DejaVu Sans"/>
                <a:ea typeface="DejaVu Sans"/>
                <a:cs typeface="DejaVu Sans"/>
              </a:defRPr>
            </a:lvl1pPr>
            <a:lvl2pPr algn="l">
              <a:defRPr sz="1650" b="0">
                <a:solidFill>
                  <a:srgbClr val="577078"/>
                </a:solidFill>
                <a:latin typeface="DejaVu Sans"/>
                <a:ea typeface="DejaVu Sans"/>
                <a:cs typeface="DejaVu Sans"/>
              </a:defRPr>
            </a:lvl2pPr>
            <a:lvl3pPr algn="l">
              <a:defRPr sz="1650" b="0">
                <a:solidFill>
                  <a:srgbClr val="577078"/>
                </a:solidFill>
                <a:latin typeface="DejaVu Sans"/>
                <a:ea typeface="DejaVu Sans"/>
                <a:cs typeface="DejaVu Sans"/>
              </a:defRPr>
            </a:lvl3pPr>
            <a:lvl4pPr algn="l">
              <a:defRPr sz="1650" b="0">
                <a:solidFill>
                  <a:srgbClr val="577078"/>
                </a:solidFill>
                <a:latin typeface="DejaVu Sans"/>
                <a:ea typeface="DejaVu Sans"/>
                <a:cs typeface="DejaVu Sans"/>
              </a:defRPr>
            </a:lvl4pPr>
            <a:lvl5pPr algn="l">
              <a:defRPr sz="1650" b="0">
                <a:solidFill>
                  <a:srgbClr val="577078"/>
                </a:solidFill>
                <a:latin typeface="DejaVu Sans"/>
                <a:ea typeface="DejaVu Sans"/>
                <a:cs typeface="DejaVu Sans"/>
              </a:defRPr>
            </a:lvl5pPr>
            <a:lvl6pPr algn="l">
              <a:defRPr sz="1650" b="0">
                <a:solidFill>
                  <a:srgbClr val="577078"/>
                </a:solidFill>
                <a:latin typeface="DejaVu Sans"/>
                <a:ea typeface="DejaVu Sans"/>
                <a:cs typeface="DejaVu Sans"/>
              </a:defRPr>
            </a:lvl6pPr>
            <a:lvl7pPr algn="l">
              <a:defRPr sz="1650" b="0">
                <a:solidFill>
                  <a:srgbClr val="577078"/>
                </a:solidFill>
                <a:latin typeface="DejaVu Sans"/>
                <a:ea typeface="DejaVu Sans"/>
                <a:cs typeface="DejaVu Sans"/>
              </a:defRPr>
            </a:lvl7pPr>
            <a:lvl8pPr algn="l">
              <a:defRPr sz="1650" b="0">
                <a:solidFill>
                  <a:srgbClr val="577078"/>
                </a:solidFill>
                <a:latin typeface="DejaVu Sans"/>
                <a:ea typeface="DejaVu Sans"/>
                <a:cs typeface="DejaVu Sans"/>
              </a:defRPr>
            </a:lvl8pPr>
            <a:lvl9pPr algn="l">
              <a:defRPr sz="1650" b="0">
                <a:solidFill>
                  <a:srgbClr val="577078"/>
                </a:solidFill>
                <a:latin typeface="DejaVu Sans"/>
                <a:ea typeface="DejaVu Sans"/>
                <a:cs typeface="DejaVu Sans"/>
              </a:defRPr>
            </a:lvl9pPr>
          </a:lstStyle>
          <a:p xmlns:a="http://schemas.openxmlformats.org/drawingml/2006/main">
            <a:pPr algn="l">
              <a:lnSpc>
                <a:spcPct val="112000"/>
              </a:lnSpc>
              <a:buNone/>
              <a:defRPr sz="1650" b="0">
                <a:solidFill>
                  <a:srgbClr val="577078"/>
                </a:solidFill>
                <a:latin typeface="DejaVu Sans"/>
                <a:ea typeface="DejaVu Sans"/>
                <a:cs typeface="DejaVu Sans"/>
              </a:defRPr>
            </a:pPr>
            <a:r>
              <a:rPr sz="1650" b="0">
                <a:solidFill>
                  <a:srgbClr val="577078"/>
                </a:solidFill>
                <a:latin typeface="DejaVu Sans"/>
                <a:ea typeface="DejaVu Sans"/>
                <a:cs typeface="DejaVu Sans"/>
              </a:rPr>
              <a:t>Form a query and retrieve passages.</a:t>
            </a:r>
          </a:p>
        </p:txBody>
      </p:sp>
      <p:sp>
        <p:nvSpPr>
          <p:cNvPr id="12" name="">
            <a:extLst xmlns:a="http://schemas.openxmlformats.org/drawingml/2006/main">
              <a:ext uri="{FF2B5EF4-FFF2-40B4-BE49-F238E27FC236}">
                <a16:creationId xmlns:a16="http://schemas.microsoft.com/office/drawing/2014/main" id="{5D45ED43-56AD-4C89-9169-B4E993E375A1}"/>
              </a:ext>
            </a:extLst>
          </p:cNvPr>
          <p:cNvSpPr>
            <a:spLocks xmlns:a="http://schemas.openxmlformats.org/drawingml/2006/main" noGrp="1"/>
          </p:cNvSpPr>
          <p:nvPr/>
        </p:nvSpPr>
        <p:spPr>
          <a:xfrm xmlns:a="http://schemas.openxmlformats.org/drawingml/2006/main">
            <a:off x="4394200" y="2800350"/>
            <a:ext cx="3403600" cy="2762250"/>
          </a:xfrm>
          <a:prstGeom xmlns:a="http://schemas.openxmlformats.org/drawingml/2006/main" prst="rect">
            <a:avLst/>
          </a:prstGeom>
          <a:solidFill xmlns:a="http://schemas.openxmlformats.org/drawingml/2006/main">
            <a:srgbClr val="FFFDFA"/>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8721C217-3F8C-464B-BFB9-AC05FC624771}"/>
              </a:ext>
            </a:extLst>
          </p:cNvPr>
          <p:cNvSpPr>
            <a:spLocks xmlns:a="http://schemas.openxmlformats.org/drawingml/2006/main" noGrp="1"/>
          </p:cNvSpPr>
          <p:nvPr/>
        </p:nvSpPr>
        <p:spPr>
          <a:xfrm xmlns:a="http://schemas.openxmlformats.org/drawingml/2006/main">
            <a:off x="4394200" y="2800350"/>
            <a:ext cx="38100" cy="2762250"/>
          </a:xfrm>
          <a:prstGeom xmlns:a="http://schemas.openxmlformats.org/drawingml/2006/main" prst="rect">
            <a:avLst/>
          </a:prstGeom>
          <a:solidFill xmlns:a="http://schemas.openxmlformats.org/drawingml/2006/main">
            <a:srgbClr val="D64136"/>
          </a:solidFill>
          <a:ln xmlns:a="http://schemas.openxmlformats.org/drawingml/2006/main" w="0">
            <a:noFill/>
            <a:prstDash val="solid"/>
          </a:ln>
        </p:spPr>
      </p:sp>
      <p:sp>
        <p:nvSpPr>
          <p:cNvPr id="14" name="text-pqmx2yf4lr">
            <a:extLst xmlns:a="http://schemas.openxmlformats.org/drawingml/2006/main">
              <a:ext uri="{FF2B5EF4-FFF2-40B4-BE49-F238E27FC236}">
                <a16:creationId xmlns:a16="http://schemas.microsoft.com/office/drawing/2014/main" id="{2D6E9FF2-854D-498C-9976-059BB3128871}"/>
              </a:ext>
            </a:extLst>
          </p:cNvPr>
          <p:cNvSpPr>
            <a:spLocks xmlns:a="http://schemas.openxmlformats.org/drawingml/2006/main" noGrp="1"/>
          </p:cNvSpPr>
          <p:nvPr/>
        </p:nvSpPr>
        <p:spPr>
          <a:xfrm xmlns:a="http://schemas.openxmlformats.org/drawingml/2006/main">
            <a:off x="4603750" y="2971800"/>
            <a:ext cx="2984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1">
                <a:solidFill>
                  <a:srgbClr val="10242B"/>
                </a:solidFill>
                <a:latin typeface="DejaVu Sans"/>
                <a:ea typeface="DejaVu Sans"/>
                <a:cs typeface="DejaVu Sans"/>
              </a:defRPr>
            </a:defPPr>
            <a:lvl1pPr algn="l">
              <a:defRPr sz="1800" b="1">
                <a:solidFill>
                  <a:srgbClr val="10242B"/>
                </a:solidFill>
                <a:latin typeface="DejaVu Sans"/>
                <a:ea typeface="DejaVu Sans"/>
                <a:cs typeface="DejaVu Sans"/>
              </a:defRPr>
            </a:lvl1pPr>
            <a:lvl2pPr algn="l">
              <a:defRPr sz="1800" b="1">
                <a:solidFill>
                  <a:srgbClr val="10242B"/>
                </a:solidFill>
                <a:latin typeface="DejaVu Sans"/>
                <a:ea typeface="DejaVu Sans"/>
                <a:cs typeface="DejaVu Sans"/>
              </a:defRPr>
            </a:lvl2pPr>
            <a:lvl3pPr algn="l">
              <a:defRPr sz="1800" b="1">
                <a:solidFill>
                  <a:srgbClr val="10242B"/>
                </a:solidFill>
                <a:latin typeface="DejaVu Sans"/>
                <a:ea typeface="DejaVu Sans"/>
                <a:cs typeface="DejaVu Sans"/>
              </a:defRPr>
            </a:lvl3pPr>
            <a:lvl4pPr algn="l">
              <a:defRPr sz="1800" b="1">
                <a:solidFill>
                  <a:srgbClr val="10242B"/>
                </a:solidFill>
                <a:latin typeface="DejaVu Sans"/>
                <a:ea typeface="DejaVu Sans"/>
                <a:cs typeface="DejaVu Sans"/>
              </a:defRPr>
            </a:lvl4pPr>
            <a:lvl5pPr algn="l">
              <a:defRPr sz="1800" b="1">
                <a:solidFill>
                  <a:srgbClr val="10242B"/>
                </a:solidFill>
                <a:latin typeface="DejaVu Sans"/>
                <a:ea typeface="DejaVu Sans"/>
                <a:cs typeface="DejaVu Sans"/>
              </a:defRPr>
            </a:lvl5pPr>
            <a:lvl6pPr algn="l">
              <a:defRPr sz="1800" b="1">
                <a:solidFill>
                  <a:srgbClr val="10242B"/>
                </a:solidFill>
                <a:latin typeface="DejaVu Sans"/>
                <a:ea typeface="DejaVu Sans"/>
                <a:cs typeface="DejaVu Sans"/>
              </a:defRPr>
            </a:lvl6pPr>
            <a:lvl7pPr algn="l">
              <a:defRPr sz="1800" b="1">
                <a:solidFill>
                  <a:srgbClr val="10242B"/>
                </a:solidFill>
                <a:latin typeface="DejaVu Sans"/>
                <a:ea typeface="DejaVu Sans"/>
                <a:cs typeface="DejaVu Sans"/>
              </a:defRPr>
            </a:lvl7pPr>
            <a:lvl8pPr algn="l">
              <a:defRPr sz="1800" b="1">
                <a:solidFill>
                  <a:srgbClr val="10242B"/>
                </a:solidFill>
                <a:latin typeface="DejaVu Sans"/>
                <a:ea typeface="DejaVu Sans"/>
                <a:cs typeface="DejaVu Sans"/>
              </a:defRPr>
            </a:lvl8pPr>
            <a:lvl9pPr algn="l">
              <a:defRPr sz="1800" b="1">
                <a:solidFill>
                  <a:srgbClr val="10242B"/>
                </a:solidFill>
                <a:latin typeface="DejaVu Sans"/>
                <a:ea typeface="DejaVu Sans"/>
                <a:cs typeface="DejaVu Sans"/>
              </a:defRPr>
            </a:lvl9pPr>
          </a:lstStyle>
          <a:p xmlns:a="http://schemas.openxmlformats.org/drawingml/2006/main">
            <a:pPr algn="l">
              <a:lnSpc>
                <a:spcPct val="112000"/>
              </a:lnSpc>
              <a:buNone/>
              <a:defRPr sz="1800" b="1">
                <a:solidFill>
                  <a:srgbClr val="10242B"/>
                </a:solidFill>
                <a:latin typeface="DejaVu Sans"/>
                <a:ea typeface="DejaVu Sans"/>
                <a:cs typeface="DejaVu Sans"/>
              </a:defRPr>
            </a:pPr>
            <a:r>
              <a:rPr sz="1800" b="1">
                <a:solidFill>
                  <a:srgbClr val="10242B"/>
                </a:solidFill>
                <a:latin typeface="DejaVu Sans"/>
                <a:ea typeface="DejaVu Sans"/>
                <a:cs typeface="DejaVu Sans"/>
              </a:rPr>
              <a:t>Ground</a:t>
            </a:r>
          </a:p>
        </p:txBody>
      </p:sp>
      <p:sp>
        <p:nvSpPr>
          <p:cNvPr id="15" name="text-x5n4d37l5i">
            <a:extLst xmlns:a="http://schemas.openxmlformats.org/drawingml/2006/main">
              <a:ext uri="{FF2B5EF4-FFF2-40B4-BE49-F238E27FC236}">
                <a16:creationId xmlns:a16="http://schemas.microsoft.com/office/drawing/2014/main" id="{B011EF24-8AEC-4E6A-9029-36DE816CBA82}"/>
              </a:ext>
            </a:extLst>
          </p:cNvPr>
          <p:cNvSpPr>
            <a:spLocks xmlns:a="http://schemas.openxmlformats.org/drawingml/2006/main" noGrp="1"/>
          </p:cNvSpPr>
          <p:nvPr/>
        </p:nvSpPr>
        <p:spPr>
          <a:xfrm xmlns:a="http://schemas.openxmlformats.org/drawingml/2006/main">
            <a:off x="4603750" y="3590925"/>
            <a:ext cx="2984500" cy="1885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577078"/>
                </a:solidFill>
                <a:latin typeface="DejaVu Sans"/>
                <a:ea typeface="DejaVu Sans"/>
                <a:cs typeface="DejaVu Sans"/>
              </a:defRPr>
            </a:defPPr>
            <a:lvl1pPr algn="l">
              <a:defRPr sz="1650" b="0">
                <a:solidFill>
                  <a:srgbClr val="577078"/>
                </a:solidFill>
                <a:latin typeface="DejaVu Sans"/>
                <a:ea typeface="DejaVu Sans"/>
                <a:cs typeface="DejaVu Sans"/>
              </a:defRPr>
            </a:lvl1pPr>
            <a:lvl2pPr algn="l">
              <a:defRPr sz="1650" b="0">
                <a:solidFill>
                  <a:srgbClr val="577078"/>
                </a:solidFill>
                <a:latin typeface="DejaVu Sans"/>
                <a:ea typeface="DejaVu Sans"/>
                <a:cs typeface="DejaVu Sans"/>
              </a:defRPr>
            </a:lvl2pPr>
            <a:lvl3pPr algn="l">
              <a:defRPr sz="1650" b="0">
                <a:solidFill>
                  <a:srgbClr val="577078"/>
                </a:solidFill>
                <a:latin typeface="DejaVu Sans"/>
                <a:ea typeface="DejaVu Sans"/>
                <a:cs typeface="DejaVu Sans"/>
              </a:defRPr>
            </a:lvl3pPr>
            <a:lvl4pPr algn="l">
              <a:defRPr sz="1650" b="0">
                <a:solidFill>
                  <a:srgbClr val="577078"/>
                </a:solidFill>
                <a:latin typeface="DejaVu Sans"/>
                <a:ea typeface="DejaVu Sans"/>
                <a:cs typeface="DejaVu Sans"/>
              </a:defRPr>
            </a:lvl4pPr>
            <a:lvl5pPr algn="l">
              <a:defRPr sz="1650" b="0">
                <a:solidFill>
                  <a:srgbClr val="577078"/>
                </a:solidFill>
                <a:latin typeface="DejaVu Sans"/>
                <a:ea typeface="DejaVu Sans"/>
                <a:cs typeface="DejaVu Sans"/>
              </a:defRPr>
            </a:lvl5pPr>
            <a:lvl6pPr algn="l">
              <a:defRPr sz="1650" b="0">
                <a:solidFill>
                  <a:srgbClr val="577078"/>
                </a:solidFill>
                <a:latin typeface="DejaVu Sans"/>
                <a:ea typeface="DejaVu Sans"/>
                <a:cs typeface="DejaVu Sans"/>
              </a:defRPr>
            </a:lvl6pPr>
            <a:lvl7pPr algn="l">
              <a:defRPr sz="1650" b="0">
                <a:solidFill>
                  <a:srgbClr val="577078"/>
                </a:solidFill>
                <a:latin typeface="DejaVu Sans"/>
                <a:ea typeface="DejaVu Sans"/>
                <a:cs typeface="DejaVu Sans"/>
              </a:defRPr>
            </a:lvl7pPr>
            <a:lvl8pPr algn="l">
              <a:defRPr sz="1650" b="0">
                <a:solidFill>
                  <a:srgbClr val="577078"/>
                </a:solidFill>
                <a:latin typeface="DejaVu Sans"/>
                <a:ea typeface="DejaVu Sans"/>
                <a:cs typeface="DejaVu Sans"/>
              </a:defRPr>
            </a:lvl8pPr>
            <a:lvl9pPr algn="l">
              <a:defRPr sz="1650" b="0">
                <a:solidFill>
                  <a:srgbClr val="577078"/>
                </a:solidFill>
                <a:latin typeface="DejaVu Sans"/>
                <a:ea typeface="DejaVu Sans"/>
                <a:cs typeface="DejaVu Sans"/>
              </a:defRPr>
            </a:lvl9pPr>
          </a:lstStyle>
          <a:p xmlns:a="http://schemas.openxmlformats.org/drawingml/2006/main">
            <a:pPr algn="l">
              <a:lnSpc>
                <a:spcPct val="112000"/>
              </a:lnSpc>
              <a:buNone/>
              <a:defRPr sz="1650" b="0">
                <a:solidFill>
                  <a:srgbClr val="577078"/>
                </a:solidFill>
                <a:latin typeface="DejaVu Sans"/>
                <a:ea typeface="DejaVu Sans"/>
                <a:cs typeface="DejaVu Sans"/>
              </a:defRPr>
            </a:pPr>
            <a:r>
              <a:rPr sz="1650" b="0">
                <a:solidFill>
                  <a:srgbClr val="577078"/>
                </a:solidFill>
                <a:latin typeface="DejaVu Sans"/>
                <a:ea typeface="DejaVu Sans"/>
                <a:cs typeface="DejaVu Sans"/>
              </a:rPr>
              <a:t>Connect each claim to specific evidence.</a:t>
            </a:r>
          </a:p>
        </p:txBody>
      </p:sp>
      <p:sp>
        <p:nvSpPr>
          <p:cNvPr id="16" name="">
            <a:extLst xmlns:a="http://schemas.openxmlformats.org/drawingml/2006/main">
              <a:ext uri="{FF2B5EF4-FFF2-40B4-BE49-F238E27FC236}">
                <a16:creationId xmlns:a16="http://schemas.microsoft.com/office/drawing/2014/main" id="{D87C9786-2F93-4B6E-A014-06F0FB63EC2E}"/>
              </a:ext>
            </a:extLst>
          </p:cNvPr>
          <p:cNvSpPr>
            <a:spLocks xmlns:a="http://schemas.openxmlformats.org/drawingml/2006/main" noGrp="1"/>
          </p:cNvSpPr>
          <p:nvPr/>
        </p:nvSpPr>
        <p:spPr>
          <a:xfrm xmlns:a="http://schemas.openxmlformats.org/drawingml/2006/main">
            <a:off x="8178800" y="2800350"/>
            <a:ext cx="3403600" cy="2762250"/>
          </a:xfrm>
          <a:prstGeom xmlns:a="http://schemas.openxmlformats.org/drawingml/2006/main" prst="rect">
            <a:avLst/>
          </a:prstGeom>
          <a:solidFill xmlns:a="http://schemas.openxmlformats.org/drawingml/2006/main">
            <a:srgbClr val="FFFDFA"/>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322BECC2-D879-46B5-8438-2A37D4E75CEA}"/>
              </a:ext>
            </a:extLst>
          </p:cNvPr>
          <p:cNvSpPr>
            <a:spLocks xmlns:a="http://schemas.openxmlformats.org/drawingml/2006/main" noGrp="1"/>
          </p:cNvSpPr>
          <p:nvPr/>
        </p:nvSpPr>
        <p:spPr>
          <a:xfrm xmlns:a="http://schemas.openxmlformats.org/drawingml/2006/main">
            <a:off x="8178800" y="2800350"/>
            <a:ext cx="38100" cy="2762250"/>
          </a:xfrm>
          <a:prstGeom xmlns:a="http://schemas.openxmlformats.org/drawingml/2006/main" prst="rect">
            <a:avLst/>
          </a:prstGeom>
          <a:solidFill xmlns:a="http://schemas.openxmlformats.org/drawingml/2006/main">
            <a:srgbClr val="E5B64B"/>
          </a:solidFill>
          <a:ln xmlns:a="http://schemas.openxmlformats.org/drawingml/2006/main" w="0">
            <a:noFill/>
            <a:prstDash val="solid"/>
          </a:ln>
        </p:spPr>
      </p:sp>
      <p:sp>
        <p:nvSpPr>
          <p:cNvPr id="18" name="text-e75nezupe3d">
            <a:extLst xmlns:a="http://schemas.openxmlformats.org/drawingml/2006/main">
              <a:ext uri="{FF2B5EF4-FFF2-40B4-BE49-F238E27FC236}">
                <a16:creationId xmlns:a16="http://schemas.microsoft.com/office/drawing/2014/main" id="{818EEB3D-CC92-46CB-8890-8E18DA77426B}"/>
              </a:ext>
            </a:extLst>
          </p:cNvPr>
          <p:cNvSpPr>
            <a:spLocks xmlns:a="http://schemas.openxmlformats.org/drawingml/2006/main" noGrp="1"/>
          </p:cNvSpPr>
          <p:nvPr/>
        </p:nvSpPr>
        <p:spPr>
          <a:xfrm xmlns:a="http://schemas.openxmlformats.org/drawingml/2006/main">
            <a:off x="8388350" y="2971800"/>
            <a:ext cx="2984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1">
                <a:solidFill>
                  <a:srgbClr val="10242B"/>
                </a:solidFill>
                <a:latin typeface="DejaVu Sans"/>
                <a:ea typeface="DejaVu Sans"/>
                <a:cs typeface="DejaVu Sans"/>
              </a:defRPr>
            </a:defPPr>
            <a:lvl1pPr algn="l">
              <a:defRPr sz="1800" b="1">
                <a:solidFill>
                  <a:srgbClr val="10242B"/>
                </a:solidFill>
                <a:latin typeface="DejaVu Sans"/>
                <a:ea typeface="DejaVu Sans"/>
                <a:cs typeface="DejaVu Sans"/>
              </a:defRPr>
            </a:lvl1pPr>
            <a:lvl2pPr algn="l">
              <a:defRPr sz="1800" b="1">
                <a:solidFill>
                  <a:srgbClr val="10242B"/>
                </a:solidFill>
                <a:latin typeface="DejaVu Sans"/>
                <a:ea typeface="DejaVu Sans"/>
                <a:cs typeface="DejaVu Sans"/>
              </a:defRPr>
            </a:lvl2pPr>
            <a:lvl3pPr algn="l">
              <a:defRPr sz="1800" b="1">
                <a:solidFill>
                  <a:srgbClr val="10242B"/>
                </a:solidFill>
                <a:latin typeface="DejaVu Sans"/>
                <a:ea typeface="DejaVu Sans"/>
                <a:cs typeface="DejaVu Sans"/>
              </a:defRPr>
            </a:lvl3pPr>
            <a:lvl4pPr algn="l">
              <a:defRPr sz="1800" b="1">
                <a:solidFill>
                  <a:srgbClr val="10242B"/>
                </a:solidFill>
                <a:latin typeface="DejaVu Sans"/>
                <a:ea typeface="DejaVu Sans"/>
                <a:cs typeface="DejaVu Sans"/>
              </a:defRPr>
            </a:lvl4pPr>
            <a:lvl5pPr algn="l">
              <a:defRPr sz="1800" b="1">
                <a:solidFill>
                  <a:srgbClr val="10242B"/>
                </a:solidFill>
                <a:latin typeface="DejaVu Sans"/>
                <a:ea typeface="DejaVu Sans"/>
                <a:cs typeface="DejaVu Sans"/>
              </a:defRPr>
            </a:lvl5pPr>
            <a:lvl6pPr algn="l">
              <a:defRPr sz="1800" b="1">
                <a:solidFill>
                  <a:srgbClr val="10242B"/>
                </a:solidFill>
                <a:latin typeface="DejaVu Sans"/>
                <a:ea typeface="DejaVu Sans"/>
                <a:cs typeface="DejaVu Sans"/>
              </a:defRPr>
            </a:lvl6pPr>
            <a:lvl7pPr algn="l">
              <a:defRPr sz="1800" b="1">
                <a:solidFill>
                  <a:srgbClr val="10242B"/>
                </a:solidFill>
                <a:latin typeface="DejaVu Sans"/>
                <a:ea typeface="DejaVu Sans"/>
                <a:cs typeface="DejaVu Sans"/>
              </a:defRPr>
            </a:lvl7pPr>
            <a:lvl8pPr algn="l">
              <a:defRPr sz="1800" b="1">
                <a:solidFill>
                  <a:srgbClr val="10242B"/>
                </a:solidFill>
                <a:latin typeface="DejaVu Sans"/>
                <a:ea typeface="DejaVu Sans"/>
                <a:cs typeface="DejaVu Sans"/>
              </a:defRPr>
            </a:lvl8pPr>
            <a:lvl9pPr algn="l">
              <a:defRPr sz="1800" b="1">
                <a:solidFill>
                  <a:srgbClr val="10242B"/>
                </a:solidFill>
                <a:latin typeface="DejaVu Sans"/>
                <a:ea typeface="DejaVu Sans"/>
                <a:cs typeface="DejaVu Sans"/>
              </a:defRPr>
            </a:lvl9pPr>
          </a:lstStyle>
          <a:p xmlns:a="http://schemas.openxmlformats.org/drawingml/2006/main">
            <a:pPr algn="l">
              <a:lnSpc>
                <a:spcPct val="112000"/>
              </a:lnSpc>
              <a:buNone/>
              <a:defRPr sz="1800" b="1">
                <a:solidFill>
                  <a:srgbClr val="10242B"/>
                </a:solidFill>
                <a:latin typeface="DejaVu Sans"/>
                <a:ea typeface="DejaVu Sans"/>
                <a:cs typeface="DejaVu Sans"/>
              </a:defRPr>
            </a:pPr>
            <a:r>
              <a:rPr sz="1800" b="1">
                <a:solidFill>
                  <a:srgbClr val="10242B"/>
                </a:solidFill>
                <a:latin typeface="DejaVu Sans"/>
                <a:ea typeface="DejaVu Sans"/>
                <a:cs typeface="DejaVu Sans"/>
              </a:rPr>
              <a:t>Cross-check</a:t>
            </a:r>
          </a:p>
        </p:txBody>
      </p:sp>
      <p:sp>
        <p:nvSpPr>
          <p:cNvPr id="19" name="text-gk74obpm0w">
            <a:extLst xmlns:a="http://schemas.openxmlformats.org/drawingml/2006/main">
              <a:ext uri="{FF2B5EF4-FFF2-40B4-BE49-F238E27FC236}">
                <a16:creationId xmlns:a16="http://schemas.microsoft.com/office/drawing/2014/main" id="{EB8A7CD9-9BB9-40C6-9E86-D9852B709ECE}"/>
              </a:ext>
            </a:extLst>
          </p:cNvPr>
          <p:cNvSpPr>
            <a:spLocks xmlns:a="http://schemas.openxmlformats.org/drawingml/2006/main" noGrp="1"/>
          </p:cNvSpPr>
          <p:nvPr/>
        </p:nvSpPr>
        <p:spPr>
          <a:xfrm xmlns:a="http://schemas.openxmlformats.org/drawingml/2006/main">
            <a:off x="8388350" y="3590925"/>
            <a:ext cx="2984500" cy="1885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577078"/>
                </a:solidFill>
                <a:latin typeface="DejaVu Sans"/>
                <a:ea typeface="DejaVu Sans"/>
                <a:cs typeface="DejaVu Sans"/>
              </a:defRPr>
            </a:defPPr>
            <a:lvl1pPr algn="l">
              <a:defRPr sz="1650" b="0">
                <a:solidFill>
                  <a:srgbClr val="577078"/>
                </a:solidFill>
                <a:latin typeface="DejaVu Sans"/>
                <a:ea typeface="DejaVu Sans"/>
                <a:cs typeface="DejaVu Sans"/>
              </a:defRPr>
            </a:lvl1pPr>
            <a:lvl2pPr algn="l">
              <a:defRPr sz="1650" b="0">
                <a:solidFill>
                  <a:srgbClr val="577078"/>
                </a:solidFill>
                <a:latin typeface="DejaVu Sans"/>
                <a:ea typeface="DejaVu Sans"/>
                <a:cs typeface="DejaVu Sans"/>
              </a:defRPr>
            </a:lvl2pPr>
            <a:lvl3pPr algn="l">
              <a:defRPr sz="1650" b="0">
                <a:solidFill>
                  <a:srgbClr val="577078"/>
                </a:solidFill>
                <a:latin typeface="DejaVu Sans"/>
                <a:ea typeface="DejaVu Sans"/>
                <a:cs typeface="DejaVu Sans"/>
              </a:defRPr>
            </a:lvl3pPr>
            <a:lvl4pPr algn="l">
              <a:defRPr sz="1650" b="0">
                <a:solidFill>
                  <a:srgbClr val="577078"/>
                </a:solidFill>
                <a:latin typeface="DejaVu Sans"/>
                <a:ea typeface="DejaVu Sans"/>
                <a:cs typeface="DejaVu Sans"/>
              </a:defRPr>
            </a:lvl4pPr>
            <a:lvl5pPr algn="l">
              <a:defRPr sz="1650" b="0">
                <a:solidFill>
                  <a:srgbClr val="577078"/>
                </a:solidFill>
                <a:latin typeface="DejaVu Sans"/>
                <a:ea typeface="DejaVu Sans"/>
                <a:cs typeface="DejaVu Sans"/>
              </a:defRPr>
            </a:lvl5pPr>
            <a:lvl6pPr algn="l">
              <a:defRPr sz="1650" b="0">
                <a:solidFill>
                  <a:srgbClr val="577078"/>
                </a:solidFill>
                <a:latin typeface="DejaVu Sans"/>
                <a:ea typeface="DejaVu Sans"/>
                <a:cs typeface="DejaVu Sans"/>
              </a:defRPr>
            </a:lvl6pPr>
            <a:lvl7pPr algn="l">
              <a:defRPr sz="1650" b="0">
                <a:solidFill>
                  <a:srgbClr val="577078"/>
                </a:solidFill>
                <a:latin typeface="DejaVu Sans"/>
                <a:ea typeface="DejaVu Sans"/>
                <a:cs typeface="DejaVu Sans"/>
              </a:defRPr>
            </a:lvl7pPr>
            <a:lvl8pPr algn="l">
              <a:defRPr sz="1650" b="0">
                <a:solidFill>
                  <a:srgbClr val="577078"/>
                </a:solidFill>
                <a:latin typeface="DejaVu Sans"/>
                <a:ea typeface="DejaVu Sans"/>
                <a:cs typeface="DejaVu Sans"/>
              </a:defRPr>
            </a:lvl8pPr>
            <a:lvl9pPr algn="l">
              <a:defRPr sz="1650" b="0">
                <a:solidFill>
                  <a:srgbClr val="577078"/>
                </a:solidFill>
                <a:latin typeface="DejaVu Sans"/>
                <a:ea typeface="DejaVu Sans"/>
                <a:cs typeface="DejaVu Sans"/>
              </a:defRPr>
            </a:lvl9pPr>
          </a:lstStyle>
          <a:p xmlns:a="http://schemas.openxmlformats.org/drawingml/2006/main">
            <a:pPr algn="l">
              <a:lnSpc>
                <a:spcPct val="112000"/>
              </a:lnSpc>
              <a:buNone/>
              <a:defRPr sz="1650" b="0">
                <a:solidFill>
                  <a:srgbClr val="577078"/>
                </a:solidFill>
                <a:latin typeface="DejaVu Sans"/>
                <a:ea typeface="DejaVu Sans"/>
                <a:cs typeface="DejaVu Sans"/>
              </a:defRPr>
            </a:pPr>
            <a:r>
              <a:rPr sz="1650" b="0">
                <a:solidFill>
                  <a:srgbClr val="577078"/>
                </a:solidFill>
                <a:latin typeface="DejaVu Sans"/>
                <a:ea typeface="DejaVu Sans"/>
                <a:cs typeface="DejaVu Sans"/>
              </a:rPr>
              <a:t>Detect contradictions, dates and missing facts.</a:t>
            </a:r>
          </a:p>
        </p:txBody>
      </p:sp>
    </p:spTree>
    <p:extLst>
      <p:ext uri="{BB962C8B-B14F-4D97-AF65-F5344CB8AC3E}">
        <p14:creationId xmlns:p14="http://schemas.microsoft.com/office/powerpoint/2010/main" val="1820205612"/>
      </p:ext>
    </p:extLst>
  </p:cSld>
</p:sld>
</file>

<file path=ppt/slides/slide13.xml><?xml version="1.0" encoding="utf-8"?>
<p:sld xmlns:p="http://schemas.openxmlformats.org/presentationml/2006/main">
  <p:cSld>
    <p:bg>
      <p:bgPr>
        <a:solidFill xmlns:a="http://schemas.openxmlformats.org/drawingml/2006/main">
          <a:srgbClr val="071923"/>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644F702C-B608-4025-98FE-25C3537E0910}"/>
              </a:ext>
            </a:extLst>
          </p:cNvPr>
          <p:cNvSpPr>
            <a:spLocks xmlns:a="http://schemas.openxmlformats.org/drawingml/2006/main" noGrp="1"/>
          </p:cNvSpPr>
          <p:nvPr/>
        </p:nvSpPr>
        <p:spPr>
          <a:xfrm xmlns:a="http://schemas.openxmlformats.org/drawingml/2006/main">
            <a:off x="609600" y="323850"/>
            <a:ext cx="495300" cy="47625"/>
          </a:xfrm>
          <a:prstGeom xmlns:a="http://schemas.openxmlformats.org/drawingml/2006/main" prst="rect">
            <a:avLst/>
          </a:prstGeom>
          <a:solidFill xmlns:a="http://schemas.openxmlformats.org/drawingml/2006/main">
            <a:srgbClr val="D64136"/>
          </a:solidFill>
          <a:ln xmlns:a="http://schemas.openxmlformats.org/drawingml/2006/main" w="0">
            <a:noFill/>
            <a:prstDash val="solid"/>
          </a:ln>
        </p:spPr>
      </p:sp>
      <p:sp>
        <p:nvSpPr>
          <p:cNvPr id="2" name="text-j99dxy22z67">
            <a:extLst xmlns:a="http://schemas.openxmlformats.org/drawingml/2006/main">
              <a:ext uri="{FF2B5EF4-FFF2-40B4-BE49-F238E27FC236}">
                <a16:creationId xmlns:a16="http://schemas.microsoft.com/office/drawing/2014/main" id="{F0898601-7455-48CB-8090-912C67D11C18}"/>
              </a:ext>
            </a:extLst>
          </p:cNvPr>
          <p:cNvSpPr>
            <a:spLocks xmlns:a="http://schemas.openxmlformats.org/drawingml/2006/main" noGrp="1"/>
          </p:cNvSpPr>
          <p:nvPr/>
        </p:nvSpPr>
        <p:spPr>
          <a:xfrm xmlns:a="http://schemas.openxmlformats.org/drawingml/2006/main">
            <a:off x="1257300" y="247650"/>
            <a:ext cx="809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50" b="1">
                <a:solidFill>
                  <a:srgbClr val="62D6C9"/>
                </a:solidFill>
                <a:latin typeface="DejaVu Sans"/>
                <a:ea typeface="DejaVu Sans"/>
                <a:cs typeface="DejaVu Sans"/>
              </a:defRPr>
            </a:defPPr>
            <a:lvl1pPr algn="l">
              <a:defRPr sz="1050" b="1">
                <a:solidFill>
                  <a:srgbClr val="62D6C9"/>
                </a:solidFill>
                <a:latin typeface="DejaVu Sans"/>
                <a:ea typeface="DejaVu Sans"/>
                <a:cs typeface="DejaVu Sans"/>
              </a:defRPr>
            </a:lvl1pPr>
            <a:lvl2pPr algn="l">
              <a:defRPr sz="1050" b="1">
                <a:solidFill>
                  <a:srgbClr val="62D6C9"/>
                </a:solidFill>
                <a:latin typeface="DejaVu Sans"/>
                <a:ea typeface="DejaVu Sans"/>
                <a:cs typeface="DejaVu Sans"/>
              </a:defRPr>
            </a:lvl2pPr>
            <a:lvl3pPr algn="l">
              <a:defRPr sz="1050" b="1">
                <a:solidFill>
                  <a:srgbClr val="62D6C9"/>
                </a:solidFill>
                <a:latin typeface="DejaVu Sans"/>
                <a:ea typeface="DejaVu Sans"/>
                <a:cs typeface="DejaVu Sans"/>
              </a:defRPr>
            </a:lvl3pPr>
            <a:lvl4pPr algn="l">
              <a:defRPr sz="1050" b="1">
                <a:solidFill>
                  <a:srgbClr val="62D6C9"/>
                </a:solidFill>
                <a:latin typeface="DejaVu Sans"/>
                <a:ea typeface="DejaVu Sans"/>
                <a:cs typeface="DejaVu Sans"/>
              </a:defRPr>
            </a:lvl4pPr>
            <a:lvl5pPr algn="l">
              <a:defRPr sz="1050" b="1">
                <a:solidFill>
                  <a:srgbClr val="62D6C9"/>
                </a:solidFill>
                <a:latin typeface="DejaVu Sans"/>
                <a:ea typeface="DejaVu Sans"/>
                <a:cs typeface="DejaVu Sans"/>
              </a:defRPr>
            </a:lvl5pPr>
            <a:lvl6pPr algn="l">
              <a:defRPr sz="1050" b="1">
                <a:solidFill>
                  <a:srgbClr val="62D6C9"/>
                </a:solidFill>
                <a:latin typeface="DejaVu Sans"/>
                <a:ea typeface="DejaVu Sans"/>
                <a:cs typeface="DejaVu Sans"/>
              </a:defRPr>
            </a:lvl6pPr>
            <a:lvl7pPr algn="l">
              <a:defRPr sz="1050" b="1">
                <a:solidFill>
                  <a:srgbClr val="62D6C9"/>
                </a:solidFill>
                <a:latin typeface="DejaVu Sans"/>
                <a:ea typeface="DejaVu Sans"/>
                <a:cs typeface="DejaVu Sans"/>
              </a:defRPr>
            </a:lvl7pPr>
            <a:lvl8pPr algn="l">
              <a:defRPr sz="1050" b="1">
                <a:solidFill>
                  <a:srgbClr val="62D6C9"/>
                </a:solidFill>
                <a:latin typeface="DejaVu Sans"/>
                <a:ea typeface="DejaVu Sans"/>
                <a:cs typeface="DejaVu Sans"/>
              </a:defRPr>
            </a:lvl8pPr>
            <a:lvl9pPr algn="l">
              <a:defRPr sz="1050" b="1">
                <a:solidFill>
                  <a:srgbClr val="62D6C9"/>
                </a:solidFill>
                <a:latin typeface="DejaVu Sans"/>
                <a:ea typeface="DejaVu Sans"/>
                <a:cs typeface="DejaVu Sans"/>
              </a:defRPr>
            </a:lvl9pPr>
          </a:lstStyle>
          <a:p xmlns:a="http://schemas.openxmlformats.org/drawingml/2006/main">
            <a:pPr algn="l">
              <a:lnSpc>
                <a:spcPct val="112000"/>
              </a:lnSpc>
              <a:buNone/>
              <a:defRPr sz="1050" b="1">
                <a:solidFill>
                  <a:srgbClr val="62D6C9"/>
                </a:solidFill>
                <a:latin typeface="DejaVu Sans"/>
                <a:ea typeface="DejaVu Sans"/>
                <a:cs typeface="DejaVu Sans"/>
              </a:defRPr>
            </a:pPr>
            <a:r>
              <a:rPr sz="1050" b="1">
                <a:solidFill>
                  <a:srgbClr val="62D6C9"/>
                </a:solidFill>
                <a:latin typeface="DejaVu Sans"/>
                <a:ea typeface="DejaVu Sans"/>
                <a:cs typeface="DejaVu Sans"/>
              </a:rPr>
              <a:t>TECHNOLOGICAL CHINA</a:t>
            </a:r>
          </a:p>
        </p:txBody>
      </p:sp>
      <p:sp>
        <p:nvSpPr>
          <p:cNvPr id="3" name="text-vkl0oc1pmdg">
            <a:extLst xmlns:a="http://schemas.openxmlformats.org/drawingml/2006/main">
              <a:ext uri="{FF2B5EF4-FFF2-40B4-BE49-F238E27FC236}">
                <a16:creationId xmlns:a16="http://schemas.microsoft.com/office/drawing/2014/main" id="{2C1727A2-4817-409D-B8D8-27C4314BB545}"/>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700" b="1">
                <a:solidFill>
                  <a:srgbClr val="FFFDFA"/>
                </a:solidFill>
                <a:latin typeface="DejaVu Sans"/>
                <a:ea typeface="DejaVu Sans"/>
                <a:cs typeface="DejaVu Sans"/>
              </a:defRPr>
            </a:defPPr>
            <a:lvl1pPr algn="l">
              <a:defRPr sz="2700" b="1">
                <a:solidFill>
                  <a:srgbClr val="FFFDFA"/>
                </a:solidFill>
                <a:latin typeface="DejaVu Sans"/>
                <a:ea typeface="DejaVu Sans"/>
                <a:cs typeface="DejaVu Sans"/>
              </a:defRPr>
            </a:lvl1pPr>
            <a:lvl2pPr algn="l">
              <a:defRPr sz="2700" b="1">
                <a:solidFill>
                  <a:srgbClr val="FFFDFA"/>
                </a:solidFill>
                <a:latin typeface="DejaVu Sans"/>
                <a:ea typeface="DejaVu Sans"/>
                <a:cs typeface="DejaVu Sans"/>
              </a:defRPr>
            </a:lvl2pPr>
            <a:lvl3pPr algn="l">
              <a:defRPr sz="2700" b="1">
                <a:solidFill>
                  <a:srgbClr val="FFFDFA"/>
                </a:solidFill>
                <a:latin typeface="DejaVu Sans"/>
                <a:ea typeface="DejaVu Sans"/>
                <a:cs typeface="DejaVu Sans"/>
              </a:defRPr>
            </a:lvl3pPr>
            <a:lvl4pPr algn="l">
              <a:defRPr sz="2700" b="1">
                <a:solidFill>
                  <a:srgbClr val="FFFDFA"/>
                </a:solidFill>
                <a:latin typeface="DejaVu Sans"/>
                <a:ea typeface="DejaVu Sans"/>
                <a:cs typeface="DejaVu Sans"/>
              </a:defRPr>
            </a:lvl4pPr>
            <a:lvl5pPr algn="l">
              <a:defRPr sz="2700" b="1">
                <a:solidFill>
                  <a:srgbClr val="FFFDFA"/>
                </a:solidFill>
                <a:latin typeface="DejaVu Sans"/>
                <a:ea typeface="DejaVu Sans"/>
                <a:cs typeface="DejaVu Sans"/>
              </a:defRPr>
            </a:lvl5pPr>
            <a:lvl6pPr algn="l">
              <a:defRPr sz="2700" b="1">
                <a:solidFill>
                  <a:srgbClr val="FFFDFA"/>
                </a:solidFill>
                <a:latin typeface="DejaVu Sans"/>
                <a:ea typeface="DejaVu Sans"/>
                <a:cs typeface="DejaVu Sans"/>
              </a:defRPr>
            </a:lvl6pPr>
            <a:lvl7pPr algn="l">
              <a:defRPr sz="2700" b="1">
                <a:solidFill>
                  <a:srgbClr val="FFFDFA"/>
                </a:solidFill>
                <a:latin typeface="DejaVu Sans"/>
                <a:ea typeface="DejaVu Sans"/>
                <a:cs typeface="DejaVu Sans"/>
              </a:defRPr>
            </a:lvl7pPr>
            <a:lvl8pPr algn="l">
              <a:defRPr sz="2700" b="1">
                <a:solidFill>
                  <a:srgbClr val="FFFDFA"/>
                </a:solidFill>
                <a:latin typeface="DejaVu Sans"/>
                <a:ea typeface="DejaVu Sans"/>
                <a:cs typeface="DejaVu Sans"/>
              </a:defRPr>
            </a:lvl8pPr>
            <a:lvl9pPr algn="l">
              <a:defRPr sz="2700" b="1">
                <a:solidFill>
                  <a:srgbClr val="FFFDFA"/>
                </a:solidFill>
                <a:latin typeface="DejaVu Sans"/>
                <a:ea typeface="DejaVu Sans"/>
                <a:cs typeface="DejaVu Sans"/>
              </a:defRPr>
            </a:lvl9pPr>
          </a:lstStyle>
          <a:p xmlns:a="http://schemas.openxmlformats.org/drawingml/2006/main">
            <a:pPr algn="l">
              <a:lnSpc>
                <a:spcPct val="112000"/>
              </a:lnSpc>
              <a:buNone/>
              <a:defRPr sz="2700" b="1">
                <a:solidFill>
                  <a:srgbClr val="FFFDFA"/>
                </a:solidFill>
                <a:latin typeface="DejaVu Sans"/>
                <a:ea typeface="DejaVu Sans"/>
                <a:cs typeface="DejaVu Sans"/>
              </a:defRPr>
            </a:pPr>
            <a:r>
              <a:rPr sz="2700" b="1">
                <a:solidFill>
                  <a:srgbClr val="FFFDFA"/>
                </a:solidFill>
                <a:latin typeface="DejaVu Sans"/>
                <a:ea typeface="DejaVu Sans"/>
                <a:cs typeface="DejaVu Sans"/>
              </a:rPr>
              <a:t>Verification needs an external criterion</a:t>
            </a:r>
          </a:p>
        </p:txBody>
      </p:sp>
      <p:sp>
        <p:nvSpPr>
          <p:cNvPr id="4" name="text-j6p6pdr92w9">
            <a:extLst xmlns:a="http://schemas.openxmlformats.org/drawingml/2006/main">
              <a:ext uri="{FF2B5EF4-FFF2-40B4-BE49-F238E27FC236}">
                <a16:creationId xmlns:a16="http://schemas.microsoft.com/office/drawing/2014/main" id="{0CAD823C-9E6C-4006-97DE-1297A6F1ED15}"/>
              </a:ext>
            </a:extLst>
          </p:cNvPr>
          <p:cNvSpPr>
            <a:spLocks xmlns:a="http://schemas.openxmlformats.org/drawingml/2006/main" noGrp="1"/>
          </p:cNvSpPr>
          <p:nvPr/>
        </p:nvSpPr>
        <p:spPr>
          <a:xfrm xmlns:a="http://schemas.openxmlformats.org/drawingml/2006/main">
            <a:off x="609600" y="1857375"/>
            <a:ext cx="109728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BED0D5"/>
                </a:solidFill>
                <a:latin typeface="DejaVu Sans"/>
                <a:ea typeface="DejaVu Sans"/>
                <a:cs typeface="DejaVu Sans"/>
              </a:defRPr>
            </a:defPPr>
            <a:lvl1pPr algn="l">
              <a:defRPr sz="1575" b="0">
                <a:solidFill>
                  <a:srgbClr val="BED0D5"/>
                </a:solidFill>
                <a:latin typeface="DejaVu Sans"/>
                <a:ea typeface="DejaVu Sans"/>
                <a:cs typeface="DejaVu Sans"/>
              </a:defRPr>
            </a:lvl1pPr>
            <a:lvl2pPr algn="l">
              <a:defRPr sz="1575" b="0">
                <a:solidFill>
                  <a:srgbClr val="BED0D5"/>
                </a:solidFill>
                <a:latin typeface="DejaVu Sans"/>
                <a:ea typeface="DejaVu Sans"/>
                <a:cs typeface="DejaVu Sans"/>
              </a:defRPr>
            </a:lvl2pPr>
            <a:lvl3pPr algn="l">
              <a:defRPr sz="1575" b="0">
                <a:solidFill>
                  <a:srgbClr val="BED0D5"/>
                </a:solidFill>
                <a:latin typeface="DejaVu Sans"/>
                <a:ea typeface="DejaVu Sans"/>
                <a:cs typeface="DejaVu Sans"/>
              </a:defRPr>
            </a:lvl3pPr>
            <a:lvl4pPr algn="l">
              <a:defRPr sz="1575" b="0">
                <a:solidFill>
                  <a:srgbClr val="BED0D5"/>
                </a:solidFill>
                <a:latin typeface="DejaVu Sans"/>
                <a:ea typeface="DejaVu Sans"/>
                <a:cs typeface="DejaVu Sans"/>
              </a:defRPr>
            </a:lvl4pPr>
            <a:lvl5pPr algn="l">
              <a:defRPr sz="1575" b="0">
                <a:solidFill>
                  <a:srgbClr val="BED0D5"/>
                </a:solidFill>
                <a:latin typeface="DejaVu Sans"/>
                <a:ea typeface="DejaVu Sans"/>
                <a:cs typeface="DejaVu Sans"/>
              </a:defRPr>
            </a:lvl5pPr>
            <a:lvl6pPr algn="l">
              <a:defRPr sz="1575" b="0">
                <a:solidFill>
                  <a:srgbClr val="BED0D5"/>
                </a:solidFill>
                <a:latin typeface="DejaVu Sans"/>
                <a:ea typeface="DejaVu Sans"/>
                <a:cs typeface="DejaVu Sans"/>
              </a:defRPr>
            </a:lvl6pPr>
            <a:lvl7pPr algn="l">
              <a:defRPr sz="1575" b="0">
                <a:solidFill>
                  <a:srgbClr val="BED0D5"/>
                </a:solidFill>
                <a:latin typeface="DejaVu Sans"/>
                <a:ea typeface="DejaVu Sans"/>
                <a:cs typeface="DejaVu Sans"/>
              </a:defRPr>
            </a:lvl7pPr>
            <a:lvl8pPr algn="l">
              <a:defRPr sz="1575" b="0">
                <a:solidFill>
                  <a:srgbClr val="BED0D5"/>
                </a:solidFill>
                <a:latin typeface="DejaVu Sans"/>
                <a:ea typeface="DejaVu Sans"/>
                <a:cs typeface="DejaVu Sans"/>
              </a:defRPr>
            </a:lvl8pPr>
            <a:lvl9pPr algn="l">
              <a:defRPr sz="1575" b="0">
                <a:solidFill>
                  <a:srgbClr val="BED0D5"/>
                </a:solidFill>
                <a:latin typeface="DejaVu Sans"/>
                <a:ea typeface="DejaVu Sans"/>
                <a:cs typeface="DejaVu Sans"/>
              </a:defRPr>
            </a:lvl9pPr>
          </a:lstStyle>
          <a:p xmlns:a="http://schemas.openxmlformats.org/drawingml/2006/main">
            <a:pPr algn="l">
              <a:lnSpc>
                <a:spcPct val="112000"/>
              </a:lnSpc>
              <a:buNone/>
              <a:defRPr sz="1575" b="0">
                <a:solidFill>
                  <a:srgbClr val="BED0D5"/>
                </a:solidFill>
                <a:latin typeface="DejaVu Sans"/>
                <a:ea typeface="DejaVu Sans"/>
                <a:cs typeface="DejaVu Sans"/>
              </a:defRPr>
            </a:pPr>
            <a:r>
              <a:rPr sz="1575" b="0">
                <a:solidFill>
                  <a:srgbClr val="BED0D5"/>
                </a:solidFill>
                <a:latin typeface="DejaVu Sans"/>
                <a:ea typeface="DejaVu Sans"/>
                <a:cs typeface="DejaVu Sans"/>
              </a:rPr>
              <a:t>Rereading the same answer can repeat the same error.</a:t>
            </a:r>
          </a:p>
        </p:txBody>
      </p:sp>
      <p:sp>
        <p:nvSpPr>
          <p:cNvPr id="5" name="">
            <a:extLst xmlns:a="http://schemas.openxmlformats.org/drawingml/2006/main">
              <a:ext uri="{FF2B5EF4-FFF2-40B4-BE49-F238E27FC236}">
                <a16:creationId xmlns:a16="http://schemas.microsoft.com/office/drawing/2014/main" id="{44E97207-F6F2-4C39-9EEE-CD865441C2C7}"/>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294652"/>
          </a:solidFill>
          <a:ln xmlns:a="http://schemas.openxmlformats.org/drawingml/2006/main" w="0">
            <a:noFill/>
            <a:prstDash val="solid"/>
          </a:ln>
        </p:spPr>
      </p:sp>
      <p:sp>
        <p:nvSpPr>
          <p:cNvPr id="6" name="text-j5d7a31fvsd">
            <a:extLst xmlns:a="http://schemas.openxmlformats.org/drawingml/2006/main">
              <a:ext uri="{FF2B5EF4-FFF2-40B4-BE49-F238E27FC236}">
                <a16:creationId xmlns:a16="http://schemas.microsoft.com/office/drawing/2014/main" id="{84EC5EF2-571A-4143-B65F-18F91BD15530}"/>
              </a:ext>
            </a:extLst>
          </p:cNvPr>
          <p:cNvSpPr>
            <a:spLocks xmlns:a="http://schemas.openxmlformats.org/drawingml/2006/main" noGrp="1"/>
          </p:cNvSpPr>
          <p:nvPr/>
        </p:nvSpPr>
        <p:spPr>
          <a:xfrm xmlns:a="http://schemas.openxmlformats.org/drawingml/2006/main">
            <a:off x="609600" y="6362700"/>
            <a:ext cx="971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975" b="0">
                <a:solidFill>
                  <a:srgbClr val="BED0D5"/>
                </a:solidFill>
                <a:latin typeface="DejaVu Sans"/>
                <a:ea typeface="DejaVu Sans"/>
                <a:cs typeface="DejaVu Sans"/>
              </a:defRPr>
            </a:defPPr>
            <a:lvl1pPr algn="l">
              <a:defRPr sz="975" b="0">
                <a:solidFill>
                  <a:srgbClr val="BED0D5"/>
                </a:solidFill>
                <a:latin typeface="DejaVu Sans"/>
                <a:ea typeface="DejaVu Sans"/>
                <a:cs typeface="DejaVu Sans"/>
              </a:defRPr>
            </a:lvl1pPr>
            <a:lvl2pPr algn="l">
              <a:defRPr sz="975" b="0">
                <a:solidFill>
                  <a:srgbClr val="BED0D5"/>
                </a:solidFill>
                <a:latin typeface="DejaVu Sans"/>
                <a:ea typeface="DejaVu Sans"/>
                <a:cs typeface="DejaVu Sans"/>
              </a:defRPr>
            </a:lvl2pPr>
            <a:lvl3pPr algn="l">
              <a:defRPr sz="975" b="0">
                <a:solidFill>
                  <a:srgbClr val="BED0D5"/>
                </a:solidFill>
                <a:latin typeface="DejaVu Sans"/>
                <a:ea typeface="DejaVu Sans"/>
                <a:cs typeface="DejaVu Sans"/>
              </a:defRPr>
            </a:lvl3pPr>
            <a:lvl4pPr algn="l">
              <a:defRPr sz="975" b="0">
                <a:solidFill>
                  <a:srgbClr val="BED0D5"/>
                </a:solidFill>
                <a:latin typeface="DejaVu Sans"/>
                <a:ea typeface="DejaVu Sans"/>
                <a:cs typeface="DejaVu Sans"/>
              </a:defRPr>
            </a:lvl4pPr>
            <a:lvl5pPr algn="l">
              <a:defRPr sz="975" b="0">
                <a:solidFill>
                  <a:srgbClr val="BED0D5"/>
                </a:solidFill>
                <a:latin typeface="DejaVu Sans"/>
                <a:ea typeface="DejaVu Sans"/>
                <a:cs typeface="DejaVu Sans"/>
              </a:defRPr>
            </a:lvl5pPr>
            <a:lvl6pPr algn="l">
              <a:defRPr sz="975" b="0">
                <a:solidFill>
                  <a:srgbClr val="BED0D5"/>
                </a:solidFill>
                <a:latin typeface="DejaVu Sans"/>
                <a:ea typeface="DejaVu Sans"/>
                <a:cs typeface="DejaVu Sans"/>
              </a:defRPr>
            </a:lvl6pPr>
            <a:lvl7pPr algn="l">
              <a:defRPr sz="975" b="0">
                <a:solidFill>
                  <a:srgbClr val="BED0D5"/>
                </a:solidFill>
                <a:latin typeface="DejaVu Sans"/>
                <a:ea typeface="DejaVu Sans"/>
                <a:cs typeface="DejaVu Sans"/>
              </a:defRPr>
            </a:lvl7pPr>
            <a:lvl8pPr algn="l">
              <a:defRPr sz="975" b="0">
                <a:solidFill>
                  <a:srgbClr val="BED0D5"/>
                </a:solidFill>
                <a:latin typeface="DejaVu Sans"/>
                <a:ea typeface="DejaVu Sans"/>
                <a:cs typeface="DejaVu Sans"/>
              </a:defRPr>
            </a:lvl8pPr>
            <a:lvl9pPr algn="l">
              <a:defRPr sz="975" b="0">
                <a:solidFill>
                  <a:srgbClr val="BED0D5"/>
                </a:solidFill>
                <a:latin typeface="DejaVu Sans"/>
                <a:ea typeface="DejaVu Sans"/>
                <a:cs typeface="DejaVu Sans"/>
              </a:defRPr>
            </a:lvl9pPr>
          </a:lstStyle>
          <a:p xmlns:a="http://schemas.openxmlformats.org/drawingml/2006/main">
            <a:pPr algn="l">
              <a:lnSpc>
                <a:spcPct val="112000"/>
              </a:lnSpc>
              <a:buNone/>
              <a:defRPr sz="975" b="0">
                <a:solidFill>
                  <a:srgbClr val="BED0D5"/>
                </a:solidFill>
                <a:latin typeface="DejaVu Sans"/>
                <a:ea typeface="DejaVu Sans"/>
                <a:cs typeface="DejaVu Sans"/>
              </a:defRPr>
            </a:pPr>
            <a:r>
              <a:rPr sz="975" b="0">
                <a:solidFill>
                  <a:srgbClr val="BED0D5"/>
                </a:solidFill>
                <a:latin typeface="DejaVu Sans"/>
                <a:ea typeface="DejaVu Sans"/>
                <a:cs typeface="DejaVu Sans"/>
              </a:rPr>
              <a:t>Sergio Gevatschnaider</a:t>
            </a:r>
          </a:p>
        </p:txBody>
      </p:sp>
      <p:sp>
        <p:nvSpPr>
          <p:cNvPr id="7" name="text-cwqolhlva25">
            <a:extLst xmlns:a="http://schemas.openxmlformats.org/drawingml/2006/main">
              <a:ext uri="{FF2B5EF4-FFF2-40B4-BE49-F238E27FC236}">
                <a16:creationId xmlns:a16="http://schemas.microsoft.com/office/drawing/2014/main" id="{7AB4040C-46CD-4C02-B91B-3FE013E9A668}"/>
              </a:ext>
            </a:extLst>
          </p:cNvPr>
          <p:cNvSpPr>
            <a:spLocks xmlns:a="http://schemas.openxmlformats.org/drawingml/2006/main" noGrp="1"/>
          </p:cNvSpPr>
          <p:nvPr/>
        </p:nvSpPr>
        <p:spPr>
          <a:xfrm xmlns:a="http://schemas.openxmlformats.org/drawingml/2006/main">
            <a:off x="10934700" y="6296025"/>
            <a:ext cx="6477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725" b="1">
                <a:solidFill>
                  <a:srgbClr val="62D6C9"/>
                </a:solidFill>
                <a:latin typeface="DejaVu Sans"/>
                <a:ea typeface="DejaVu Sans"/>
                <a:cs typeface="DejaVu Sans"/>
              </a:defRPr>
            </a:defPPr>
            <a:lvl1pPr algn="r">
              <a:defRPr sz="1725" b="1">
                <a:solidFill>
                  <a:srgbClr val="62D6C9"/>
                </a:solidFill>
                <a:latin typeface="DejaVu Sans"/>
                <a:ea typeface="DejaVu Sans"/>
                <a:cs typeface="DejaVu Sans"/>
              </a:defRPr>
            </a:lvl1pPr>
            <a:lvl2pPr algn="r">
              <a:defRPr sz="1725" b="1">
                <a:solidFill>
                  <a:srgbClr val="62D6C9"/>
                </a:solidFill>
                <a:latin typeface="DejaVu Sans"/>
                <a:ea typeface="DejaVu Sans"/>
                <a:cs typeface="DejaVu Sans"/>
              </a:defRPr>
            </a:lvl2pPr>
            <a:lvl3pPr algn="r">
              <a:defRPr sz="1725" b="1">
                <a:solidFill>
                  <a:srgbClr val="62D6C9"/>
                </a:solidFill>
                <a:latin typeface="DejaVu Sans"/>
                <a:ea typeface="DejaVu Sans"/>
                <a:cs typeface="DejaVu Sans"/>
              </a:defRPr>
            </a:lvl3pPr>
            <a:lvl4pPr algn="r">
              <a:defRPr sz="1725" b="1">
                <a:solidFill>
                  <a:srgbClr val="62D6C9"/>
                </a:solidFill>
                <a:latin typeface="DejaVu Sans"/>
                <a:ea typeface="DejaVu Sans"/>
                <a:cs typeface="DejaVu Sans"/>
              </a:defRPr>
            </a:lvl4pPr>
            <a:lvl5pPr algn="r">
              <a:defRPr sz="1725" b="1">
                <a:solidFill>
                  <a:srgbClr val="62D6C9"/>
                </a:solidFill>
                <a:latin typeface="DejaVu Sans"/>
                <a:ea typeface="DejaVu Sans"/>
                <a:cs typeface="DejaVu Sans"/>
              </a:defRPr>
            </a:lvl5pPr>
            <a:lvl6pPr algn="r">
              <a:defRPr sz="1725" b="1">
                <a:solidFill>
                  <a:srgbClr val="62D6C9"/>
                </a:solidFill>
                <a:latin typeface="DejaVu Sans"/>
                <a:ea typeface="DejaVu Sans"/>
                <a:cs typeface="DejaVu Sans"/>
              </a:defRPr>
            </a:lvl6pPr>
            <a:lvl7pPr algn="r">
              <a:defRPr sz="1725" b="1">
                <a:solidFill>
                  <a:srgbClr val="62D6C9"/>
                </a:solidFill>
                <a:latin typeface="DejaVu Sans"/>
                <a:ea typeface="DejaVu Sans"/>
                <a:cs typeface="DejaVu Sans"/>
              </a:defRPr>
            </a:lvl7pPr>
            <a:lvl8pPr algn="r">
              <a:defRPr sz="1725" b="1">
                <a:solidFill>
                  <a:srgbClr val="62D6C9"/>
                </a:solidFill>
                <a:latin typeface="DejaVu Sans"/>
                <a:ea typeface="DejaVu Sans"/>
                <a:cs typeface="DejaVu Sans"/>
              </a:defRPr>
            </a:lvl8pPr>
            <a:lvl9pPr algn="r">
              <a:defRPr sz="1725" b="1">
                <a:solidFill>
                  <a:srgbClr val="62D6C9"/>
                </a:solidFill>
                <a:latin typeface="DejaVu Sans"/>
                <a:ea typeface="DejaVu Sans"/>
                <a:cs typeface="DejaVu Sans"/>
              </a:defRPr>
            </a:lvl9pPr>
          </a:lstStyle>
          <a:p xmlns:a="http://schemas.openxmlformats.org/drawingml/2006/main">
            <a:pPr algn="r">
              <a:lnSpc>
                <a:spcPct val="112000"/>
              </a:lnSpc>
              <a:buNone/>
              <a:defRPr sz="1725" b="1">
                <a:solidFill>
                  <a:srgbClr val="62D6C9"/>
                </a:solidFill>
                <a:latin typeface="DejaVu Sans"/>
                <a:ea typeface="DejaVu Sans"/>
                <a:cs typeface="DejaVu Sans"/>
              </a:defRPr>
            </a:pPr>
            <a:r>
              <a:rPr sz="1725" b="1">
                <a:solidFill>
                  <a:srgbClr val="62D6C9"/>
                </a:solidFill>
                <a:latin typeface="DejaVu Sans"/>
                <a:ea typeface="DejaVu Sans"/>
                <a:cs typeface="DejaVu Sans"/>
              </a:rPr>
              <a:t>13</a:t>
            </a:r>
          </a:p>
        </p:txBody>
      </p:sp>
      <p:sp>
        <p:nvSpPr>
          <p:cNvPr id="8" name="">
            <a:extLst xmlns:a="http://schemas.openxmlformats.org/drawingml/2006/main">
              <a:ext uri="{FF2B5EF4-FFF2-40B4-BE49-F238E27FC236}">
                <a16:creationId xmlns:a16="http://schemas.microsoft.com/office/drawing/2014/main" id="{D19301DB-EC6C-4827-960D-BE769D9DE965}"/>
              </a:ext>
            </a:extLst>
          </p:cNvPr>
          <p:cNvSpPr>
            <a:spLocks xmlns:a="http://schemas.openxmlformats.org/drawingml/2006/main" noGrp="1"/>
          </p:cNvSpPr>
          <p:nvPr/>
        </p:nvSpPr>
        <p:spPr>
          <a:xfrm xmlns:a="http://schemas.openxmlformats.org/drawingml/2006/main">
            <a:off x="609600" y="2571750"/>
            <a:ext cx="5353050" cy="1619250"/>
          </a:xfrm>
          <a:prstGeom xmlns:a="http://schemas.openxmlformats.org/drawingml/2006/main" prst="rect">
            <a:avLst/>
          </a:prstGeom>
          <a:solidFill xmlns:a="http://schemas.openxmlformats.org/drawingml/2006/main">
            <a:srgbClr val="102D3A"/>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51C349F9-0D58-423F-A8D5-01D80457927E}"/>
              </a:ext>
            </a:extLst>
          </p:cNvPr>
          <p:cNvSpPr>
            <a:spLocks xmlns:a="http://schemas.openxmlformats.org/drawingml/2006/main" noGrp="1"/>
          </p:cNvSpPr>
          <p:nvPr/>
        </p:nvSpPr>
        <p:spPr>
          <a:xfrm xmlns:a="http://schemas.openxmlformats.org/drawingml/2006/main">
            <a:off x="609600" y="2571750"/>
            <a:ext cx="38100" cy="1619250"/>
          </a:xfrm>
          <a:prstGeom xmlns:a="http://schemas.openxmlformats.org/drawingml/2006/main" prst="rect">
            <a:avLst/>
          </a:prstGeom>
          <a:solidFill xmlns:a="http://schemas.openxmlformats.org/drawingml/2006/main">
            <a:srgbClr val="62D6C9"/>
          </a:solidFill>
          <a:ln xmlns:a="http://schemas.openxmlformats.org/drawingml/2006/main" w="0">
            <a:noFill/>
            <a:prstDash val="solid"/>
          </a:ln>
        </p:spPr>
      </p:sp>
      <p:sp>
        <p:nvSpPr>
          <p:cNvPr id="10" name="text-ukjdp2hq17b">
            <a:extLst xmlns:a="http://schemas.openxmlformats.org/drawingml/2006/main">
              <a:ext uri="{FF2B5EF4-FFF2-40B4-BE49-F238E27FC236}">
                <a16:creationId xmlns:a16="http://schemas.microsoft.com/office/drawing/2014/main" id="{FECEA45F-AB3F-4973-95E4-BB09714355D5}"/>
              </a:ext>
            </a:extLst>
          </p:cNvPr>
          <p:cNvSpPr>
            <a:spLocks xmlns:a="http://schemas.openxmlformats.org/drawingml/2006/main" noGrp="1"/>
          </p:cNvSpPr>
          <p:nvPr/>
        </p:nvSpPr>
        <p:spPr>
          <a:xfrm xmlns:a="http://schemas.openxmlformats.org/drawingml/2006/main">
            <a:off x="819150" y="2743200"/>
            <a:ext cx="49339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1">
                <a:solidFill>
                  <a:srgbClr val="FFFDFA"/>
                </a:solidFill>
                <a:latin typeface="DejaVu Sans"/>
                <a:ea typeface="DejaVu Sans"/>
                <a:cs typeface="DejaVu Sans"/>
              </a:defRPr>
            </a:defPPr>
            <a:lvl1pPr algn="l">
              <a:defRPr sz="1800" b="1">
                <a:solidFill>
                  <a:srgbClr val="FFFDFA"/>
                </a:solidFill>
                <a:latin typeface="DejaVu Sans"/>
                <a:ea typeface="DejaVu Sans"/>
                <a:cs typeface="DejaVu Sans"/>
              </a:defRPr>
            </a:lvl1pPr>
            <a:lvl2pPr algn="l">
              <a:defRPr sz="1800" b="1">
                <a:solidFill>
                  <a:srgbClr val="FFFDFA"/>
                </a:solidFill>
                <a:latin typeface="DejaVu Sans"/>
                <a:ea typeface="DejaVu Sans"/>
                <a:cs typeface="DejaVu Sans"/>
              </a:defRPr>
            </a:lvl2pPr>
            <a:lvl3pPr algn="l">
              <a:defRPr sz="1800" b="1">
                <a:solidFill>
                  <a:srgbClr val="FFFDFA"/>
                </a:solidFill>
                <a:latin typeface="DejaVu Sans"/>
                <a:ea typeface="DejaVu Sans"/>
                <a:cs typeface="DejaVu Sans"/>
              </a:defRPr>
            </a:lvl3pPr>
            <a:lvl4pPr algn="l">
              <a:defRPr sz="1800" b="1">
                <a:solidFill>
                  <a:srgbClr val="FFFDFA"/>
                </a:solidFill>
                <a:latin typeface="DejaVu Sans"/>
                <a:ea typeface="DejaVu Sans"/>
                <a:cs typeface="DejaVu Sans"/>
              </a:defRPr>
            </a:lvl4pPr>
            <a:lvl5pPr algn="l">
              <a:defRPr sz="1800" b="1">
                <a:solidFill>
                  <a:srgbClr val="FFFDFA"/>
                </a:solidFill>
                <a:latin typeface="DejaVu Sans"/>
                <a:ea typeface="DejaVu Sans"/>
                <a:cs typeface="DejaVu Sans"/>
              </a:defRPr>
            </a:lvl5pPr>
            <a:lvl6pPr algn="l">
              <a:defRPr sz="1800" b="1">
                <a:solidFill>
                  <a:srgbClr val="FFFDFA"/>
                </a:solidFill>
                <a:latin typeface="DejaVu Sans"/>
                <a:ea typeface="DejaVu Sans"/>
                <a:cs typeface="DejaVu Sans"/>
              </a:defRPr>
            </a:lvl6pPr>
            <a:lvl7pPr algn="l">
              <a:defRPr sz="1800" b="1">
                <a:solidFill>
                  <a:srgbClr val="FFFDFA"/>
                </a:solidFill>
                <a:latin typeface="DejaVu Sans"/>
                <a:ea typeface="DejaVu Sans"/>
                <a:cs typeface="DejaVu Sans"/>
              </a:defRPr>
            </a:lvl7pPr>
            <a:lvl8pPr algn="l">
              <a:defRPr sz="1800" b="1">
                <a:solidFill>
                  <a:srgbClr val="FFFDFA"/>
                </a:solidFill>
                <a:latin typeface="DejaVu Sans"/>
                <a:ea typeface="DejaVu Sans"/>
                <a:cs typeface="DejaVu Sans"/>
              </a:defRPr>
            </a:lvl8pPr>
            <a:lvl9pPr algn="l">
              <a:defRPr sz="1800" b="1">
                <a:solidFill>
                  <a:srgbClr val="FFFDFA"/>
                </a:solidFill>
                <a:latin typeface="DejaVu Sans"/>
                <a:ea typeface="DejaVu Sans"/>
                <a:cs typeface="DejaVu Sans"/>
              </a:defRPr>
            </a:lvl9pPr>
          </a:lstStyle>
          <a:p xmlns:a="http://schemas.openxmlformats.org/drawingml/2006/main">
            <a:pPr algn="l">
              <a:lnSpc>
                <a:spcPct val="112000"/>
              </a:lnSpc>
              <a:buNone/>
              <a:defRPr sz="1800" b="1">
                <a:solidFill>
                  <a:srgbClr val="FFFDFA"/>
                </a:solidFill>
                <a:latin typeface="DejaVu Sans"/>
                <a:ea typeface="DejaVu Sans"/>
                <a:cs typeface="DejaVu Sans"/>
              </a:defRPr>
            </a:pPr>
            <a:r>
              <a:rPr sz="1800" b="1">
                <a:solidFill>
                  <a:srgbClr val="FFFDFA"/>
                </a:solidFill>
                <a:latin typeface="DejaVu Sans"/>
                <a:ea typeface="DejaVu Sans"/>
                <a:cs typeface="DejaVu Sans"/>
              </a:rPr>
              <a:t>Data</a:t>
            </a:r>
          </a:p>
        </p:txBody>
      </p:sp>
      <p:sp>
        <p:nvSpPr>
          <p:cNvPr id="11" name="text-7jj7ngcjgl">
            <a:extLst xmlns:a="http://schemas.openxmlformats.org/drawingml/2006/main">
              <a:ext uri="{FF2B5EF4-FFF2-40B4-BE49-F238E27FC236}">
                <a16:creationId xmlns:a16="http://schemas.microsoft.com/office/drawing/2014/main" id="{E54F87E9-2B1C-4631-9D99-8C75077A2855}"/>
              </a:ext>
            </a:extLst>
          </p:cNvPr>
          <p:cNvSpPr>
            <a:spLocks xmlns:a="http://schemas.openxmlformats.org/drawingml/2006/main" noGrp="1"/>
          </p:cNvSpPr>
          <p:nvPr/>
        </p:nvSpPr>
        <p:spPr>
          <a:xfrm xmlns:a="http://schemas.openxmlformats.org/drawingml/2006/main">
            <a:off x="819150" y="3362325"/>
            <a:ext cx="49339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BED0D5"/>
                </a:solidFill>
                <a:latin typeface="DejaVu Sans"/>
                <a:ea typeface="DejaVu Sans"/>
                <a:cs typeface="DejaVu Sans"/>
              </a:defRPr>
            </a:defPPr>
            <a:lvl1pPr algn="l">
              <a:defRPr sz="1650" b="0">
                <a:solidFill>
                  <a:srgbClr val="BED0D5"/>
                </a:solidFill>
                <a:latin typeface="DejaVu Sans"/>
                <a:ea typeface="DejaVu Sans"/>
                <a:cs typeface="DejaVu Sans"/>
              </a:defRPr>
            </a:lvl1pPr>
            <a:lvl2pPr algn="l">
              <a:defRPr sz="1650" b="0">
                <a:solidFill>
                  <a:srgbClr val="BED0D5"/>
                </a:solidFill>
                <a:latin typeface="DejaVu Sans"/>
                <a:ea typeface="DejaVu Sans"/>
                <a:cs typeface="DejaVu Sans"/>
              </a:defRPr>
            </a:lvl2pPr>
            <a:lvl3pPr algn="l">
              <a:defRPr sz="1650" b="0">
                <a:solidFill>
                  <a:srgbClr val="BED0D5"/>
                </a:solidFill>
                <a:latin typeface="DejaVu Sans"/>
                <a:ea typeface="DejaVu Sans"/>
                <a:cs typeface="DejaVu Sans"/>
              </a:defRPr>
            </a:lvl3pPr>
            <a:lvl4pPr algn="l">
              <a:defRPr sz="1650" b="0">
                <a:solidFill>
                  <a:srgbClr val="BED0D5"/>
                </a:solidFill>
                <a:latin typeface="DejaVu Sans"/>
                <a:ea typeface="DejaVu Sans"/>
                <a:cs typeface="DejaVu Sans"/>
              </a:defRPr>
            </a:lvl4pPr>
            <a:lvl5pPr algn="l">
              <a:defRPr sz="1650" b="0">
                <a:solidFill>
                  <a:srgbClr val="BED0D5"/>
                </a:solidFill>
                <a:latin typeface="DejaVu Sans"/>
                <a:ea typeface="DejaVu Sans"/>
                <a:cs typeface="DejaVu Sans"/>
              </a:defRPr>
            </a:lvl5pPr>
            <a:lvl6pPr algn="l">
              <a:defRPr sz="1650" b="0">
                <a:solidFill>
                  <a:srgbClr val="BED0D5"/>
                </a:solidFill>
                <a:latin typeface="DejaVu Sans"/>
                <a:ea typeface="DejaVu Sans"/>
                <a:cs typeface="DejaVu Sans"/>
              </a:defRPr>
            </a:lvl6pPr>
            <a:lvl7pPr algn="l">
              <a:defRPr sz="1650" b="0">
                <a:solidFill>
                  <a:srgbClr val="BED0D5"/>
                </a:solidFill>
                <a:latin typeface="DejaVu Sans"/>
                <a:ea typeface="DejaVu Sans"/>
                <a:cs typeface="DejaVu Sans"/>
              </a:defRPr>
            </a:lvl7pPr>
            <a:lvl8pPr algn="l">
              <a:defRPr sz="1650" b="0">
                <a:solidFill>
                  <a:srgbClr val="BED0D5"/>
                </a:solidFill>
                <a:latin typeface="DejaVu Sans"/>
                <a:ea typeface="DejaVu Sans"/>
                <a:cs typeface="DejaVu Sans"/>
              </a:defRPr>
            </a:lvl8pPr>
            <a:lvl9pPr algn="l">
              <a:defRPr sz="1650" b="0">
                <a:solidFill>
                  <a:srgbClr val="BED0D5"/>
                </a:solidFill>
                <a:latin typeface="DejaVu Sans"/>
                <a:ea typeface="DejaVu Sans"/>
                <a:cs typeface="DejaVu Sans"/>
              </a:defRPr>
            </a:lvl9pPr>
          </a:lstStyle>
          <a:p xmlns:a="http://schemas.openxmlformats.org/drawingml/2006/main">
            <a:pPr algn="l">
              <a:lnSpc>
                <a:spcPct val="112000"/>
              </a:lnSpc>
              <a:buNone/>
              <a:defRPr sz="1650" b="0">
                <a:solidFill>
                  <a:srgbClr val="BED0D5"/>
                </a:solidFill>
                <a:latin typeface="DejaVu Sans"/>
                <a:ea typeface="DejaVu Sans"/>
                <a:cs typeface="DejaVu Sans"/>
              </a:defRPr>
            </a:pPr>
            <a:r>
              <a:rPr sz="1650" b="0">
                <a:solidFill>
                  <a:srgbClr val="BED0D5"/>
                </a:solidFill>
                <a:latin typeface="DejaVu Sans"/>
                <a:ea typeface="DejaVu Sans"/>
                <a:cs typeface="DejaVu Sans"/>
              </a:rPr>
              <a:t>Check units, date and exact product variant.</a:t>
            </a:r>
          </a:p>
        </p:txBody>
      </p:sp>
      <p:sp>
        <p:nvSpPr>
          <p:cNvPr id="12" name="">
            <a:extLst xmlns:a="http://schemas.openxmlformats.org/drawingml/2006/main">
              <a:ext uri="{FF2B5EF4-FFF2-40B4-BE49-F238E27FC236}">
                <a16:creationId xmlns:a16="http://schemas.microsoft.com/office/drawing/2014/main" id="{201A7411-2C9E-4CD5-A0C0-1AADC1CB2D12}"/>
              </a:ext>
            </a:extLst>
          </p:cNvPr>
          <p:cNvSpPr>
            <a:spLocks xmlns:a="http://schemas.openxmlformats.org/drawingml/2006/main" noGrp="1"/>
          </p:cNvSpPr>
          <p:nvPr/>
        </p:nvSpPr>
        <p:spPr>
          <a:xfrm xmlns:a="http://schemas.openxmlformats.org/drawingml/2006/main">
            <a:off x="6229350" y="2571750"/>
            <a:ext cx="5353050" cy="1619250"/>
          </a:xfrm>
          <a:prstGeom xmlns:a="http://schemas.openxmlformats.org/drawingml/2006/main" prst="rect">
            <a:avLst/>
          </a:prstGeom>
          <a:solidFill xmlns:a="http://schemas.openxmlformats.org/drawingml/2006/main">
            <a:srgbClr val="102D3A"/>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6B281628-3E23-41F5-961A-98F472BCACE7}"/>
              </a:ext>
            </a:extLst>
          </p:cNvPr>
          <p:cNvSpPr>
            <a:spLocks xmlns:a="http://schemas.openxmlformats.org/drawingml/2006/main" noGrp="1"/>
          </p:cNvSpPr>
          <p:nvPr/>
        </p:nvSpPr>
        <p:spPr>
          <a:xfrm xmlns:a="http://schemas.openxmlformats.org/drawingml/2006/main">
            <a:off x="6229350" y="2571750"/>
            <a:ext cx="38100" cy="1619250"/>
          </a:xfrm>
          <a:prstGeom xmlns:a="http://schemas.openxmlformats.org/drawingml/2006/main" prst="rect">
            <a:avLst/>
          </a:prstGeom>
          <a:solidFill xmlns:a="http://schemas.openxmlformats.org/drawingml/2006/main">
            <a:srgbClr val="D64136"/>
          </a:solidFill>
          <a:ln xmlns:a="http://schemas.openxmlformats.org/drawingml/2006/main" w="0">
            <a:noFill/>
            <a:prstDash val="solid"/>
          </a:ln>
        </p:spPr>
      </p:sp>
      <p:sp>
        <p:nvSpPr>
          <p:cNvPr id="14" name="text-f8kh5q4y66r">
            <a:extLst xmlns:a="http://schemas.openxmlformats.org/drawingml/2006/main">
              <a:ext uri="{FF2B5EF4-FFF2-40B4-BE49-F238E27FC236}">
                <a16:creationId xmlns:a16="http://schemas.microsoft.com/office/drawing/2014/main" id="{20315B48-E845-4A9A-9B58-CAF7522997AD}"/>
              </a:ext>
            </a:extLst>
          </p:cNvPr>
          <p:cNvSpPr>
            <a:spLocks xmlns:a="http://schemas.openxmlformats.org/drawingml/2006/main" noGrp="1"/>
          </p:cNvSpPr>
          <p:nvPr/>
        </p:nvSpPr>
        <p:spPr>
          <a:xfrm xmlns:a="http://schemas.openxmlformats.org/drawingml/2006/main">
            <a:off x="6438900" y="2743200"/>
            <a:ext cx="49339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1">
                <a:solidFill>
                  <a:srgbClr val="FFFDFA"/>
                </a:solidFill>
                <a:latin typeface="DejaVu Sans"/>
                <a:ea typeface="DejaVu Sans"/>
                <a:cs typeface="DejaVu Sans"/>
              </a:defRPr>
            </a:defPPr>
            <a:lvl1pPr algn="l">
              <a:defRPr sz="1800" b="1">
                <a:solidFill>
                  <a:srgbClr val="FFFDFA"/>
                </a:solidFill>
                <a:latin typeface="DejaVu Sans"/>
                <a:ea typeface="DejaVu Sans"/>
                <a:cs typeface="DejaVu Sans"/>
              </a:defRPr>
            </a:lvl1pPr>
            <a:lvl2pPr algn="l">
              <a:defRPr sz="1800" b="1">
                <a:solidFill>
                  <a:srgbClr val="FFFDFA"/>
                </a:solidFill>
                <a:latin typeface="DejaVu Sans"/>
                <a:ea typeface="DejaVu Sans"/>
                <a:cs typeface="DejaVu Sans"/>
              </a:defRPr>
            </a:lvl2pPr>
            <a:lvl3pPr algn="l">
              <a:defRPr sz="1800" b="1">
                <a:solidFill>
                  <a:srgbClr val="FFFDFA"/>
                </a:solidFill>
                <a:latin typeface="DejaVu Sans"/>
                <a:ea typeface="DejaVu Sans"/>
                <a:cs typeface="DejaVu Sans"/>
              </a:defRPr>
            </a:lvl3pPr>
            <a:lvl4pPr algn="l">
              <a:defRPr sz="1800" b="1">
                <a:solidFill>
                  <a:srgbClr val="FFFDFA"/>
                </a:solidFill>
                <a:latin typeface="DejaVu Sans"/>
                <a:ea typeface="DejaVu Sans"/>
                <a:cs typeface="DejaVu Sans"/>
              </a:defRPr>
            </a:lvl4pPr>
            <a:lvl5pPr algn="l">
              <a:defRPr sz="1800" b="1">
                <a:solidFill>
                  <a:srgbClr val="FFFDFA"/>
                </a:solidFill>
                <a:latin typeface="DejaVu Sans"/>
                <a:ea typeface="DejaVu Sans"/>
                <a:cs typeface="DejaVu Sans"/>
              </a:defRPr>
            </a:lvl5pPr>
            <a:lvl6pPr algn="l">
              <a:defRPr sz="1800" b="1">
                <a:solidFill>
                  <a:srgbClr val="FFFDFA"/>
                </a:solidFill>
                <a:latin typeface="DejaVu Sans"/>
                <a:ea typeface="DejaVu Sans"/>
                <a:cs typeface="DejaVu Sans"/>
              </a:defRPr>
            </a:lvl6pPr>
            <a:lvl7pPr algn="l">
              <a:defRPr sz="1800" b="1">
                <a:solidFill>
                  <a:srgbClr val="FFFDFA"/>
                </a:solidFill>
                <a:latin typeface="DejaVu Sans"/>
                <a:ea typeface="DejaVu Sans"/>
                <a:cs typeface="DejaVu Sans"/>
              </a:defRPr>
            </a:lvl7pPr>
            <a:lvl8pPr algn="l">
              <a:defRPr sz="1800" b="1">
                <a:solidFill>
                  <a:srgbClr val="FFFDFA"/>
                </a:solidFill>
                <a:latin typeface="DejaVu Sans"/>
                <a:ea typeface="DejaVu Sans"/>
                <a:cs typeface="DejaVu Sans"/>
              </a:defRPr>
            </a:lvl8pPr>
            <a:lvl9pPr algn="l">
              <a:defRPr sz="1800" b="1">
                <a:solidFill>
                  <a:srgbClr val="FFFDFA"/>
                </a:solidFill>
                <a:latin typeface="DejaVu Sans"/>
                <a:ea typeface="DejaVu Sans"/>
                <a:cs typeface="DejaVu Sans"/>
              </a:defRPr>
            </a:lvl9pPr>
          </a:lstStyle>
          <a:p xmlns:a="http://schemas.openxmlformats.org/drawingml/2006/main">
            <a:pPr algn="l">
              <a:lnSpc>
                <a:spcPct val="112000"/>
              </a:lnSpc>
              <a:buNone/>
              <a:defRPr sz="1800" b="1">
                <a:solidFill>
                  <a:srgbClr val="FFFDFA"/>
                </a:solidFill>
                <a:latin typeface="DejaVu Sans"/>
                <a:ea typeface="DejaVu Sans"/>
                <a:cs typeface="DejaVu Sans"/>
              </a:defRPr>
            </a:pPr>
            <a:r>
              <a:rPr sz="1800" b="1">
                <a:solidFill>
                  <a:srgbClr val="FFFDFA"/>
                </a:solidFill>
                <a:latin typeface="DejaVu Sans"/>
                <a:ea typeface="DejaVu Sans"/>
                <a:cs typeface="DejaVu Sans"/>
              </a:rPr>
              <a:t>Calculations</a:t>
            </a:r>
          </a:p>
        </p:txBody>
      </p:sp>
      <p:sp>
        <p:nvSpPr>
          <p:cNvPr id="15" name="text-ro2ahwkw64o">
            <a:extLst xmlns:a="http://schemas.openxmlformats.org/drawingml/2006/main">
              <a:ext uri="{FF2B5EF4-FFF2-40B4-BE49-F238E27FC236}">
                <a16:creationId xmlns:a16="http://schemas.microsoft.com/office/drawing/2014/main" id="{2DC54CC7-BDE4-44E7-86BD-2A11635DD1F6}"/>
              </a:ext>
            </a:extLst>
          </p:cNvPr>
          <p:cNvSpPr>
            <a:spLocks xmlns:a="http://schemas.openxmlformats.org/drawingml/2006/main" noGrp="1"/>
          </p:cNvSpPr>
          <p:nvPr/>
        </p:nvSpPr>
        <p:spPr>
          <a:xfrm xmlns:a="http://schemas.openxmlformats.org/drawingml/2006/main">
            <a:off x="6438900" y="3362325"/>
            <a:ext cx="49339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BED0D5"/>
                </a:solidFill>
                <a:latin typeface="DejaVu Sans"/>
                <a:ea typeface="DejaVu Sans"/>
                <a:cs typeface="DejaVu Sans"/>
              </a:defRPr>
            </a:defPPr>
            <a:lvl1pPr algn="l">
              <a:defRPr sz="1650" b="0">
                <a:solidFill>
                  <a:srgbClr val="BED0D5"/>
                </a:solidFill>
                <a:latin typeface="DejaVu Sans"/>
                <a:ea typeface="DejaVu Sans"/>
                <a:cs typeface="DejaVu Sans"/>
              </a:defRPr>
            </a:lvl1pPr>
            <a:lvl2pPr algn="l">
              <a:defRPr sz="1650" b="0">
                <a:solidFill>
                  <a:srgbClr val="BED0D5"/>
                </a:solidFill>
                <a:latin typeface="DejaVu Sans"/>
                <a:ea typeface="DejaVu Sans"/>
                <a:cs typeface="DejaVu Sans"/>
              </a:defRPr>
            </a:lvl2pPr>
            <a:lvl3pPr algn="l">
              <a:defRPr sz="1650" b="0">
                <a:solidFill>
                  <a:srgbClr val="BED0D5"/>
                </a:solidFill>
                <a:latin typeface="DejaVu Sans"/>
                <a:ea typeface="DejaVu Sans"/>
                <a:cs typeface="DejaVu Sans"/>
              </a:defRPr>
            </a:lvl3pPr>
            <a:lvl4pPr algn="l">
              <a:defRPr sz="1650" b="0">
                <a:solidFill>
                  <a:srgbClr val="BED0D5"/>
                </a:solidFill>
                <a:latin typeface="DejaVu Sans"/>
                <a:ea typeface="DejaVu Sans"/>
                <a:cs typeface="DejaVu Sans"/>
              </a:defRPr>
            </a:lvl4pPr>
            <a:lvl5pPr algn="l">
              <a:defRPr sz="1650" b="0">
                <a:solidFill>
                  <a:srgbClr val="BED0D5"/>
                </a:solidFill>
                <a:latin typeface="DejaVu Sans"/>
                <a:ea typeface="DejaVu Sans"/>
                <a:cs typeface="DejaVu Sans"/>
              </a:defRPr>
            </a:lvl5pPr>
            <a:lvl6pPr algn="l">
              <a:defRPr sz="1650" b="0">
                <a:solidFill>
                  <a:srgbClr val="BED0D5"/>
                </a:solidFill>
                <a:latin typeface="DejaVu Sans"/>
                <a:ea typeface="DejaVu Sans"/>
                <a:cs typeface="DejaVu Sans"/>
              </a:defRPr>
            </a:lvl6pPr>
            <a:lvl7pPr algn="l">
              <a:defRPr sz="1650" b="0">
                <a:solidFill>
                  <a:srgbClr val="BED0D5"/>
                </a:solidFill>
                <a:latin typeface="DejaVu Sans"/>
                <a:ea typeface="DejaVu Sans"/>
                <a:cs typeface="DejaVu Sans"/>
              </a:defRPr>
            </a:lvl7pPr>
            <a:lvl8pPr algn="l">
              <a:defRPr sz="1650" b="0">
                <a:solidFill>
                  <a:srgbClr val="BED0D5"/>
                </a:solidFill>
                <a:latin typeface="DejaVu Sans"/>
                <a:ea typeface="DejaVu Sans"/>
                <a:cs typeface="DejaVu Sans"/>
              </a:defRPr>
            </a:lvl8pPr>
            <a:lvl9pPr algn="l">
              <a:defRPr sz="1650" b="0">
                <a:solidFill>
                  <a:srgbClr val="BED0D5"/>
                </a:solidFill>
                <a:latin typeface="DejaVu Sans"/>
                <a:ea typeface="DejaVu Sans"/>
                <a:cs typeface="DejaVu Sans"/>
              </a:defRPr>
            </a:lvl9pPr>
          </a:lstStyle>
          <a:p xmlns:a="http://schemas.openxmlformats.org/drawingml/2006/main">
            <a:pPr algn="l">
              <a:lnSpc>
                <a:spcPct val="112000"/>
              </a:lnSpc>
              <a:buNone/>
              <a:defRPr sz="1650" b="0">
                <a:solidFill>
                  <a:srgbClr val="BED0D5"/>
                </a:solidFill>
                <a:latin typeface="DejaVu Sans"/>
                <a:ea typeface="DejaVu Sans"/>
                <a:cs typeface="DejaVu Sans"/>
              </a:defRPr>
            </a:pPr>
            <a:r>
              <a:rPr sz="1650" b="0">
                <a:solidFill>
                  <a:srgbClr val="BED0D5"/>
                </a:solidFill>
                <a:latin typeface="DejaVu Sans"/>
                <a:ea typeface="DejaVu Sans"/>
                <a:cs typeface="DejaVu Sans"/>
              </a:rPr>
              <a:t>Reproduce calculations using identified data.</a:t>
            </a:r>
          </a:p>
        </p:txBody>
      </p:sp>
      <p:sp>
        <p:nvSpPr>
          <p:cNvPr id="16" name="">
            <a:extLst xmlns:a="http://schemas.openxmlformats.org/drawingml/2006/main">
              <a:ext uri="{FF2B5EF4-FFF2-40B4-BE49-F238E27FC236}">
                <a16:creationId xmlns:a16="http://schemas.microsoft.com/office/drawing/2014/main" id="{22182C8E-32E6-4BB8-BA00-DAF986DFE68C}"/>
              </a:ext>
            </a:extLst>
          </p:cNvPr>
          <p:cNvSpPr>
            <a:spLocks xmlns:a="http://schemas.openxmlformats.org/drawingml/2006/main" noGrp="1"/>
          </p:cNvSpPr>
          <p:nvPr/>
        </p:nvSpPr>
        <p:spPr>
          <a:xfrm xmlns:a="http://schemas.openxmlformats.org/drawingml/2006/main">
            <a:off x="609600" y="4381500"/>
            <a:ext cx="5353050" cy="1619250"/>
          </a:xfrm>
          <a:prstGeom xmlns:a="http://schemas.openxmlformats.org/drawingml/2006/main" prst="rect">
            <a:avLst/>
          </a:prstGeom>
          <a:solidFill xmlns:a="http://schemas.openxmlformats.org/drawingml/2006/main">
            <a:srgbClr val="102D3A"/>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5CD41026-FB53-43E0-BC57-D707E354D1A2}"/>
              </a:ext>
            </a:extLst>
          </p:cNvPr>
          <p:cNvSpPr>
            <a:spLocks xmlns:a="http://schemas.openxmlformats.org/drawingml/2006/main" noGrp="1"/>
          </p:cNvSpPr>
          <p:nvPr/>
        </p:nvSpPr>
        <p:spPr>
          <a:xfrm xmlns:a="http://schemas.openxmlformats.org/drawingml/2006/main">
            <a:off x="609600" y="4381500"/>
            <a:ext cx="38100" cy="1619250"/>
          </a:xfrm>
          <a:prstGeom xmlns:a="http://schemas.openxmlformats.org/drawingml/2006/main" prst="rect">
            <a:avLst/>
          </a:prstGeom>
          <a:solidFill xmlns:a="http://schemas.openxmlformats.org/drawingml/2006/main">
            <a:srgbClr val="E5B64B"/>
          </a:solidFill>
          <a:ln xmlns:a="http://schemas.openxmlformats.org/drawingml/2006/main" w="0">
            <a:noFill/>
            <a:prstDash val="solid"/>
          </a:ln>
        </p:spPr>
      </p:sp>
      <p:sp>
        <p:nvSpPr>
          <p:cNvPr id="18" name="text-7acum68wviu">
            <a:extLst xmlns:a="http://schemas.openxmlformats.org/drawingml/2006/main">
              <a:ext uri="{FF2B5EF4-FFF2-40B4-BE49-F238E27FC236}">
                <a16:creationId xmlns:a16="http://schemas.microsoft.com/office/drawing/2014/main" id="{33F688D0-0420-48EA-9A75-18AD4309FA03}"/>
              </a:ext>
            </a:extLst>
          </p:cNvPr>
          <p:cNvSpPr>
            <a:spLocks xmlns:a="http://schemas.openxmlformats.org/drawingml/2006/main" noGrp="1"/>
          </p:cNvSpPr>
          <p:nvPr/>
        </p:nvSpPr>
        <p:spPr>
          <a:xfrm xmlns:a="http://schemas.openxmlformats.org/drawingml/2006/main">
            <a:off x="819150" y="4552950"/>
            <a:ext cx="49339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1">
                <a:solidFill>
                  <a:srgbClr val="FFFDFA"/>
                </a:solidFill>
                <a:latin typeface="DejaVu Sans"/>
                <a:ea typeface="DejaVu Sans"/>
                <a:cs typeface="DejaVu Sans"/>
              </a:defRPr>
            </a:defPPr>
            <a:lvl1pPr algn="l">
              <a:defRPr sz="1800" b="1">
                <a:solidFill>
                  <a:srgbClr val="FFFDFA"/>
                </a:solidFill>
                <a:latin typeface="DejaVu Sans"/>
                <a:ea typeface="DejaVu Sans"/>
                <a:cs typeface="DejaVu Sans"/>
              </a:defRPr>
            </a:lvl1pPr>
            <a:lvl2pPr algn="l">
              <a:defRPr sz="1800" b="1">
                <a:solidFill>
                  <a:srgbClr val="FFFDFA"/>
                </a:solidFill>
                <a:latin typeface="DejaVu Sans"/>
                <a:ea typeface="DejaVu Sans"/>
                <a:cs typeface="DejaVu Sans"/>
              </a:defRPr>
            </a:lvl2pPr>
            <a:lvl3pPr algn="l">
              <a:defRPr sz="1800" b="1">
                <a:solidFill>
                  <a:srgbClr val="FFFDFA"/>
                </a:solidFill>
                <a:latin typeface="DejaVu Sans"/>
                <a:ea typeface="DejaVu Sans"/>
                <a:cs typeface="DejaVu Sans"/>
              </a:defRPr>
            </a:lvl3pPr>
            <a:lvl4pPr algn="l">
              <a:defRPr sz="1800" b="1">
                <a:solidFill>
                  <a:srgbClr val="FFFDFA"/>
                </a:solidFill>
                <a:latin typeface="DejaVu Sans"/>
                <a:ea typeface="DejaVu Sans"/>
                <a:cs typeface="DejaVu Sans"/>
              </a:defRPr>
            </a:lvl4pPr>
            <a:lvl5pPr algn="l">
              <a:defRPr sz="1800" b="1">
                <a:solidFill>
                  <a:srgbClr val="FFFDFA"/>
                </a:solidFill>
                <a:latin typeface="DejaVu Sans"/>
                <a:ea typeface="DejaVu Sans"/>
                <a:cs typeface="DejaVu Sans"/>
              </a:defRPr>
            </a:lvl5pPr>
            <a:lvl6pPr algn="l">
              <a:defRPr sz="1800" b="1">
                <a:solidFill>
                  <a:srgbClr val="FFFDFA"/>
                </a:solidFill>
                <a:latin typeface="DejaVu Sans"/>
                <a:ea typeface="DejaVu Sans"/>
                <a:cs typeface="DejaVu Sans"/>
              </a:defRPr>
            </a:lvl6pPr>
            <a:lvl7pPr algn="l">
              <a:defRPr sz="1800" b="1">
                <a:solidFill>
                  <a:srgbClr val="FFFDFA"/>
                </a:solidFill>
                <a:latin typeface="DejaVu Sans"/>
                <a:ea typeface="DejaVu Sans"/>
                <a:cs typeface="DejaVu Sans"/>
              </a:defRPr>
            </a:lvl7pPr>
            <a:lvl8pPr algn="l">
              <a:defRPr sz="1800" b="1">
                <a:solidFill>
                  <a:srgbClr val="FFFDFA"/>
                </a:solidFill>
                <a:latin typeface="DejaVu Sans"/>
                <a:ea typeface="DejaVu Sans"/>
                <a:cs typeface="DejaVu Sans"/>
              </a:defRPr>
            </a:lvl8pPr>
            <a:lvl9pPr algn="l">
              <a:defRPr sz="1800" b="1">
                <a:solidFill>
                  <a:srgbClr val="FFFDFA"/>
                </a:solidFill>
                <a:latin typeface="DejaVu Sans"/>
                <a:ea typeface="DejaVu Sans"/>
                <a:cs typeface="DejaVu Sans"/>
              </a:defRPr>
            </a:lvl9pPr>
          </a:lstStyle>
          <a:p xmlns:a="http://schemas.openxmlformats.org/drawingml/2006/main">
            <a:pPr algn="l">
              <a:lnSpc>
                <a:spcPct val="112000"/>
              </a:lnSpc>
              <a:buNone/>
              <a:defRPr sz="1800" b="1">
                <a:solidFill>
                  <a:srgbClr val="FFFDFA"/>
                </a:solidFill>
                <a:latin typeface="DejaVu Sans"/>
                <a:ea typeface="DejaVu Sans"/>
                <a:cs typeface="DejaVu Sans"/>
              </a:defRPr>
            </a:pPr>
            <a:r>
              <a:rPr sz="1800" b="1">
                <a:solidFill>
                  <a:srgbClr val="FFFDFA"/>
                </a:solidFill>
                <a:latin typeface="DejaVu Sans"/>
                <a:ea typeface="DejaVu Sans"/>
                <a:cs typeface="DejaVu Sans"/>
              </a:rPr>
              <a:t>Files</a:t>
            </a:r>
          </a:p>
        </p:txBody>
      </p:sp>
      <p:sp>
        <p:nvSpPr>
          <p:cNvPr id="19" name="text-0p4o4fw50di">
            <a:extLst xmlns:a="http://schemas.openxmlformats.org/drawingml/2006/main">
              <a:ext uri="{FF2B5EF4-FFF2-40B4-BE49-F238E27FC236}">
                <a16:creationId xmlns:a16="http://schemas.microsoft.com/office/drawing/2014/main" id="{D096390F-B820-47FB-845B-A63E98BFE8E0}"/>
              </a:ext>
            </a:extLst>
          </p:cNvPr>
          <p:cNvSpPr>
            <a:spLocks xmlns:a="http://schemas.openxmlformats.org/drawingml/2006/main" noGrp="1"/>
          </p:cNvSpPr>
          <p:nvPr/>
        </p:nvSpPr>
        <p:spPr>
          <a:xfrm xmlns:a="http://schemas.openxmlformats.org/drawingml/2006/main">
            <a:off x="819150" y="5172075"/>
            <a:ext cx="49339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BED0D5"/>
                </a:solidFill>
                <a:latin typeface="DejaVu Sans"/>
                <a:ea typeface="DejaVu Sans"/>
                <a:cs typeface="DejaVu Sans"/>
              </a:defRPr>
            </a:defPPr>
            <a:lvl1pPr algn="l">
              <a:defRPr sz="1650" b="0">
                <a:solidFill>
                  <a:srgbClr val="BED0D5"/>
                </a:solidFill>
                <a:latin typeface="DejaVu Sans"/>
                <a:ea typeface="DejaVu Sans"/>
                <a:cs typeface="DejaVu Sans"/>
              </a:defRPr>
            </a:lvl1pPr>
            <a:lvl2pPr algn="l">
              <a:defRPr sz="1650" b="0">
                <a:solidFill>
                  <a:srgbClr val="BED0D5"/>
                </a:solidFill>
                <a:latin typeface="DejaVu Sans"/>
                <a:ea typeface="DejaVu Sans"/>
                <a:cs typeface="DejaVu Sans"/>
              </a:defRPr>
            </a:lvl2pPr>
            <a:lvl3pPr algn="l">
              <a:defRPr sz="1650" b="0">
                <a:solidFill>
                  <a:srgbClr val="BED0D5"/>
                </a:solidFill>
                <a:latin typeface="DejaVu Sans"/>
                <a:ea typeface="DejaVu Sans"/>
                <a:cs typeface="DejaVu Sans"/>
              </a:defRPr>
            </a:lvl3pPr>
            <a:lvl4pPr algn="l">
              <a:defRPr sz="1650" b="0">
                <a:solidFill>
                  <a:srgbClr val="BED0D5"/>
                </a:solidFill>
                <a:latin typeface="DejaVu Sans"/>
                <a:ea typeface="DejaVu Sans"/>
                <a:cs typeface="DejaVu Sans"/>
              </a:defRPr>
            </a:lvl4pPr>
            <a:lvl5pPr algn="l">
              <a:defRPr sz="1650" b="0">
                <a:solidFill>
                  <a:srgbClr val="BED0D5"/>
                </a:solidFill>
                <a:latin typeface="DejaVu Sans"/>
                <a:ea typeface="DejaVu Sans"/>
                <a:cs typeface="DejaVu Sans"/>
              </a:defRPr>
            </a:lvl5pPr>
            <a:lvl6pPr algn="l">
              <a:defRPr sz="1650" b="0">
                <a:solidFill>
                  <a:srgbClr val="BED0D5"/>
                </a:solidFill>
                <a:latin typeface="DejaVu Sans"/>
                <a:ea typeface="DejaVu Sans"/>
                <a:cs typeface="DejaVu Sans"/>
              </a:defRPr>
            </a:lvl6pPr>
            <a:lvl7pPr algn="l">
              <a:defRPr sz="1650" b="0">
                <a:solidFill>
                  <a:srgbClr val="BED0D5"/>
                </a:solidFill>
                <a:latin typeface="DejaVu Sans"/>
                <a:ea typeface="DejaVu Sans"/>
                <a:cs typeface="DejaVu Sans"/>
              </a:defRPr>
            </a:lvl7pPr>
            <a:lvl8pPr algn="l">
              <a:defRPr sz="1650" b="0">
                <a:solidFill>
                  <a:srgbClr val="BED0D5"/>
                </a:solidFill>
                <a:latin typeface="DejaVu Sans"/>
                <a:ea typeface="DejaVu Sans"/>
                <a:cs typeface="DejaVu Sans"/>
              </a:defRPr>
            </a:lvl8pPr>
            <a:lvl9pPr algn="l">
              <a:defRPr sz="1650" b="0">
                <a:solidFill>
                  <a:srgbClr val="BED0D5"/>
                </a:solidFill>
                <a:latin typeface="DejaVu Sans"/>
                <a:ea typeface="DejaVu Sans"/>
                <a:cs typeface="DejaVu Sans"/>
              </a:defRPr>
            </a:lvl9pPr>
          </a:lstStyle>
          <a:p xmlns:a="http://schemas.openxmlformats.org/drawingml/2006/main">
            <a:pPr algn="l">
              <a:lnSpc>
                <a:spcPct val="112000"/>
              </a:lnSpc>
              <a:buNone/>
              <a:defRPr sz="1650" b="0">
                <a:solidFill>
                  <a:srgbClr val="BED0D5"/>
                </a:solidFill>
                <a:latin typeface="DejaVu Sans"/>
                <a:ea typeface="DejaVu Sans"/>
                <a:cs typeface="DejaVu Sans"/>
              </a:defRPr>
            </a:pPr>
            <a:r>
              <a:rPr sz="1650" b="0">
                <a:solidFill>
                  <a:srgbClr val="BED0D5"/>
                </a:solidFill>
                <a:latin typeface="DejaVu Sans"/>
                <a:ea typeface="DejaVu Sans"/>
                <a:cs typeface="DejaVu Sans"/>
              </a:rPr>
              <a:t>Open the output and inspect its contents.</a:t>
            </a:r>
          </a:p>
        </p:txBody>
      </p:sp>
      <p:sp>
        <p:nvSpPr>
          <p:cNvPr id="20" name="">
            <a:extLst xmlns:a="http://schemas.openxmlformats.org/drawingml/2006/main">
              <a:ext uri="{FF2B5EF4-FFF2-40B4-BE49-F238E27FC236}">
                <a16:creationId xmlns:a16="http://schemas.microsoft.com/office/drawing/2014/main" id="{5606E4BF-2FC6-4B7D-A8BB-85CC43DE6D6D}"/>
              </a:ext>
            </a:extLst>
          </p:cNvPr>
          <p:cNvSpPr>
            <a:spLocks xmlns:a="http://schemas.openxmlformats.org/drawingml/2006/main" noGrp="1"/>
          </p:cNvSpPr>
          <p:nvPr/>
        </p:nvSpPr>
        <p:spPr>
          <a:xfrm xmlns:a="http://schemas.openxmlformats.org/drawingml/2006/main">
            <a:off x="6229350" y="4381500"/>
            <a:ext cx="5353050" cy="1619250"/>
          </a:xfrm>
          <a:prstGeom xmlns:a="http://schemas.openxmlformats.org/drawingml/2006/main" prst="rect">
            <a:avLst/>
          </a:prstGeom>
          <a:solidFill xmlns:a="http://schemas.openxmlformats.org/drawingml/2006/main">
            <a:srgbClr val="102D3A"/>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AB81A77C-F273-4F2D-922E-D60C7D5ADBAD}"/>
              </a:ext>
            </a:extLst>
          </p:cNvPr>
          <p:cNvSpPr>
            <a:spLocks xmlns:a="http://schemas.openxmlformats.org/drawingml/2006/main" noGrp="1"/>
          </p:cNvSpPr>
          <p:nvPr/>
        </p:nvSpPr>
        <p:spPr>
          <a:xfrm xmlns:a="http://schemas.openxmlformats.org/drawingml/2006/main">
            <a:off x="6229350" y="4381500"/>
            <a:ext cx="38100" cy="1619250"/>
          </a:xfrm>
          <a:prstGeom xmlns:a="http://schemas.openxmlformats.org/drawingml/2006/main" prst="rect">
            <a:avLst/>
          </a:prstGeom>
          <a:solidFill xmlns:a="http://schemas.openxmlformats.org/drawingml/2006/main">
            <a:srgbClr val="5793B8"/>
          </a:solidFill>
          <a:ln xmlns:a="http://schemas.openxmlformats.org/drawingml/2006/main" w="0">
            <a:noFill/>
            <a:prstDash val="solid"/>
          </a:ln>
        </p:spPr>
      </p:sp>
      <p:sp>
        <p:nvSpPr>
          <p:cNvPr id="22" name="text-amlzkjc6eqd">
            <a:extLst xmlns:a="http://schemas.openxmlformats.org/drawingml/2006/main">
              <a:ext uri="{FF2B5EF4-FFF2-40B4-BE49-F238E27FC236}">
                <a16:creationId xmlns:a16="http://schemas.microsoft.com/office/drawing/2014/main" id="{6838E79A-8C8F-4C79-B62F-7528711D965B}"/>
              </a:ext>
            </a:extLst>
          </p:cNvPr>
          <p:cNvSpPr>
            <a:spLocks xmlns:a="http://schemas.openxmlformats.org/drawingml/2006/main" noGrp="1"/>
          </p:cNvSpPr>
          <p:nvPr/>
        </p:nvSpPr>
        <p:spPr>
          <a:xfrm xmlns:a="http://schemas.openxmlformats.org/drawingml/2006/main">
            <a:off x="6438900" y="4552950"/>
            <a:ext cx="49339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1">
                <a:solidFill>
                  <a:srgbClr val="FFFDFA"/>
                </a:solidFill>
                <a:latin typeface="DejaVu Sans"/>
                <a:ea typeface="DejaVu Sans"/>
                <a:cs typeface="DejaVu Sans"/>
              </a:defRPr>
            </a:defPPr>
            <a:lvl1pPr algn="l">
              <a:defRPr sz="1800" b="1">
                <a:solidFill>
                  <a:srgbClr val="FFFDFA"/>
                </a:solidFill>
                <a:latin typeface="DejaVu Sans"/>
                <a:ea typeface="DejaVu Sans"/>
                <a:cs typeface="DejaVu Sans"/>
              </a:defRPr>
            </a:lvl1pPr>
            <a:lvl2pPr algn="l">
              <a:defRPr sz="1800" b="1">
                <a:solidFill>
                  <a:srgbClr val="FFFDFA"/>
                </a:solidFill>
                <a:latin typeface="DejaVu Sans"/>
                <a:ea typeface="DejaVu Sans"/>
                <a:cs typeface="DejaVu Sans"/>
              </a:defRPr>
            </a:lvl2pPr>
            <a:lvl3pPr algn="l">
              <a:defRPr sz="1800" b="1">
                <a:solidFill>
                  <a:srgbClr val="FFFDFA"/>
                </a:solidFill>
                <a:latin typeface="DejaVu Sans"/>
                <a:ea typeface="DejaVu Sans"/>
                <a:cs typeface="DejaVu Sans"/>
              </a:defRPr>
            </a:lvl3pPr>
            <a:lvl4pPr algn="l">
              <a:defRPr sz="1800" b="1">
                <a:solidFill>
                  <a:srgbClr val="FFFDFA"/>
                </a:solidFill>
                <a:latin typeface="DejaVu Sans"/>
                <a:ea typeface="DejaVu Sans"/>
                <a:cs typeface="DejaVu Sans"/>
              </a:defRPr>
            </a:lvl4pPr>
            <a:lvl5pPr algn="l">
              <a:defRPr sz="1800" b="1">
                <a:solidFill>
                  <a:srgbClr val="FFFDFA"/>
                </a:solidFill>
                <a:latin typeface="DejaVu Sans"/>
                <a:ea typeface="DejaVu Sans"/>
                <a:cs typeface="DejaVu Sans"/>
              </a:defRPr>
            </a:lvl5pPr>
            <a:lvl6pPr algn="l">
              <a:defRPr sz="1800" b="1">
                <a:solidFill>
                  <a:srgbClr val="FFFDFA"/>
                </a:solidFill>
                <a:latin typeface="DejaVu Sans"/>
                <a:ea typeface="DejaVu Sans"/>
                <a:cs typeface="DejaVu Sans"/>
              </a:defRPr>
            </a:lvl6pPr>
            <a:lvl7pPr algn="l">
              <a:defRPr sz="1800" b="1">
                <a:solidFill>
                  <a:srgbClr val="FFFDFA"/>
                </a:solidFill>
                <a:latin typeface="DejaVu Sans"/>
                <a:ea typeface="DejaVu Sans"/>
                <a:cs typeface="DejaVu Sans"/>
              </a:defRPr>
            </a:lvl7pPr>
            <a:lvl8pPr algn="l">
              <a:defRPr sz="1800" b="1">
                <a:solidFill>
                  <a:srgbClr val="FFFDFA"/>
                </a:solidFill>
                <a:latin typeface="DejaVu Sans"/>
                <a:ea typeface="DejaVu Sans"/>
                <a:cs typeface="DejaVu Sans"/>
              </a:defRPr>
            </a:lvl8pPr>
            <a:lvl9pPr algn="l">
              <a:defRPr sz="1800" b="1">
                <a:solidFill>
                  <a:srgbClr val="FFFDFA"/>
                </a:solidFill>
                <a:latin typeface="DejaVu Sans"/>
                <a:ea typeface="DejaVu Sans"/>
                <a:cs typeface="DejaVu Sans"/>
              </a:defRPr>
            </a:lvl9pPr>
          </a:lstStyle>
          <a:p xmlns:a="http://schemas.openxmlformats.org/drawingml/2006/main">
            <a:pPr algn="l">
              <a:lnSpc>
                <a:spcPct val="112000"/>
              </a:lnSpc>
              <a:buNone/>
              <a:defRPr sz="1800" b="1">
                <a:solidFill>
                  <a:srgbClr val="FFFDFA"/>
                </a:solidFill>
                <a:latin typeface="DejaVu Sans"/>
                <a:ea typeface="DejaVu Sans"/>
                <a:cs typeface="DejaVu Sans"/>
              </a:defRPr>
            </a:pPr>
            <a:r>
              <a:rPr sz="1800" b="1">
                <a:solidFill>
                  <a:srgbClr val="FFFDFA"/>
                </a:solidFill>
                <a:latin typeface="DejaVu Sans"/>
                <a:ea typeface="DejaVu Sans"/>
                <a:cs typeface="DejaVu Sans"/>
              </a:rPr>
              <a:t>Stopping</a:t>
            </a:r>
          </a:p>
        </p:txBody>
      </p:sp>
      <p:sp>
        <p:nvSpPr>
          <p:cNvPr id="23" name="text-20v95wwktpr">
            <a:extLst xmlns:a="http://schemas.openxmlformats.org/drawingml/2006/main">
              <a:ext uri="{FF2B5EF4-FFF2-40B4-BE49-F238E27FC236}">
                <a16:creationId xmlns:a16="http://schemas.microsoft.com/office/drawing/2014/main" id="{8D778CAD-A00D-4D64-B1CE-43097F4CDE68}"/>
              </a:ext>
            </a:extLst>
          </p:cNvPr>
          <p:cNvSpPr>
            <a:spLocks xmlns:a="http://schemas.openxmlformats.org/drawingml/2006/main" noGrp="1"/>
          </p:cNvSpPr>
          <p:nvPr/>
        </p:nvSpPr>
        <p:spPr>
          <a:xfrm xmlns:a="http://schemas.openxmlformats.org/drawingml/2006/main">
            <a:off x="6438900" y="5172075"/>
            <a:ext cx="49339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BED0D5"/>
                </a:solidFill>
                <a:latin typeface="DejaVu Sans"/>
                <a:ea typeface="DejaVu Sans"/>
                <a:cs typeface="DejaVu Sans"/>
              </a:defRPr>
            </a:defPPr>
            <a:lvl1pPr algn="l">
              <a:defRPr sz="1650" b="0">
                <a:solidFill>
                  <a:srgbClr val="BED0D5"/>
                </a:solidFill>
                <a:latin typeface="DejaVu Sans"/>
                <a:ea typeface="DejaVu Sans"/>
                <a:cs typeface="DejaVu Sans"/>
              </a:defRPr>
            </a:lvl1pPr>
            <a:lvl2pPr algn="l">
              <a:defRPr sz="1650" b="0">
                <a:solidFill>
                  <a:srgbClr val="BED0D5"/>
                </a:solidFill>
                <a:latin typeface="DejaVu Sans"/>
                <a:ea typeface="DejaVu Sans"/>
                <a:cs typeface="DejaVu Sans"/>
              </a:defRPr>
            </a:lvl2pPr>
            <a:lvl3pPr algn="l">
              <a:defRPr sz="1650" b="0">
                <a:solidFill>
                  <a:srgbClr val="BED0D5"/>
                </a:solidFill>
                <a:latin typeface="DejaVu Sans"/>
                <a:ea typeface="DejaVu Sans"/>
                <a:cs typeface="DejaVu Sans"/>
              </a:defRPr>
            </a:lvl3pPr>
            <a:lvl4pPr algn="l">
              <a:defRPr sz="1650" b="0">
                <a:solidFill>
                  <a:srgbClr val="BED0D5"/>
                </a:solidFill>
                <a:latin typeface="DejaVu Sans"/>
                <a:ea typeface="DejaVu Sans"/>
                <a:cs typeface="DejaVu Sans"/>
              </a:defRPr>
            </a:lvl4pPr>
            <a:lvl5pPr algn="l">
              <a:defRPr sz="1650" b="0">
                <a:solidFill>
                  <a:srgbClr val="BED0D5"/>
                </a:solidFill>
                <a:latin typeface="DejaVu Sans"/>
                <a:ea typeface="DejaVu Sans"/>
                <a:cs typeface="DejaVu Sans"/>
              </a:defRPr>
            </a:lvl5pPr>
            <a:lvl6pPr algn="l">
              <a:defRPr sz="1650" b="0">
                <a:solidFill>
                  <a:srgbClr val="BED0D5"/>
                </a:solidFill>
                <a:latin typeface="DejaVu Sans"/>
                <a:ea typeface="DejaVu Sans"/>
                <a:cs typeface="DejaVu Sans"/>
              </a:defRPr>
            </a:lvl6pPr>
            <a:lvl7pPr algn="l">
              <a:defRPr sz="1650" b="0">
                <a:solidFill>
                  <a:srgbClr val="BED0D5"/>
                </a:solidFill>
                <a:latin typeface="DejaVu Sans"/>
                <a:ea typeface="DejaVu Sans"/>
                <a:cs typeface="DejaVu Sans"/>
              </a:defRPr>
            </a:lvl7pPr>
            <a:lvl8pPr algn="l">
              <a:defRPr sz="1650" b="0">
                <a:solidFill>
                  <a:srgbClr val="BED0D5"/>
                </a:solidFill>
                <a:latin typeface="DejaVu Sans"/>
                <a:ea typeface="DejaVu Sans"/>
                <a:cs typeface="DejaVu Sans"/>
              </a:defRPr>
            </a:lvl8pPr>
            <a:lvl9pPr algn="l">
              <a:defRPr sz="1650" b="0">
                <a:solidFill>
                  <a:srgbClr val="BED0D5"/>
                </a:solidFill>
                <a:latin typeface="DejaVu Sans"/>
                <a:ea typeface="DejaVu Sans"/>
                <a:cs typeface="DejaVu Sans"/>
              </a:defRPr>
            </a:lvl9pPr>
          </a:lstStyle>
          <a:p xmlns:a="http://schemas.openxmlformats.org/drawingml/2006/main">
            <a:pPr algn="l">
              <a:lnSpc>
                <a:spcPct val="112000"/>
              </a:lnSpc>
              <a:buNone/>
              <a:defRPr sz="1650" b="0">
                <a:solidFill>
                  <a:srgbClr val="BED0D5"/>
                </a:solidFill>
                <a:latin typeface="DejaVu Sans"/>
                <a:ea typeface="DejaVu Sans"/>
                <a:cs typeface="DejaVu Sans"/>
              </a:defRPr>
            </a:pPr>
            <a:r>
              <a:rPr sz="1650" b="0">
                <a:solidFill>
                  <a:srgbClr val="BED0D5"/>
                </a:solidFill>
                <a:latin typeface="DejaVu Sans"/>
                <a:ea typeface="DejaVu Sans"/>
                <a:cs typeface="DejaVu Sans"/>
              </a:rPr>
              <a:t>Report missing evidence and avoid endless loops.</a:t>
            </a:r>
          </a:p>
        </p:txBody>
      </p:sp>
    </p:spTree>
    <p:extLst>
      <p:ext uri="{BB962C8B-B14F-4D97-AF65-F5344CB8AC3E}">
        <p14:creationId xmlns:p14="http://schemas.microsoft.com/office/powerpoint/2010/main" val="190729735"/>
      </p:ext>
    </p:extLst>
  </p:cSld>
</p:sld>
</file>

<file path=ppt/slides/slide14.xml><?xml version="1.0" encoding="utf-8"?>
<p:sld xmlns:p="http://schemas.openxmlformats.org/presentationml/2006/main">
  <p:cSld>
    <p:bg>
      <p:bgPr>
        <a:solidFill xmlns:a="http://schemas.openxmlformats.org/drawingml/2006/main">
          <a:srgbClr val="F4F1E9"/>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19B8387F-7329-4953-AED4-0E8341A39302}"/>
              </a:ext>
            </a:extLst>
          </p:cNvPr>
          <p:cNvSpPr>
            <a:spLocks xmlns:a="http://schemas.openxmlformats.org/drawingml/2006/main" noGrp="1"/>
          </p:cNvSpPr>
          <p:nvPr/>
        </p:nvSpPr>
        <p:spPr>
          <a:xfrm xmlns:a="http://schemas.openxmlformats.org/drawingml/2006/main">
            <a:off x="609600" y="323850"/>
            <a:ext cx="495300" cy="47625"/>
          </a:xfrm>
          <a:prstGeom xmlns:a="http://schemas.openxmlformats.org/drawingml/2006/main" prst="rect">
            <a:avLst/>
          </a:prstGeom>
          <a:solidFill xmlns:a="http://schemas.openxmlformats.org/drawingml/2006/main">
            <a:srgbClr val="D64136"/>
          </a:solidFill>
          <a:ln xmlns:a="http://schemas.openxmlformats.org/drawingml/2006/main" w="0">
            <a:noFill/>
            <a:prstDash val="solid"/>
          </a:ln>
        </p:spPr>
      </p:sp>
      <p:sp>
        <p:nvSpPr>
          <p:cNvPr id="2" name="text-8ip65cucgf4">
            <a:extLst xmlns:a="http://schemas.openxmlformats.org/drawingml/2006/main">
              <a:ext uri="{FF2B5EF4-FFF2-40B4-BE49-F238E27FC236}">
                <a16:creationId xmlns:a16="http://schemas.microsoft.com/office/drawing/2014/main" id="{B7AF50F9-F879-4547-9804-ABABB2F84339}"/>
              </a:ext>
            </a:extLst>
          </p:cNvPr>
          <p:cNvSpPr>
            <a:spLocks xmlns:a="http://schemas.openxmlformats.org/drawingml/2006/main" noGrp="1"/>
          </p:cNvSpPr>
          <p:nvPr/>
        </p:nvSpPr>
        <p:spPr>
          <a:xfrm xmlns:a="http://schemas.openxmlformats.org/drawingml/2006/main">
            <a:off x="1257300" y="247650"/>
            <a:ext cx="809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50" b="1">
                <a:solidFill>
                  <a:srgbClr val="087D78"/>
                </a:solidFill>
                <a:latin typeface="DejaVu Sans"/>
                <a:ea typeface="DejaVu Sans"/>
                <a:cs typeface="DejaVu Sans"/>
              </a:defRPr>
            </a:defPPr>
            <a:lvl1pPr algn="l">
              <a:defRPr sz="1050" b="1">
                <a:solidFill>
                  <a:srgbClr val="087D78"/>
                </a:solidFill>
                <a:latin typeface="DejaVu Sans"/>
                <a:ea typeface="DejaVu Sans"/>
                <a:cs typeface="DejaVu Sans"/>
              </a:defRPr>
            </a:lvl1pPr>
            <a:lvl2pPr algn="l">
              <a:defRPr sz="1050" b="1">
                <a:solidFill>
                  <a:srgbClr val="087D78"/>
                </a:solidFill>
                <a:latin typeface="DejaVu Sans"/>
                <a:ea typeface="DejaVu Sans"/>
                <a:cs typeface="DejaVu Sans"/>
              </a:defRPr>
            </a:lvl2pPr>
            <a:lvl3pPr algn="l">
              <a:defRPr sz="1050" b="1">
                <a:solidFill>
                  <a:srgbClr val="087D78"/>
                </a:solidFill>
                <a:latin typeface="DejaVu Sans"/>
                <a:ea typeface="DejaVu Sans"/>
                <a:cs typeface="DejaVu Sans"/>
              </a:defRPr>
            </a:lvl3pPr>
            <a:lvl4pPr algn="l">
              <a:defRPr sz="1050" b="1">
                <a:solidFill>
                  <a:srgbClr val="087D78"/>
                </a:solidFill>
                <a:latin typeface="DejaVu Sans"/>
                <a:ea typeface="DejaVu Sans"/>
                <a:cs typeface="DejaVu Sans"/>
              </a:defRPr>
            </a:lvl4pPr>
            <a:lvl5pPr algn="l">
              <a:defRPr sz="1050" b="1">
                <a:solidFill>
                  <a:srgbClr val="087D78"/>
                </a:solidFill>
                <a:latin typeface="DejaVu Sans"/>
                <a:ea typeface="DejaVu Sans"/>
                <a:cs typeface="DejaVu Sans"/>
              </a:defRPr>
            </a:lvl5pPr>
            <a:lvl6pPr algn="l">
              <a:defRPr sz="1050" b="1">
                <a:solidFill>
                  <a:srgbClr val="087D78"/>
                </a:solidFill>
                <a:latin typeface="DejaVu Sans"/>
                <a:ea typeface="DejaVu Sans"/>
                <a:cs typeface="DejaVu Sans"/>
              </a:defRPr>
            </a:lvl6pPr>
            <a:lvl7pPr algn="l">
              <a:defRPr sz="1050" b="1">
                <a:solidFill>
                  <a:srgbClr val="087D78"/>
                </a:solidFill>
                <a:latin typeface="DejaVu Sans"/>
                <a:ea typeface="DejaVu Sans"/>
                <a:cs typeface="DejaVu Sans"/>
              </a:defRPr>
            </a:lvl7pPr>
            <a:lvl8pPr algn="l">
              <a:defRPr sz="1050" b="1">
                <a:solidFill>
                  <a:srgbClr val="087D78"/>
                </a:solidFill>
                <a:latin typeface="DejaVu Sans"/>
                <a:ea typeface="DejaVu Sans"/>
                <a:cs typeface="DejaVu Sans"/>
              </a:defRPr>
            </a:lvl8pPr>
            <a:lvl9pPr algn="l">
              <a:defRPr sz="1050" b="1">
                <a:solidFill>
                  <a:srgbClr val="087D78"/>
                </a:solidFill>
                <a:latin typeface="DejaVu Sans"/>
                <a:ea typeface="DejaVu Sans"/>
                <a:cs typeface="DejaVu Sans"/>
              </a:defRPr>
            </a:lvl9pPr>
          </a:lstStyle>
          <a:p xmlns:a="http://schemas.openxmlformats.org/drawingml/2006/main">
            <a:pPr algn="l">
              <a:lnSpc>
                <a:spcPct val="112000"/>
              </a:lnSpc>
              <a:buNone/>
              <a:defRPr sz="1050" b="1">
                <a:solidFill>
                  <a:srgbClr val="087D78"/>
                </a:solidFill>
                <a:latin typeface="DejaVu Sans"/>
                <a:ea typeface="DejaVu Sans"/>
                <a:cs typeface="DejaVu Sans"/>
              </a:defRPr>
            </a:pPr>
            <a:r>
              <a:rPr sz="1050" b="1">
                <a:solidFill>
                  <a:srgbClr val="087D78"/>
                </a:solidFill>
                <a:latin typeface="DejaVu Sans"/>
                <a:ea typeface="DejaVu Sans"/>
                <a:cs typeface="DejaVu Sans"/>
              </a:rPr>
              <a:t>TECHNOLOGICAL CHINA</a:t>
            </a:r>
          </a:p>
        </p:txBody>
      </p:sp>
      <p:sp>
        <p:nvSpPr>
          <p:cNvPr id="3" name="text-ep59xpc8vo4">
            <a:extLst xmlns:a="http://schemas.openxmlformats.org/drawingml/2006/main">
              <a:ext uri="{FF2B5EF4-FFF2-40B4-BE49-F238E27FC236}">
                <a16:creationId xmlns:a16="http://schemas.microsoft.com/office/drawing/2014/main" id="{0B54C1DB-6C64-4BBE-94EB-2FE22B14C32B}"/>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700" b="1">
                <a:solidFill>
                  <a:srgbClr val="10242B"/>
                </a:solidFill>
                <a:latin typeface="DejaVu Sans"/>
                <a:ea typeface="DejaVu Sans"/>
                <a:cs typeface="DejaVu Sans"/>
              </a:defRPr>
            </a:defPPr>
            <a:lvl1pPr algn="l">
              <a:defRPr sz="2700" b="1">
                <a:solidFill>
                  <a:srgbClr val="10242B"/>
                </a:solidFill>
                <a:latin typeface="DejaVu Sans"/>
                <a:ea typeface="DejaVu Sans"/>
                <a:cs typeface="DejaVu Sans"/>
              </a:defRPr>
            </a:lvl1pPr>
            <a:lvl2pPr algn="l">
              <a:defRPr sz="2700" b="1">
                <a:solidFill>
                  <a:srgbClr val="10242B"/>
                </a:solidFill>
                <a:latin typeface="DejaVu Sans"/>
                <a:ea typeface="DejaVu Sans"/>
                <a:cs typeface="DejaVu Sans"/>
              </a:defRPr>
            </a:lvl2pPr>
            <a:lvl3pPr algn="l">
              <a:defRPr sz="2700" b="1">
                <a:solidFill>
                  <a:srgbClr val="10242B"/>
                </a:solidFill>
                <a:latin typeface="DejaVu Sans"/>
                <a:ea typeface="DejaVu Sans"/>
                <a:cs typeface="DejaVu Sans"/>
              </a:defRPr>
            </a:lvl3pPr>
            <a:lvl4pPr algn="l">
              <a:defRPr sz="2700" b="1">
                <a:solidFill>
                  <a:srgbClr val="10242B"/>
                </a:solidFill>
                <a:latin typeface="DejaVu Sans"/>
                <a:ea typeface="DejaVu Sans"/>
                <a:cs typeface="DejaVu Sans"/>
              </a:defRPr>
            </a:lvl4pPr>
            <a:lvl5pPr algn="l">
              <a:defRPr sz="2700" b="1">
                <a:solidFill>
                  <a:srgbClr val="10242B"/>
                </a:solidFill>
                <a:latin typeface="DejaVu Sans"/>
                <a:ea typeface="DejaVu Sans"/>
                <a:cs typeface="DejaVu Sans"/>
              </a:defRPr>
            </a:lvl5pPr>
            <a:lvl6pPr algn="l">
              <a:defRPr sz="2700" b="1">
                <a:solidFill>
                  <a:srgbClr val="10242B"/>
                </a:solidFill>
                <a:latin typeface="DejaVu Sans"/>
                <a:ea typeface="DejaVu Sans"/>
                <a:cs typeface="DejaVu Sans"/>
              </a:defRPr>
            </a:lvl6pPr>
            <a:lvl7pPr algn="l">
              <a:defRPr sz="2700" b="1">
                <a:solidFill>
                  <a:srgbClr val="10242B"/>
                </a:solidFill>
                <a:latin typeface="DejaVu Sans"/>
                <a:ea typeface="DejaVu Sans"/>
                <a:cs typeface="DejaVu Sans"/>
              </a:defRPr>
            </a:lvl7pPr>
            <a:lvl8pPr algn="l">
              <a:defRPr sz="2700" b="1">
                <a:solidFill>
                  <a:srgbClr val="10242B"/>
                </a:solidFill>
                <a:latin typeface="DejaVu Sans"/>
                <a:ea typeface="DejaVu Sans"/>
                <a:cs typeface="DejaVu Sans"/>
              </a:defRPr>
            </a:lvl8pPr>
            <a:lvl9pPr algn="l">
              <a:defRPr sz="2700" b="1">
                <a:solidFill>
                  <a:srgbClr val="10242B"/>
                </a:solidFill>
                <a:latin typeface="DejaVu Sans"/>
                <a:ea typeface="DejaVu Sans"/>
                <a:cs typeface="DejaVu Sans"/>
              </a:defRPr>
            </a:lvl9pPr>
          </a:lstStyle>
          <a:p xmlns:a="http://schemas.openxmlformats.org/drawingml/2006/main">
            <a:pPr algn="l">
              <a:lnSpc>
                <a:spcPct val="112000"/>
              </a:lnSpc>
              <a:buNone/>
              <a:defRPr sz="2700" b="1">
                <a:solidFill>
                  <a:srgbClr val="10242B"/>
                </a:solidFill>
                <a:latin typeface="DejaVu Sans"/>
                <a:ea typeface="DejaVu Sans"/>
                <a:cs typeface="DejaVu Sans"/>
              </a:defRPr>
            </a:pPr>
            <a:r>
              <a:rPr sz="2700" b="1">
                <a:solidFill>
                  <a:srgbClr val="10242B"/>
                </a:solidFill>
                <a:latin typeface="DejaVu Sans"/>
                <a:ea typeface="DejaVu Sans"/>
                <a:cs typeface="DejaVu Sans"/>
              </a:rPr>
              <a:t>Autonomy is designed around action types</a:t>
            </a:r>
          </a:p>
        </p:txBody>
      </p:sp>
      <p:sp>
        <p:nvSpPr>
          <p:cNvPr id="4" name="text-69etduk33wt">
            <a:extLst xmlns:a="http://schemas.openxmlformats.org/drawingml/2006/main">
              <a:ext uri="{FF2B5EF4-FFF2-40B4-BE49-F238E27FC236}">
                <a16:creationId xmlns:a16="http://schemas.microsoft.com/office/drawing/2014/main" id="{118D7B16-94F6-43D8-8F3F-764C09236EBB}"/>
              </a:ext>
            </a:extLst>
          </p:cNvPr>
          <p:cNvSpPr>
            <a:spLocks xmlns:a="http://schemas.openxmlformats.org/drawingml/2006/main" noGrp="1"/>
          </p:cNvSpPr>
          <p:nvPr/>
        </p:nvSpPr>
        <p:spPr>
          <a:xfrm xmlns:a="http://schemas.openxmlformats.org/drawingml/2006/main">
            <a:off x="609600" y="1857375"/>
            <a:ext cx="109728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577078"/>
                </a:solidFill>
                <a:latin typeface="DejaVu Sans"/>
                <a:ea typeface="DejaVu Sans"/>
                <a:cs typeface="DejaVu Sans"/>
              </a:defRPr>
            </a:defPPr>
            <a:lvl1pPr algn="l">
              <a:defRPr sz="1575" b="0">
                <a:solidFill>
                  <a:srgbClr val="577078"/>
                </a:solidFill>
                <a:latin typeface="DejaVu Sans"/>
                <a:ea typeface="DejaVu Sans"/>
                <a:cs typeface="DejaVu Sans"/>
              </a:defRPr>
            </a:lvl1pPr>
            <a:lvl2pPr algn="l">
              <a:defRPr sz="1575" b="0">
                <a:solidFill>
                  <a:srgbClr val="577078"/>
                </a:solidFill>
                <a:latin typeface="DejaVu Sans"/>
                <a:ea typeface="DejaVu Sans"/>
                <a:cs typeface="DejaVu Sans"/>
              </a:defRPr>
            </a:lvl2pPr>
            <a:lvl3pPr algn="l">
              <a:defRPr sz="1575" b="0">
                <a:solidFill>
                  <a:srgbClr val="577078"/>
                </a:solidFill>
                <a:latin typeface="DejaVu Sans"/>
                <a:ea typeface="DejaVu Sans"/>
                <a:cs typeface="DejaVu Sans"/>
              </a:defRPr>
            </a:lvl3pPr>
            <a:lvl4pPr algn="l">
              <a:defRPr sz="1575" b="0">
                <a:solidFill>
                  <a:srgbClr val="577078"/>
                </a:solidFill>
                <a:latin typeface="DejaVu Sans"/>
                <a:ea typeface="DejaVu Sans"/>
                <a:cs typeface="DejaVu Sans"/>
              </a:defRPr>
            </a:lvl4pPr>
            <a:lvl5pPr algn="l">
              <a:defRPr sz="1575" b="0">
                <a:solidFill>
                  <a:srgbClr val="577078"/>
                </a:solidFill>
                <a:latin typeface="DejaVu Sans"/>
                <a:ea typeface="DejaVu Sans"/>
                <a:cs typeface="DejaVu Sans"/>
              </a:defRPr>
            </a:lvl5pPr>
            <a:lvl6pPr algn="l">
              <a:defRPr sz="1575" b="0">
                <a:solidFill>
                  <a:srgbClr val="577078"/>
                </a:solidFill>
                <a:latin typeface="DejaVu Sans"/>
                <a:ea typeface="DejaVu Sans"/>
                <a:cs typeface="DejaVu Sans"/>
              </a:defRPr>
            </a:lvl6pPr>
            <a:lvl7pPr algn="l">
              <a:defRPr sz="1575" b="0">
                <a:solidFill>
                  <a:srgbClr val="577078"/>
                </a:solidFill>
                <a:latin typeface="DejaVu Sans"/>
                <a:ea typeface="DejaVu Sans"/>
                <a:cs typeface="DejaVu Sans"/>
              </a:defRPr>
            </a:lvl7pPr>
            <a:lvl8pPr algn="l">
              <a:defRPr sz="1575" b="0">
                <a:solidFill>
                  <a:srgbClr val="577078"/>
                </a:solidFill>
                <a:latin typeface="DejaVu Sans"/>
                <a:ea typeface="DejaVu Sans"/>
                <a:cs typeface="DejaVu Sans"/>
              </a:defRPr>
            </a:lvl8pPr>
            <a:lvl9pPr algn="l">
              <a:defRPr sz="1575" b="0">
                <a:solidFill>
                  <a:srgbClr val="577078"/>
                </a:solidFill>
                <a:latin typeface="DejaVu Sans"/>
                <a:ea typeface="DejaVu Sans"/>
                <a:cs typeface="DejaVu Sans"/>
              </a:defRPr>
            </a:lvl9pPr>
          </a:lstStyle>
          <a:p xmlns:a="http://schemas.openxmlformats.org/drawingml/2006/main">
            <a:pPr algn="l">
              <a:lnSpc>
                <a:spcPct val="112000"/>
              </a:lnSpc>
              <a:buNone/>
              <a:defRPr sz="1575" b="0">
                <a:solidFill>
                  <a:srgbClr val="577078"/>
                </a:solidFill>
                <a:latin typeface="DejaVu Sans"/>
                <a:ea typeface="DejaVu Sans"/>
                <a:cs typeface="DejaVu Sans"/>
              </a:defRPr>
            </a:pPr>
            <a:r>
              <a:rPr sz="1575" b="0">
                <a:solidFill>
                  <a:srgbClr val="577078"/>
                </a:solidFill>
                <a:latin typeface="DejaVu Sans"/>
                <a:ea typeface="DejaVu Sans"/>
                <a:cs typeface="DejaVu Sans"/>
              </a:rPr>
              <a:t>The appropriate level depends on consequences, reversibility and authorization.</a:t>
            </a:r>
          </a:p>
        </p:txBody>
      </p:sp>
      <p:sp>
        <p:nvSpPr>
          <p:cNvPr id="5" name="">
            <a:extLst xmlns:a="http://schemas.openxmlformats.org/drawingml/2006/main">
              <a:ext uri="{FF2B5EF4-FFF2-40B4-BE49-F238E27FC236}">
                <a16:creationId xmlns:a16="http://schemas.microsoft.com/office/drawing/2014/main" id="{A5B29B07-83B4-4F95-9B2A-2410AB462A39}"/>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CCD8D6"/>
          </a:solidFill>
          <a:ln xmlns:a="http://schemas.openxmlformats.org/drawingml/2006/main" w="0">
            <a:noFill/>
            <a:prstDash val="solid"/>
          </a:ln>
        </p:spPr>
      </p:sp>
      <p:sp>
        <p:nvSpPr>
          <p:cNvPr id="6" name="text-eltq1itu5hq">
            <a:extLst xmlns:a="http://schemas.openxmlformats.org/drawingml/2006/main">
              <a:ext uri="{FF2B5EF4-FFF2-40B4-BE49-F238E27FC236}">
                <a16:creationId xmlns:a16="http://schemas.microsoft.com/office/drawing/2014/main" id="{825F4B5B-BBA8-433E-89CC-062F37EB755E}"/>
              </a:ext>
            </a:extLst>
          </p:cNvPr>
          <p:cNvSpPr>
            <a:spLocks xmlns:a="http://schemas.openxmlformats.org/drawingml/2006/main" noGrp="1"/>
          </p:cNvSpPr>
          <p:nvPr/>
        </p:nvSpPr>
        <p:spPr>
          <a:xfrm xmlns:a="http://schemas.openxmlformats.org/drawingml/2006/main">
            <a:off x="609600" y="6362700"/>
            <a:ext cx="971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975" b="0">
                <a:solidFill>
                  <a:srgbClr val="577078"/>
                </a:solidFill>
                <a:latin typeface="DejaVu Sans"/>
                <a:ea typeface="DejaVu Sans"/>
                <a:cs typeface="DejaVu Sans"/>
              </a:defRPr>
            </a:defPPr>
            <a:lvl1pPr algn="l">
              <a:defRPr sz="975" b="0">
                <a:solidFill>
                  <a:srgbClr val="577078"/>
                </a:solidFill>
                <a:latin typeface="DejaVu Sans"/>
                <a:ea typeface="DejaVu Sans"/>
                <a:cs typeface="DejaVu Sans"/>
              </a:defRPr>
            </a:lvl1pPr>
            <a:lvl2pPr algn="l">
              <a:defRPr sz="975" b="0">
                <a:solidFill>
                  <a:srgbClr val="577078"/>
                </a:solidFill>
                <a:latin typeface="DejaVu Sans"/>
                <a:ea typeface="DejaVu Sans"/>
                <a:cs typeface="DejaVu Sans"/>
              </a:defRPr>
            </a:lvl2pPr>
            <a:lvl3pPr algn="l">
              <a:defRPr sz="975" b="0">
                <a:solidFill>
                  <a:srgbClr val="577078"/>
                </a:solidFill>
                <a:latin typeface="DejaVu Sans"/>
                <a:ea typeface="DejaVu Sans"/>
                <a:cs typeface="DejaVu Sans"/>
              </a:defRPr>
            </a:lvl3pPr>
            <a:lvl4pPr algn="l">
              <a:defRPr sz="975" b="0">
                <a:solidFill>
                  <a:srgbClr val="577078"/>
                </a:solidFill>
                <a:latin typeface="DejaVu Sans"/>
                <a:ea typeface="DejaVu Sans"/>
                <a:cs typeface="DejaVu Sans"/>
              </a:defRPr>
            </a:lvl4pPr>
            <a:lvl5pPr algn="l">
              <a:defRPr sz="975" b="0">
                <a:solidFill>
                  <a:srgbClr val="577078"/>
                </a:solidFill>
                <a:latin typeface="DejaVu Sans"/>
                <a:ea typeface="DejaVu Sans"/>
                <a:cs typeface="DejaVu Sans"/>
              </a:defRPr>
            </a:lvl5pPr>
            <a:lvl6pPr algn="l">
              <a:defRPr sz="975" b="0">
                <a:solidFill>
                  <a:srgbClr val="577078"/>
                </a:solidFill>
                <a:latin typeface="DejaVu Sans"/>
                <a:ea typeface="DejaVu Sans"/>
                <a:cs typeface="DejaVu Sans"/>
              </a:defRPr>
            </a:lvl6pPr>
            <a:lvl7pPr algn="l">
              <a:defRPr sz="975" b="0">
                <a:solidFill>
                  <a:srgbClr val="577078"/>
                </a:solidFill>
                <a:latin typeface="DejaVu Sans"/>
                <a:ea typeface="DejaVu Sans"/>
                <a:cs typeface="DejaVu Sans"/>
              </a:defRPr>
            </a:lvl7pPr>
            <a:lvl8pPr algn="l">
              <a:defRPr sz="975" b="0">
                <a:solidFill>
                  <a:srgbClr val="577078"/>
                </a:solidFill>
                <a:latin typeface="DejaVu Sans"/>
                <a:ea typeface="DejaVu Sans"/>
                <a:cs typeface="DejaVu Sans"/>
              </a:defRPr>
            </a:lvl8pPr>
            <a:lvl9pPr algn="l">
              <a:defRPr sz="975" b="0">
                <a:solidFill>
                  <a:srgbClr val="577078"/>
                </a:solidFill>
                <a:latin typeface="DejaVu Sans"/>
                <a:ea typeface="DejaVu Sans"/>
                <a:cs typeface="DejaVu Sans"/>
              </a:defRPr>
            </a:lvl9pPr>
          </a:lstStyle>
          <a:p xmlns:a="http://schemas.openxmlformats.org/drawingml/2006/main">
            <a:pPr algn="l">
              <a:lnSpc>
                <a:spcPct val="112000"/>
              </a:lnSpc>
              <a:buNone/>
              <a:defRPr sz="975" b="0">
                <a:solidFill>
                  <a:srgbClr val="577078"/>
                </a:solidFill>
                <a:latin typeface="DejaVu Sans"/>
                <a:ea typeface="DejaVu Sans"/>
                <a:cs typeface="DejaVu Sans"/>
              </a:defRPr>
            </a:pPr>
            <a:r>
              <a:rPr sz="975" b="0">
                <a:solidFill>
                  <a:srgbClr val="577078"/>
                </a:solidFill>
                <a:latin typeface="DejaVu Sans"/>
                <a:ea typeface="DejaVu Sans"/>
                <a:cs typeface="DejaVu Sans"/>
              </a:rPr>
              <a:t>Sergio Gevatschnaider</a:t>
            </a:r>
          </a:p>
        </p:txBody>
      </p:sp>
      <p:sp>
        <p:nvSpPr>
          <p:cNvPr id="7" name="text-wmlnvjs0vd">
            <a:extLst xmlns:a="http://schemas.openxmlformats.org/drawingml/2006/main">
              <a:ext uri="{FF2B5EF4-FFF2-40B4-BE49-F238E27FC236}">
                <a16:creationId xmlns:a16="http://schemas.microsoft.com/office/drawing/2014/main" id="{DF0BFCB2-32DC-41A5-9BA3-1F9FE615C7C9}"/>
              </a:ext>
            </a:extLst>
          </p:cNvPr>
          <p:cNvSpPr>
            <a:spLocks xmlns:a="http://schemas.openxmlformats.org/drawingml/2006/main" noGrp="1"/>
          </p:cNvSpPr>
          <p:nvPr/>
        </p:nvSpPr>
        <p:spPr>
          <a:xfrm xmlns:a="http://schemas.openxmlformats.org/drawingml/2006/main">
            <a:off x="10934700" y="6296025"/>
            <a:ext cx="6477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725" b="1">
                <a:solidFill>
                  <a:srgbClr val="087D78"/>
                </a:solidFill>
                <a:latin typeface="DejaVu Sans"/>
                <a:ea typeface="DejaVu Sans"/>
                <a:cs typeface="DejaVu Sans"/>
              </a:defRPr>
            </a:defPPr>
            <a:lvl1pPr algn="r">
              <a:defRPr sz="1725" b="1">
                <a:solidFill>
                  <a:srgbClr val="087D78"/>
                </a:solidFill>
                <a:latin typeface="DejaVu Sans"/>
                <a:ea typeface="DejaVu Sans"/>
                <a:cs typeface="DejaVu Sans"/>
              </a:defRPr>
            </a:lvl1pPr>
            <a:lvl2pPr algn="r">
              <a:defRPr sz="1725" b="1">
                <a:solidFill>
                  <a:srgbClr val="087D78"/>
                </a:solidFill>
                <a:latin typeface="DejaVu Sans"/>
                <a:ea typeface="DejaVu Sans"/>
                <a:cs typeface="DejaVu Sans"/>
              </a:defRPr>
            </a:lvl2pPr>
            <a:lvl3pPr algn="r">
              <a:defRPr sz="1725" b="1">
                <a:solidFill>
                  <a:srgbClr val="087D78"/>
                </a:solidFill>
                <a:latin typeface="DejaVu Sans"/>
                <a:ea typeface="DejaVu Sans"/>
                <a:cs typeface="DejaVu Sans"/>
              </a:defRPr>
            </a:lvl3pPr>
            <a:lvl4pPr algn="r">
              <a:defRPr sz="1725" b="1">
                <a:solidFill>
                  <a:srgbClr val="087D78"/>
                </a:solidFill>
                <a:latin typeface="DejaVu Sans"/>
                <a:ea typeface="DejaVu Sans"/>
                <a:cs typeface="DejaVu Sans"/>
              </a:defRPr>
            </a:lvl4pPr>
            <a:lvl5pPr algn="r">
              <a:defRPr sz="1725" b="1">
                <a:solidFill>
                  <a:srgbClr val="087D78"/>
                </a:solidFill>
                <a:latin typeface="DejaVu Sans"/>
                <a:ea typeface="DejaVu Sans"/>
                <a:cs typeface="DejaVu Sans"/>
              </a:defRPr>
            </a:lvl5pPr>
            <a:lvl6pPr algn="r">
              <a:defRPr sz="1725" b="1">
                <a:solidFill>
                  <a:srgbClr val="087D78"/>
                </a:solidFill>
                <a:latin typeface="DejaVu Sans"/>
                <a:ea typeface="DejaVu Sans"/>
                <a:cs typeface="DejaVu Sans"/>
              </a:defRPr>
            </a:lvl6pPr>
            <a:lvl7pPr algn="r">
              <a:defRPr sz="1725" b="1">
                <a:solidFill>
                  <a:srgbClr val="087D78"/>
                </a:solidFill>
                <a:latin typeface="DejaVu Sans"/>
                <a:ea typeface="DejaVu Sans"/>
                <a:cs typeface="DejaVu Sans"/>
              </a:defRPr>
            </a:lvl7pPr>
            <a:lvl8pPr algn="r">
              <a:defRPr sz="1725" b="1">
                <a:solidFill>
                  <a:srgbClr val="087D78"/>
                </a:solidFill>
                <a:latin typeface="DejaVu Sans"/>
                <a:ea typeface="DejaVu Sans"/>
                <a:cs typeface="DejaVu Sans"/>
              </a:defRPr>
            </a:lvl8pPr>
            <a:lvl9pPr algn="r">
              <a:defRPr sz="1725" b="1">
                <a:solidFill>
                  <a:srgbClr val="087D78"/>
                </a:solidFill>
                <a:latin typeface="DejaVu Sans"/>
                <a:ea typeface="DejaVu Sans"/>
                <a:cs typeface="DejaVu Sans"/>
              </a:defRPr>
            </a:lvl9pPr>
          </a:lstStyle>
          <a:p xmlns:a="http://schemas.openxmlformats.org/drawingml/2006/main">
            <a:pPr algn="r">
              <a:lnSpc>
                <a:spcPct val="112000"/>
              </a:lnSpc>
              <a:buNone/>
              <a:defRPr sz="1725" b="1">
                <a:solidFill>
                  <a:srgbClr val="087D78"/>
                </a:solidFill>
                <a:latin typeface="DejaVu Sans"/>
                <a:ea typeface="DejaVu Sans"/>
                <a:cs typeface="DejaVu Sans"/>
              </a:defRPr>
            </a:pPr>
            <a:r>
              <a:rPr sz="1725" b="1">
                <a:solidFill>
                  <a:srgbClr val="087D78"/>
                </a:solidFill>
                <a:latin typeface="DejaVu Sans"/>
                <a:ea typeface="DejaVu Sans"/>
                <a:cs typeface="DejaVu Sans"/>
              </a:rPr>
              <a:t>14</a:t>
            </a:r>
          </a:p>
        </p:txBody>
      </p:sp>
      <p:sp>
        <p:nvSpPr>
          <p:cNvPr id="8" name="text-g5t58u2xr6q">
            <a:extLst xmlns:a="http://schemas.openxmlformats.org/drawingml/2006/main">
              <a:ext uri="{FF2B5EF4-FFF2-40B4-BE49-F238E27FC236}">
                <a16:creationId xmlns:a16="http://schemas.microsoft.com/office/drawing/2014/main" id="{BFF273E6-D62C-4516-9A94-4BFAEE357A49}"/>
              </a:ext>
            </a:extLst>
          </p:cNvPr>
          <p:cNvSpPr>
            <a:spLocks xmlns:a="http://schemas.openxmlformats.org/drawingml/2006/main" noGrp="1"/>
          </p:cNvSpPr>
          <p:nvPr/>
        </p:nvSpPr>
        <p:spPr>
          <a:xfrm xmlns:a="http://schemas.openxmlformats.org/drawingml/2006/main">
            <a:off x="628650" y="2628900"/>
            <a:ext cx="428625"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1">
                <a:solidFill>
                  <a:srgbClr val="087D78"/>
                </a:solidFill>
                <a:latin typeface="DejaVu Sans"/>
                <a:ea typeface="DejaVu Sans"/>
                <a:cs typeface="DejaVu Sans"/>
              </a:defRPr>
            </a:defPPr>
            <a:lvl1pPr algn="l">
              <a:defRPr sz="1650" b="1">
                <a:solidFill>
                  <a:srgbClr val="087D78"/>
                </a:solidFill>
                <a:latin typeface="DejaVu Sans"/>
                <a:ea typeface="DejaVu Sans"/>
                <a:cs typeface="DejaVu Sans"/>
              </a:defRPr>
            </a:lvl1pPr>
            <a:lvl2pPr algn="l">
              <a:defRPr sz="1650" b="1">
                <a:solidFill>
                  <a:srgbClr val="087D78"/>
                </a:solidFill>
                <a:latin typeface="DejaVu Sans"/>
                <a:ea typeface="DejaVu Sans"/>
                <a:cs typeface="DejaVu Sans"/>
              </a:defRPr>
            </a:lvl2pPr>
            <a:lvl3pPr algn="l">
              <a:defRPr sz="1650" b="1">
                <a:solidFill>
                  <a:srgbClr val="087D78"/>
                </a:solidFill>
                <a:latin typeface="DejaVu Sans"/>
                <a:ea typeface="DejaVu Sans"/>
                <a:cs typeface="DejaVu Sans"/>
              </a:defRPr>
            </a:lvl3pPr>
            <a:lvl4pPr algn="l">
              <a:defRPr sz="1650" b="1">
                <a:solidFill>
                  <a:srgbClr val="087D78"/>
                </a:solidFill>
                <a:latin typeface="DejaVu Sans"/>
                <a:ea typeface="DejaVu Sans"/>
                <a:cs typeface="DejaVu Sans"/>
              </a:defRPr>
            </a:lvl4pPr>
            <a:lvl5pPr algn="l">
              <a:defRPr sz="1650" b="1">
                <a:solidFill>
                  <a:srgbClr val="087D78"/>
                </a:solidFill>
                <a:latin typeface="DejaVu Sans"/>
                <a:ea typeface="DejaVu Sans"/>
                <a:cs typeface="DejaVu Sans"/>
              </a:defRPr>
            </a:lvl5pPr>
            <a:lvl6pPr algn="l">
              <a:defRPr sz="1650" b="1">
                <a:solidFill>
                  <a:srgbClr val="087D78"/>
                </a:solidFill>
                <a:latin typeface="DejaVu Sans"/>
                <a:ea typeface="DejaVu Sans"/>
                <a:cs typeface="DejaVu Sans"/>
              </a:defRPr>
            </a:lvl6pPr>
            <a:lvl7pPr algn="l">
              <a:defRPr sz="1650" b="1">
                <a:solidFill>
                  <a:srgbClr val="087D78"/>
                </a:solidFill>
                <a:latin typeface="DejaVu Sans"/>
                <a:ea typeface="DejaVu Sans"/>
                <a:cs typeface="DejaVu Sans"/>
              </a:defRPr>
            </a:lvl7pPr>
            <a:lvl8pPr algn="l">
              <a:defRPr sz="1650" b="1">
                <a:solidFill>
                  <a:srgbClr val="087D78"/>
                </a:solidFill>
                <a:latin typeface="DejaVu Sans"/>
                <a:ea typeface="DejaVu Sans"/>
                <a:cs typeface="DejaVu Sans"/>
              </a:defRPr>
            </a:lvl8pPr>
            <a:lvl9pPr algn="l">
              <a:defRPr sz="1650" b="1">
                <a:solidFill>
                  <a:srgbClr val="087D78"/>
                </a:solidFill>
                <a:latin typeface="DejaVu Sans"/>
                <a:ea typeface="DejaVu Sans"/>
                <a:cs typeface="DejaVu Sans"/>
              </a:defRPr>
            </a:lvl9pPr>
          </a:lstStyle>
          <a:p xmlns:a="http://schemas.openxmlformats.org/drawingml/2006/main">
            <a:pPr algn="l">
              <a:lnSpc>
                <a:spcPct val="112000"/>
              </a:lnSpc>
              <a:buNone/>
              <a:defRPr sz="1650" b="1">
                <a:solidFill>
                  <a:srgbClr val="087D78"/>
                </a:solidFill>
                <a:latin typeface="DejaVu Sans"/>
                <a:ea typeface="DejaVu Sans"/>
                <a:cs typeface="DejaVu Sans"/>
              </a:defRPr>
            </a:pPr>
            <a:r>
              <a:rPr sz="1650" b="1">
                <a:solidFill>
                  <a:srgbClr val="087D78"/>
                </a:solidFill>
                <a:latin typeface="DejaVu Sans"/>
                <a:ea typeface="DejaVu Sans"/>
                <a:cs typeface="DejaVu Sans"/>
              </a:rPr>
              <a:t>01</a:t>
            </a:r>
          </a:p>
        </p:txBody>
      </p:sp>
      <p:sp>
        <p:nvSpPr>
          <p:cNvPr id="9" name="text-flh6486aerc">
            <a:extLst xmlns:a="http://schemas.openxmlformats.org/drawingml/2006/main">
              <a:ext uri="{FF2B5EF4-FFF2-40B4-BE49-F238E27FC236}">
                <a16:creationId xmlns:a16="http://schemas.microsoft.com/office/drawing/2014/main" id="{ECE47B05-84D8-43DA-A30E-86B5799BDB00}"/>
              </a:ext>
            </a:extLst>
          </p:cNvPr>
          <p:cNvSpPr>
            <a:spLocks xmlns:a="http://schemas.openxmlformats.org/drawingml/2006/main" noGrp="1"/>
          </p:cNvSpPr>
          <p:nvPr/>
        </p:nvSpPr>
        <p:spPr>
          <a:xfrm xmlns:a="http://schemas.openxmlformats.org/drawingml/2006/main">
            <a:off x="1238250" y="2619375"/>
            <a:ext cx="2619375"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1">
                <a:solidFill>
                  <a:srgbClr val="10242B"/>
                </a:solidFill>
                <a:latin typeface="DejaVu Sans"/>
                <a:ea typeface="DejaVu Sans"/>
                <a:cs typeface="DejaVu Sans"/>
              </a:defRPr>
            </a:defPPr>
            <a:lvl1pPr algn="l">
              <a:defRPr sz="1725" b="1">
                <a:solidFill>
                  <a:srgbClr val="10242B"/>
                </a:solidFill>
                <a:latin typeface="DejaVu Sans"/>
                <a:ea typeface="DejaVu Sans"/>
                <a:cs typeface="DejaVu Sans"/>
              </a:defRPr>
            </a:lvl1pPr>
            <a:lvl2pPr algn="l">
              <a:defRPr sz="1725" b="1">
                <a:solidFill>
                  <a:srgbClr val="10242B"/>
                </a:solidFill>
                <a:latin typeface="DejaVu Sans"/>
                <a:ea typeface="DejaVu Sans"/>
                <a:cs typeface="DejaVu Sans"/>
              </a:defRPr>
            </a:lvl2pPr>
            <a:lvl3pPr algn="l">
              <a:defRPr sz="1725" b="1">
                <a:solidFill>
                  <a:srgbClr val="10242B"/>
                </a:solidFill>
                <a:latin typeface="DejaVu Sans"/>
                <a:ea typeface="DejaVu Sans"/>
                <a:cs typeface="DejaVu Sans"/>
              </a:defRPr>
            </a:lvl3pPr>
            <a:lvl4pPr algn="l">
              <a:defRPr sz="1725" b="1">
                <a:solidFill>
                  <a:srgbClr val="10242B"/>
                </a:solidFill>
                <a:latin typeface="DejaVu Sans"/>
                <a:ea typeface="DejaVu Sans"/>
                <a:cs typeface="DejaVu Sans"/>
              </a:defRPr>
            </a:lvl4pPr>
            <a:lvl5pPr algn="l">
              <a:defRPr sz="1725" b="1">
                <a:solidFill>
                  <a:srgbClr val="10242B"/>
                </a:solidFill>
                <a:latin typeface="DejaVu Sans"/>
                <a:ea typeface="DejaVu Sans"/>
                <a:cs typeface="DejaVu Sans"/>
              </a:defRPr>
            </a:lvl5pPr>
            <a:lvl6pPr algn="l">
              <a:defRPr sz="1725" b="1">
                <a:solidFill>
                  <a:srgbClr val="10242B"/>
                </a:solidFill>
                <a:latin typeface="DejaVu Sans"/>
                <a:ea typeface="DejaVu Sans"/>
                <a:cs typeface="DejaVu Sans"/>
              </a:defRPr>
            </a:lvl6pPr>
            <a:lvl7pPr algn="l">
              <a:defRPr sz="1725" b="1">
                <a:solidFill>
                  <a:srgbClr val="10242B"/>
                </a:solidFill>
                <a:latin typeface="DejaVu Sans"/>
                <a:ea typeface="DejaVu Sans"/>
                <a:cs typeface="DejaVu Sans"/>
              </a:defRPr>
            </a:lvl7pPr>
            <a:lvl8pPr algn="l">
              <a:defRPr sz="1725" b="1">
                <a:solidFill>
                  <a:srgbClr val="10242B"/>
                </a:solidFill>
                <a:latin typeface="DejaVu Sans"/>
                <a:ea typeface="DejaVu Sans"/>
                <a:cs typeface="DejaVu Sans"/>
              </a:defRPr>
            </a:lvl8pPr>
            <a:lvl9pPr algn="l">
              <a:defRPr sz="1725" b="1">
                <a:solidFill>
                  <a:srgbClr val="10242B"/>
                </a:solidFill>
                <a:latin typeface="DejaVu Sans"/>
                <a:ea typeface="DejaVu Sans"/>
                <a:cs typeface="DejaVu Sans"/>
              </a:defRPr>
            </a:lvl9pPr>
          </a:lstStyle>
          <a:p xmlns:a="http://schemas.openxmlformats.org/drawingml/2006/main">
            <a:pPr algn="l">
              <a:lnSpc>
                <a:spcPct val="112000"/>
              </a:lnSpc>
              <a:buNone/>
              <a:defRPr sz="1725" b="1">
                <a:solidFill>
                  <a:srgbClr val="10242B"/>
                </a:solidFill>
                <a:latin typeface="DejaVu Sans"/>
                <a:ea typeface="DejaVu Sans"/>
                <a:cs typeface="DejaVu Sans"/>
              </a:defRPr>
            </a:pPr>
            <a:r>
              <a:rPr sz="1725" b="1">
                <a:solidFill>
                  <a:srgbClr val="10242B"/>
                </a:solidFill>
                <a:latin typeface="DejaVu Sans"/>
                <a:ea typeface="DejaVu Sans"/>
                <a:cs typeface="DejaVu Sans"/>
              </a:rPr>
              <a:t>Read</a:t>
            </a:r>
          </a:p>
        </p:txBody>
      </p:sp>
      <p:sp>
        <p:nvSpPr>
          <p:cNvPr id="10" name="text-orsjajy5nx">
            <a:extLst xmlns:a="http://schemas.openxmlformats.org/drawingml/2006/main">
              <a:ext uri="{FF2B5EF4-FFF2-40B4-BE49-F238E27FC236}">
                <a16:creationId xmlns:a16="http://schemas.microsoft.com/office/drawing/2014/main" id="{9E702941-40AD-4C65-8C4E-E681D29D6957}"/>
              </a:ext>
            </a:extLst>
          </p:cNvPr>
          <p:cNvSpPr>
            <a:spLocks xmlns:a="http://schemas.openxmlformats.org/drawingml/2006/main" noGrp="1"/>
          </p:cNvSpPr>
          <p:nvPr/>
        </p:nvSpPr>
        <p:spPr>
          <a:xfrm xmlns:a="http://schemas.openxmlformats.org/drawingml/2006/main">
            <a:off x="4095750" y="2619375"/>
            <a:ext cx="7381875"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0">
                <a:solidFill>
                  <a:srgbClr val="577078"/>
                </a:solidFill>
                <a:latin typeface="DejaVu Sans"/>
                <a:ea typeface="DejaVu Sans"/>
                <a:cs typeface="DejaVu Sans"/>
              </a:defRPr>
            </a:defPPr>
            <a:lvl1pPr algn="l">
              <a:defRPr sz="1725" b="0">
                <a:solidFill>
                  <a:srgbClr val="577078"/>
                </a:solidFill>
                <a:latin typeface="DejaVu Sans"/>
                <a:ea typeface="DejaVu Sans"/>
                <a:cs typeface="DejaVu Sans"/>
              </a:defRPr>
            </a:lvl1pPr>
            <a:lvl2pPr algn="l">
              <a:defRPr sz="1725" b="0">
                <a:solidFill>
                  <a:srgbClr val="577078"/>
                </a:solidFill>
                <a:latin typeface="DejaVu Sans"/>
                <a:ea typeface="DejaVu Sans"/>
                <a:cs typeface="DejaVu Sans"/>
              </a:defRPr>
            </a:lvl2pPr>
            <a:lvl3pPr algn="l">
              <a:defRPr sz="1725" b="0">
                <a:solidFill>
                  <a:srgbClr val="577078"/>
                </a:solidFill>
                <a:latin typeface="DejaVu Sans"/>
                <a:ea typeface="DejaVu Sans"/>
                <a:cs typeface="DejaVu Sans"/>
              </a:defRPr>
            </a:lvl3pPr>
            <a:lvl4pPr algn="l">
              <a:defRPr sz="1725" b="0">
                <a:solidFill>
                  <a:srgbClr val="577078"/>
                </a:solidFill>
                <a:latin typeface="DejaVu Sans"/>
                <a:ea typeface="DejaVu Sans"/>
                <a:cs typeface="DejaVu Sans"/>
              </a:defRPr>
            </a:lvl4pPr>
            <a:lvl5pPr algn="l">
              <a:defRPr sz="1725" b="0">
                <a:solidFill>
                  <a:srgbClr val="577078"/>
                </a:solidFill>
                <a:latin typeface="DejaVu Sans"/>
                <a:ea typeface="DejaVu Sans"/>
                <a:cs typeface="DejaVu Sans"/>
              </a:defRPr>
            </a:lvl5pPr>
            <a:lvl6pPr algn="l">
              <a:defRPr sz="1725" b="0">
                <a:solidFill>
                  <a:srgbClr val="577078"/>
                </a:solidFill>
                <a:latin typeface="DejaVu Sans"/>
                <a:ea typeface="DejaVu Sans"/>
                <a:cs typeface="DejaVu Sans"/>
              </a:defRPr>
            </a:lvl6pPr>
            <a:lvl7pPr algn="l">
              <a:defRPr sz="1725" b="0">
                <a:solidFill>
                  <a:srgbClr val="577078"/>
                </a:solidFill>
                <a:latin typeface="DejaVu Sans"/>
                <a:ea typeface="DejaVu Sans"/>
                <a:cs typeface="DejaVu Sans"/>
              </a:defRPr>
            </a:lvl7pPr>
            <a:lvl8pPr algn="l">
              <a:defRPr sz="1725" b="0">
                <a:solidFill>
                  <a:srgbClr val="577078"/>
                </a:solidFill>
                <a:latin typeface="DejaVu Sans"/>
                <a:ea typeface="DejaVu Sans"/>
                <a:cs typeface="DejaVu Sans"/>
              </a:defRPr>
            </a:lvl8pPr>
            <a:lvl9pPr algn="l">
              <a:defRPr sz="1725" b="0">
                <a:solidFill>
                  <a:srgbClr val="577078"/>
                </a:solidFill>
                <a:latin typeface="DejaVu Sans"/>
                <a:ea typeface="DejaVu Sans"/>
                <a:cs typeface="DejaVu Sans"/>
              </a:defRPr>
            </a:lvl9pPr>
          </a:lstStyle>
          <a:p xmlns:a="http://schemas.openxmlformats.org/drawingml/2006/main">
            <a:pPr algn="l">
              <a:lnSpc>
                <a:spcPct val="112000"/>
              </a:lnSpc>
              <a:buNone/>
              <a:defRPr sz="1725" b="0">
                <a:solidFill>
                  <a:srgbClr val="577078"/>
                </a:solidFill>
                <a:latin typeface="DejaVu Sans"/>
                <a:ea typeface="DejaVu Sans"/>
                <a:cs typeface="DejaVu Sans"/>
              </a:defRPr>
            </a:pPr>
            <a:r>
              <a:rPr sz="1725" b="0">
                <a:solidFill>
                  <a:srgbClr val="577078"/>
                </a:solidFill>
                <a:latin typeface="DejaVu Sans"/>
                <a:ea typeface="DejaVu Sans"/>
                <a:cs typeface="DejaVu Sans"/>
              </a:rPr>
              <a:t>Access permitted sources and log provenance.</a:t>
            </a:r>
          </a:p>
        </p:txBody>
      </p:sp>
      <p:sp>
        <p:nvSpPr>
          <p:cNvPr id="11" name="">
            <a:extLst xmlns:a="http://schemas.openxmlformats.org/drawingml/2006/main">
              <a:ext uri="{FF2B5EF4-FFF2-40B4-BE49-F238E27FC236}">
                <a16:creationId xmlns:a16="http://schemas.microsoft.com/office/drawing/2014/main" id="{592CE1FF-5056-487A-BE53-F63AC2D95F96}"/>
              </a:ext>
            </a:extLst>
          </p:cNvPr>
          <p:cNvSpPr>
            <a:spLocks xmlns:a="http://schemas.openxmlformats.org/drawingml/2006/main" noGrp="1"/>
          </p:cNvSpPr>
          <p:nvPr/>
        </p:nvSpPr>
        <p:spPr>
          <a:xfrm xmlns:a="http://schemas.openxmlformats.org/drawingml/2006/main">
            <a:off x="1238250" y="3381375"/>
            <a:ext cx="10344150" cy="9525"/>
          </a:xfrm>
          <a:prstGeom xmlns:a="http://schemas.openxmlformats.org/drawingml/2006/main" prst="rect">
            <a:avLst/>
          </a:prstGeom>
          <a:solidFill xmlns:a="http://schemas.openxmlformats.org/drawingml/2006/main">
            <a:srgbClr val="CCD8D6"/>
          </a:solidFill>
          <a:ln xmlns:a="http://schemas.openxmlformats.org/drawingml/2006/main" w="0">
            <a:noFill/>
            <a:prstDash val="solid"/>
          </a:ln>
        </p:spPr>
      </p:sp>
      <p:sp>
        <p:nvSpPr>
          <p:cNvPr id="12" name="text-9lf085sa59c">
            <a:extLst xmlns:a="http://schemas.openxmlformats.org/drawingml/2006/main">
              <a:ext uri="{FF2B5EF4-FFF2-40B4-BE49-F238E27FC236}">
                <a16:creationId xmlns:a16="http://schemas.microsoft.com/office/drawing/2014/main" id="{63C2490A-859E-45C1-9DCD-0F5EA642278E}"/>
              </a:ext>
            </a:extLst>
          </p:cNvPr>
          <p:cNvSpPr>
            <a:spLocks xmlns:a="http://schemas.openxmlformats.org/drawingml/2006/main" noGrp="1"/>
          </p:cNvSpPr>
          <p:nvPr/>
        </p:nvSpPr>
        <p:spPr>
          <a:xfrm xmlns:a="http://schemas.openxmlformats.org/drawingml/2006/main">
            <a:off x="628650" y="3524250"/>
            <a:ext cx="428625"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1">
                <a:solidFill>
                  <a:srgbClr val="087D78"/>
                </a:solidFill>
                <a:latin typeface="DejaVu Sans"/>
                <a:ea typeface="DejaVu Sans"/>
                <a:cs typeface="DejaVu Sans"/>
              </a:defRPr>
            </a:defPPr>
            <a:lvl1pPr algn="l">
              <a:defRPr sz="1650" b="1">
                <a:solidFill>
                  <a:srgbClr val="087D78"/>
                </a:solidFill>
                <a:latin typeface="DejaVu Sans"/>
                <a:ea typeface="DejaVu Sans"/>
                <a:cs typeface="DejaVu Sans"/>
              </a:defRPr>
            </a:lvl1pPr>
            <a:lvl2pPr algn="l">
              <a:defRPr sz="1650" b="1">
                <a:solidFill>
                  <a:srgbClr val="087D78"/>
                </a:solidFill>
                <a:latin typeface="DejaVu Sans"/>
                <a:ea typeface="DejaVu Sans"/>
                <a:cs typeface="DejaVu Sans"/>
              </a:defRPr>
            </a:lvl2pPr>
            <a:lvl3pPr algn="l">
              <a:defRPr sz="1650" b="1">
                <a:solidFill>
                  <a:srgbClr val="087D78"/>
                </a:solidFill>
                <a:latin typeface="DejaVu Sans"/>
                <a:ea typeface="DejaVu Sans"/>
                <a:cs typeface="DejaVu Sans"/>
              </a:defRPr>
            </a:lvl3pPr>
            <a:lvl4pPr algn="l">
              <a:defRPr sz="1650" b="1">
                <a:solidFill>
                  <a:srgbClr val="087D78"/>
                </a:solidFill>
                <a:latin typeface="DejaVu Sans"/>
                <a:ea typeface="DejaVu Sans"/>
                <a:cs typeface="DejaVu Sans"/>
              </a:defRPr>
            </a:lvl4pPr>
            <a:lvl5pPr algn="l">
              <a:defRPr sz="1650" b="1">
                <a:solidFill>
                  <a:srgbClr val="087D78"/>
                </a:solidFill>
                <a:latin typeface="DejaVu Sans"/>
                <a:ea typeface="DejaVu Sans"/>
                <a:cs typeface="DejaVu Sans"/>
              </a:defRPr>
            </a:lvl5pPr>
            <a:lvl6pPr algn="l">
              <a:defRPr sz="1650" b="1">
                <a:solidFill>
                  <a:srgbClr val="087D78"/>
                </a:solidFill>
                <a:latin typeface="DejaVu Sans"/>
                <a:ea typeface="DejaVu Sans"/>
                <a:cs typeface="DejaVu Sans"/>
              </a:defRPr>
            </a:lvl6pPr>
            <a:lvl7pPr algn="l">
              <a:defRPr sz="1650" b="1">
                <a:solidFill>
                  <a:srgbClr val="087D78"/>
                </a:solidFill>
                <a:latin typeface="DejaVu Sans"/>
                <a:ea typeface="DejaVu Sans"/>
                <a:cs typeface="DejaVu Sans"/>
              </a:defRPr>
            </a:lvl7pPr>
            <a:lvl8pPr algn="l">
              <a:defRPr sz="1650" b="1">
                <a:solidFill>
                  <a:srgbClr val="087D78"/>
                </a:solidFill>
                <a:latin typeface="DejaVu Sans"/>
                <a:ea typeface="DejaVu Sans"/>
                <a:cs typeface="DejaVu Sans"/>
              </a:defRPr>
            </a:lvl8pPr>
            <a:lvl9pPr algn="l">
              <a:defRPr sz="1650" b="1">
                <a:solidFill>
                  <a:srgbClr val="087D78"/>
                </a:solidFill>
                <a:latin typeface="DejaVu Sans"/>
                <a:ea typeface="DejaVu Sans"/>
                <a:cs typeface="DejaVu Sans"/>
              </a:defRPr>
            </a:lvl9pPr>
          </a:lstStyle>
          <a:p xmlns:a="http://schemas.openxmlformats.org/drawingml/2006/main">
            <a:pPr algn="l">
              <a:lnSpc>
                <a:spcPct val="112000"/>
              </a:lnSpc>
              <a:buNone/>
              <a:defRPr sz="1650" b="1">
                <a:solidFill>
                  <a:srgbClr val="087D78"/>
                </a:solidFill>
                <a:latin typeface="DejaVu Sans"/>
                <a:ea typeface="DejaVu Sans"/>
                <a:cs typeface="DejaVu Sans"/>
              </a:defRPr>
            </a:pPr>
            <a:r>
              <a:rPr sz="1650" b="1">
                <a:solidFill>
                  <a:srgbClr val="087D78"/>
                </a:solidFill>
                <a:latin typeface="DejaVu Sans"/>
                <a:ea typeface="DejaVu Sans"/>
                <a:cs typeface="DejaVu Sans"/>
              </a:rPr>
              <a:t>02</a:t>
            </a:r>
          </a:p>
        </p:txBody>
      </p:sp>
      <p:sp>
        <p:nvSpPr>
          <p:cNvPr id="13" name="text-p1ysvva5w1a">
            <a:extLst xmlns:a="http://schemas.openxmlformats.org/drawingml/2006/main">
              <a:ext uri="{FF2B5EF4-FFF2-40B4-BE49-F238E27FC236}">
                <a16:creationId xmlns:a16="http://schemas.microsoft.com/office/drawing/2014/main" id="{250FD627-DFCA-4DDA-B6C0-2A0061179704}"/>
              </a:ext>
            </a:extLst>
          </p:cNvPr>
          <p:cNvSpPr>
            <a:spLocks xmlns:a="http://schemas.openxmlformats.org/drawingml/2006/main" noGrp="1"/>
          </p:cNvSpPr>
          <p:nvPr/>
        </p:nvSpPr>
        <p:spPr>
          <a:xfrm xmlns:a="http://schemas.openxmlformats.org/drawingml/2006/main">
            <a:off x="1238250" y="3514725"/>
            <a:ext cx="2619375"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1">
                <a:solidFill>
                  <a:srgbClr val="10242B"/>
                </a:solidFill>
                <a:latin typeface="DejaVu Sans"/>
                <a:ea typeface="DejaVu Sans"/>
                <a:cs typeface="DejaVu Sans"/>
              </a:defRPr>
            </a:defPPr>
            <a:lvl1pPr algn="l">
              <a:defRPr sz="1725" b="1">
                <a:solidFill>
                  <a:srgbClr val="10242B"/>
                </a:solidFill>
                <a:latin typeface="DejaVu Sans"/>
                <a:ea typeface="DejaVu Sans"/>
                <a:cs typeface="DejaVu Sans"/>
              </a:defRPr>
            </a:lvl1pPr>
            <a:lvl2pPr algn="l">
              <a:defRPr sz="1725" b="1">
                <a:solidFill>
                  <a:srgbClr val="10242B"/>
                </a:solidFill>
                <a:latin typeface="DejaVu Sans"/>
                <a:ea typeface="DejaVu Sans"/>
                <a:cs typeface="DejaVu Sans"/>
              </a:defRPr>
            </a:lvl2pPr>
            <a:lvl3pPr algn="l">
              <a:defRPr sz="1725" b="1">
                <a:solidFill>
                  <a:srgbClr val="10242B"/>
                </a:solidFill>
                <a:latin typeface="DejaVu Sans"/>
                <a:ea typeface="DejaVu Sans"/>
                <a:cs typeface="DejaVu Sans"/>
              </a:defRPr>
            </a:lvl3pPr>
            <a:lvl4pPr algn="l">
              <a:defRPr sz="1725" b="1">
                <a:solidFill>
                  <a:srgbClr val="10242B"/>
                </a:solidFill>
                <a:latin typeface="DejaVu Sans"/>
                <a:ea typeface="DejaVu Sans"/>
                <a:cs typeface="DejaVu Sans"/>
              </a:defRPr>
            </a:lvl4pPr>
            <a:lvl5pPr algn="l">
              <a:defRPr sz="1725" b="1">
                <a:solidFill>
                  <a:srgbClr val="10242B"/>
                </a:solidFill>
                <a:latin typeface="DejaVu Sans"/>
                <a:ea typeface="DejaVu Sans"/>
                <a:cs typeface="DejaVu Sans"/>
              </a:defRPr>
            </a:lvl5pPr>
            <a:lvl6pPr algn="l">
              <a:defRPr sz="1725" b="1">
                <a:solidFill>
                  <a:srgbClr val="10242B"/>
                </a:solidFill>
                <a:latin typeface="DejaVu Sans"/>
                <a:ea typeface="DejaVu Sans"/>
                <a:cs typeface="DejaVu Sans"/>
              </a:defRPr>
            </a:lvl6pPr>
            <a:lvl7pPr algn="l">
              <a:defRPr sz="1725" b="1">
                <a:solidFill>
                  <a:srgbClr val="10242B"/>
                </a:solidFill>
                <a:latin typeface="DejaVu Sans"/>
                <a:ea typeface="DejaVu Sans"/>
                <a:cs typeface="DejaVu Sans"/>
              </a:defRPr>
            </a:lvl7pPr>
            <a:lvl8pPr algn="l">
              <a:defRPr sz="1725" b="1">
                <a:solidFill>
                  <a:srgbClr val="10242B"/>
                </a:solidFill>
                <a:latin typeface="DejaVu Sans"/>
                <a:ea typeface="DejaVu Sans"/>
                <a:cs typeface="DejaVu Sans"/>
              </a:defRPr>
            </a:lvl8pPr>
            <a:lvl9pPr algn="l">
              <a:defRPr sz="1725" b="1">
                <a:solidFill>
                  <a:srgbClr val="10242B"/>
                </a:solidFill>
                <a:latin typeface="DejaVu Sans"/>
                <a:ea typeface="DejaVu Sans"/>
                <a:cs typeface="DejaVu Sans"/>
              </a:defRPr>
            </a:lvl9pPr>
          </a:lstStyle>
          <a:p xmlns:a="http://schemas.openxmlformats.org/drawingml/2006/main">
            <a:pPr algn="l">
              <a:lnSpc>
                <a:spcPct val="112000"/>
              </a:lnSpc>
              <a:buNone/>
              <a:defRPr sz="1725" b="1">
                <a:solidFill>
                  <a:srgbClr val="10242B"/>
                </a:solidFill>
                <a:latin typeface="DejaVu Sans"/>
                <a:ea typeface="DejaVu Sans"/>
                <a:cs typeface="DejaVu Sans"/>
              </a:defRPr>
            </a:pPr>
            <a:r>
              <a:rPr sz="1725" b="1">
                <a:solidFill>
                  <a:srgbClr val="10242B"/>
                </a:solidFill>
                <a:latin typeface="DejaVu Sans"/>
                <a:ea typeface="DejaVu Sans"/>
                <a:cs typeface="DejaVu Sans"/>
              </a:rPr>
              <a:t>Prepare</a:t>
            </a:r>
          </a:p>
        </p:txBody>
      </p:sp>
      <p:sp>
        <p:nvSpPr>
          <p:cNvPr id="14" name="text-38lxmkj68gv">
            <a:extLst xmlns:a="http://schemas.openxmlformats.org/drawingml/2006/main">
              <a:ext uri="{FF2B5EF4-FFF2-40B4-BE49-F238E27FC236}">
                <a16:creationId xmlns:a16="http://schemas.microsoft.com/office/drawing/2014/main" id="{ED6DD53B-1CFA-4179-ACBD-4CAB962B1D0F}"/>
              </a:ext>
            </a:extLst>
          </p:cNvPr>
          <p:cNvSpPr>
            <a:spLocks xmlns:a="http://schemas.openxmlformats.org/drawingml/2006/main" noGrp="1"/>
          </p:cNvSpPr>
          <p:nvPr/>
        </p:nvSpPr>
        <p:spPr>
          <a:xfrm xmlns:a="http://schemas.openxmlformats.org/drawingml/2006/main">
            <a:off x="4095750" y="3514725"/>
            <a:ext cx="7381875"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0">
                <a:solidFill>
                  <a:srgbClr val="577078"/>
                </a:solidFill>
                <a:latin typeface="DejaVu Sans"/>
                <a:ea typeface="DejaVu Sans"/>
                <a:cs typeface="DejaVu Sans"/>
              </a:defRPr>
            </a:defPPr>
            <a:lvl1pPr algn="l">
              <a:defRPr sz="1725" b="0">
                <a:solidFill>
                  <a:srgbClr val="577078"/>
                </a:solidFill>
                <a:latin typeface="DejaVu Sans"/>
                <a:ea typeface="DejaVu Sans"/>
                <a:cs typeface="DejaVu Sans"/>
              </a:defRPr>
            </a:lvl1pPr>
            <a:lvl2pPr algn="l">
              <a:defRPr sz="1725" b="0">
                <a:solidFill>
                  <a:srgbClr val="577078"/>
                </a:solidFill>
                <a:latin typeface="DejaVu Sans"/>
                <a:ea typeface="DejaVu Sans"/>
                <a:cs typeface="DejaVu Sans"/>
              </a:defRPr>
            </a:lvl2pPr>
            <a:lvl3pPr algn="l">
              <a:defRPr sz="1725" b="0">
                <a:solidFill>
                  <a:srgbClr val="577078"/>
                </a:solidFill>
                <a:latin typeface="DejaVu Sans"/>
                <a:ea typeface="DejaVu Sans"/>
                <a:cs typeface="DejaVu Sans"/>
              </a:defRPr>
            </a:lvl3pPr>
            <a:lvl4pPr algn="l">
              <a:defRPr sz="1725" b="0">
                <a:solidFill>
                  <a:srgbClr val="577078"/>
                </a:solidFill>
                <a:latin typeface="DejaVu Sans"/>
                <a:ea typeface="DejaVu Sans"/>
                <a:cs typeface="DejaVu Sans"/>
              </a:defRPr>
            </a:lvl4pPr>
            <a:lvl5pPr algn="l">
              <a:defRPr sz="1725" b="0">
                <a:solidFill>
                  <a:srgbClr val="577078"/>
                </a:solidFill>
                <a:latin typeface="DejaVu Sans"/>
                <a:ea typeface="DejaVu Sans"/>
                <a:cs typeface="DejaVu Sans"/>
              </a:defRPr>
            </a:lvl5pPr>
            <a:lvl6pPr algn="l">
              <a:defRPr sz="1725" b="0">
                <a:solidFill>
                  <a:srgbClr val="577078"/>
                </a:solidFill>
                <a:latin typeface="DejaVu Sans"/>
                <a:ea typeface="DejaVu Sans"/>
                <a:cs typeface="DejaVu Sans"/>
              </a:defRPr>
            </a:lvl6pPr>
            <a:lvl7pPr algn="l">
              <a:defRPr sz="1725" b="0">
                <a:solidFill>
                  <a:srgbClr val="577078"/>
                </a:solidFill>
                <a:latin typeface="DejaVu Sans"/>
                <a:ea typeface="DejaVu Sans"/>
                <a:cs typeface="DejaVu Sans"/>
              </a:defRPr>
            </a:lvl7pPr>
            <a:lvl8pPr algn="l">
              <a:defRPr sz="1725" b="0">
                <a:solidFill>
                  <a:srgbClr val="577078"/>
                </a:solidFill>
                <a:latin typeface="DejaVu Sans"/>
                <a:ea typeface="DejaVu Sans"/>
                <a:cs typeface="DejaVu Sans"/>
              </a:defRPr>
            </a:lvl8pPr>
            <a:lvl9pPr algn="l">
              <a:defRPr sz="1725" b="0">
                <a:solidFill>
                  <a:srgbClr val="577078"/>
                </a:solidFill>
                <a:latin typeface="DejaVu Sans"/>
                <a:ea typeface="DejaVu Sans"/>
                <a:cs typeface="DejaVu Sans"/>
              </a:defRPr>
            </a:lvl9pPr>
          </a:lstStyle>
          <a:p xmlns:a="http://schemas.openxmlformats.org/drawingml/2006/main">
            <a:pPr algn="l">
              <a:lnSpc>
                <a:spcPct val="112000"/>
              </a:lnSpc>
              <a:buNone/>
              <a:defRPr sz="1725" b="0">
                <a:solidFill>
                  <a:srgbClr val="577078"/>
                </a:solidFill>
                <a:latin typeface="DejaVu Sans"/>
                <a:ea typeface="DejaVu Sans"/>
                <a:cs typeface="DejaVu Sans"/>
              </a:defRPr>
            </a:pPr>
            <a:r>
              <a:rPr sz="1725" b="0">
                <a:solidFill>
                  <a:srgbClr val="577078"/>
                </a:solidFill>
                <a:latin typeface="DejaVu Sans"/>
                <a:ea typeface="DejaVu Sans"/>
                <a:cs typeface="DejaVu Sans"/>
              </a:rPr>
              <a:t>Create a reviewable draft or comparison.</a:t>
            </a:r>
          </a:p>
        </p:txBody>
      </p:sp>
      <p:sp>
        <p:nvSpPr>
          <p:cNvPr id="15" name="">
            <a:extLst xmlns:a="http://schemas.openxmlformats.org/drawingml/2006/main">
              <a:ext uri="{FF2B5EF4-FFF2-40B4-BE49-F238E27FC236}">
                <a16:creationId xmlns:a16="http://schemas.microsoft.com/office/drawing/2014/main" id="{6661EB36-8F12-43F8-BF02-A3C8EA62DF15}"/>
              </a:ext>
            </a:extLst>
          </p:cNvPr>
          <p:cNvSpPr>
            <a:spLocks xmlns:a="http://schemas.openxmlformats.org/drawingml/2006/main" noGrp="1"/>
          </p:cNvSpPr>
          <p:nvPr/>
        </p:nvSpPr>
        <p:spPr>
          <a:xfrm xmlns:a="http://schemas.openxmlformats.org/drawingml/2006/main">
            <a:off x="1238250" y="4276725"/>
            <a:ext cx="10344150" cy="9525"/>
          </a:xfrm>
          <a:prstGeom xmlns:a="http://schemas.openxmlformats.org/drawingml/2006/main" prst="rect">
            <a:avLst/>
          </a:prstGeom>
          <a:solidFill xmlns:a="http://schemas.openxmlformats.org/drawingml/2006/main">
            <a:srgbClr val="CCD8D6"/>
          </a:solidFill>
          <a:ln xmlns:a="http://schemas.openxmlformats.org/drawingml/2006/main" w="0">
            <a:noFill/>
            <a:prstDash val="solid"/>
          </a:ln>
        </p:spPr>
      </p:sp>
      <p:sp>
        <p:nvSpPr>
          <p:cNvPr id="16" name="text-6zrvqpnn2hi">
            <a:extLst xmlns:a="http://schemas.openxmlformats.org/drawingml/2006/main">
              <a:ext uri="{FF2B5EF4-FFF2-40B4-BE49-F238E27FC236}">
                <a16:creationId xmlns:a16="http://schemas.microsoft.com/office/drawing/2014/main" id="{E068D608-33C2-4424-A9EA-AC5A572B03BE}"/>
              </a:ext>
            </a:extLst>
          </p:cNvPr>
          <p:cNvSpPr>
            <a:spLocks xmlns:a="http://schemas.openxmlformats.org/drawingml/2006/main" noGrp="1"/>
          </p:cNvSpPr>
          <p:nvPr/>
        </p:nvSpPr>
        <p:spPr>
          <a:xfrm xmlns:a="http://schemas.openxmlformats.org/drawingml/2006/main">
            <a:off x="628650" y="4419600"/>
            <a:ext cx="428625"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1">
                <a:solidFill>
                  <a:srgbClr val="087D78"/>
                </a:solidFill>
                <a:latin typeface="DejaVu Sans"/>
                <a:ea typeface="DejaVu Sans"/>
                <a:cs typeface="DejaVu Sans"/>
              </a:defRPr>
            </a:defPPr>
            <a:lvl1pPr algn="l">
              <a:defRPr sz="1650" b="1">
                <a:solidFill>
                  <a:srgbClr val="087D78"/>
                </a:solidFill>
                <a:latin typeface="DejaVu Sans"/>
                <a:ea typeface="DejaVu Sans"/>
                <a:cs typeface="DejaVu Sans"/>
              </a:defRPr>
            </a:lvl1pPr>
            <a:lvl2pPr algn="l">
              <a:defRPr sz="1650" b="1">
                <a:solidFill>
                  <a:srgbClr val="087D78"/>
                </a:solidFill>
                <a:latin typeface="DejaVu Sans"/>
                <a:ea typeface="DejaVu Sans"/>
                <a:cs typeface="DejaVu Sans"/>
              </a:defRPr>
            </a:lvl2pPr>
            <a:lvl3pPr algn="l">
              <a:defRPr sz="1650" b="1">
                <a:solidFill>
                  <a:srgbClr val="087D78"/>
                </a:solidFill>
                <a:latin typeface="DejaVu Sans"/>
                <a:ea typeface="DejaVu Sans"/>
                <a:cs typeface="DejaVu Sans"/>
              </a:defRPr>
            </a:lvl3pPr>
            <a:lvl4pPr algn="l">
              <a:defRPr sz="1650" b="1">
                <a:solidFill>
                  <a:srgbClr val="087D78"/>
                </a:solidFill>
                <a:latin typeface="DejaVu Sans"/>
                <a:ea typeface="DejaVu Sans"/>
                <a:cs typeface="DejaVu Sans"/>
              </a:defRPr>
            </a:lvl4pPr>
            <a:lvl5pPr algn="l">
              <a:defRPr sz="1650" b="1">
                <a:solidFill>
                  <a:srgbClr val="087D78"/>
                </a:solidFill>
                <a:latin typeface="DejaVu Sans"/>
                <a:ea typeface="DejaVu Sans"/>
                <a:cs typeface="DejaVu Sans"/>
              </a:defRPr>
            </a:lvl5pPr>
            <a:lvl6pPr algn="l">
              <a:defRPr sz="1650" b="1">
                <a:solidFill>
                  <a:srgbClr val="087D78"/>
                </a:solidFill>
                <a:latin typeface="DejaVu Sans"/>
                <a:ea typeface="DejaVu Sans"/>
                <a:cs typeface="DejaVu Sans"/>
              </a:defRPr>
            </a:lvl6pPr>
            <a:lvl7pPr algn="l">
              <a:defRPr sz="1650" b="1">
                <a:solidFill>
                  <a:srgbClr val="087D78"/>
                </a:solidFill>
                <a:latin typeface="DejaVu Sans"/>
                <a:ea typeface="DejaVu Sans"/>
                <a:cs typeface="DejaVu Sans"/>
              </a:defRPr>
            </a:lvl7pPr>
            <a:lvl8pPr algn="l">
              <a:defRPr sz="1650" b="1">
                <a:solidFill>
                  <a:srgbClr val="087D78"/>
                </a:solidFill>
                <a:latin typeface="DejaVu Sans"/>
                <a:ea typeface="DejaVu Sans"/>
                <a:cs typeface="DejaVu Sans"/>
              </a:defRPr>
            </a:lvl8pPr>
            <a:lvl9pPr algn="l">
              <a:defRPr sz="1650" b="1">
                <a:solidFill>
                  <a:srgbClr val="087D78"/>
                </a:solidFill>
                <a:latin typeface="DejaVu Sans"/>
                <a:ea typeface="DejaVu Sans"/>
                <a:cs typeface="DejaVu Sans"/>
              </a:defRPr>
            </a:lvl9pPr>
          </a:lstStyle>
          <a:p xmlns:a="http://schemas.openxmlformats.org/drawingml/2006/main">
            <a:pPr algn="l">
              <a:lnSpc>
                <a:spcPct val="112000"/>
              </a:lnSpc>
              <a:buNone/>
              <a:defRPr sz="1650" b="1">
                <a:solidFill>
                  <a:srgbClr val="087D78"/>
                </a:solidFill>
                <a:latin typeface="DejaVu Sans"/>
                <a:ea typeface="DejaVu Sans"/>
                <a:cs typeface="DejaVu Sans"/>
              </a:defRPr>
            </a:pPr>
            <a:r>
              <a:rPr sz="1650" b="1">
                <a:solidFill>
                  <a:srgbClr val="087D78"/>
                </a:solidFill>
                <a:latin typeface="DejaVu Sans"/>
                <a:ea typeface="DejaVu Sans"/>
                <a:cs typeface="DejaVu Sans"/>
              </a:rPr>
              <a:t>03</a:t>
            </a:r>
          </a:p>
        </p:txBody>
      </p:sp>
      <p:sp>
        <p:nvSpPr>
          <p:cNvPr id="17" name="text-midk97lsjal">
            <a:extLst xmlns:a="http://schemas.openxmlformats.org/drawingml/2006/main">
              <a:ext uri="{FF2B5EF4-FFF2-40B4-BE49-F238E27FC236}">
                <a16:creationId xmlns:a16="http://schemas.microsoft.com/office/drawing/2014/main" id="{839DC07E-F160-4233-85F6-CA556058BB9B}"/>
              </a:ext>
            </a:extLst>
          </p:cNvPr>
          <p:cNvSpPr>
            <a:spLocks xmlns:a="http://schemas.openxmlformats.org/drawingml/2006/main" noGrp="1"/>
          </p:cNvSpPr>
          <p:nvPr/>
        </p:nvSpPr>
        <p:spPr>
          <a:xfrm xmlns:a="http://schemas.openxmlformats.org/drawingml/2006/main">
            <a:off x="1238250" y="4410075"/>
            <a:ext cx="2619375"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1">
                <a:solidFill>
                  <a:srgbClr val="10242B"/>
                </a:solidFill>
                <a:latin typeface="DejaVu Sans"/>
                <a:ea typeface="DejaVu Sans"/>
                <a:cs typeface="DejaVu Sans"/>
              </a:defRPr>
            </a:defPPr>
            <a:lvl1pPr algn="l">
              <a:defRPr sz="1725" b="1">
                <a:solidFill>
                  <a:srgbClr val="10242B"/>
                </a:solidFill>
                <a:latin typeface="DejaVu Sans"/>
                <a:ea typeface="DejaVu Sans"/>
                <a:cs typeface="DejaVu Sans"/>
              </a:defRPr>
            </a:lvl1pPr>
            <a:lvl2pPr algn="l">
              <a:defRPr sz="1725" b="1">
                <a:solidFill>
                  <a:srgbClr val="10242B"/>
                </a:solidFill>
                <a:latin typeface="DejaVu Sans"/>
                <a:ea typeface="DejaVu Sans"/>
                <a:cs typeface="DejaVu Sans"/>
              </a:defRPr>
            </a:lvl2pPr>
            <a:lvl3pPr algn="l">
              <a:defRPr sz="1725" b="1">
                <a:solidFill>
                  <a:srgbClr val="10242B"/>
                </a:solidFill>
                <a:latin typeface="DejaVu Sans"/>
                <a:ea typeface="DejaVu Sans"/>
                <a:cs typeface="DejaVu Sans"/>
              </a:defRPr>
            </a:lvl3pPr>
            <a:lvl4pPr algn="l">
              <a:defRPr sz="1725" b="1">
                <a:solidFill>
                  <a:srgbClr val="10242B"/>
                </a:solidFill>
                <a:latin typeface="DejaVu Sans"/>
                <a:ea typeface="DejaVu Sans"/>
                <a:cs typeface="DejaVu Sans"/>
              </a:defRPr>
            </a:lvl4pPr>
            <a:lvl5pPr algn="l">
              <a:defRPr sz="1725" b="1">
                <a:solidFill>
                  <a:srgbClr val="10242B"/>
                </a:solidFill>
                <a:latin typeface="DejaVu Sans"/>
                <a:ea typeface="DejaVu Sans"/>
                <a:cs typeface="DejaVu Sans"/>
              </a:defRPr>
            </a:lvl5pPr>
            <a:lvl6pPr algn="l">
              <a:defRPr sz="1725" b="1">
                <a:solidFill>
                  <a:srgbClr val="10242B"/>
                </a:solidFill>
                <a:latin typeface="DejaVu Sans"/>
                <a:ea typeface="DejaVu Sans"/>
                <a:cs typeface="DejaVu Sans"/>
              </a:defRPr>
            </a:lvl6pPr>
            <a:lvl7pPr algn="l">
              <a:defRPr sz="1725" b="1">
                <a:solidFill>
                  <a:srgbClr val="10242B"/>
                </a:solidFill>
                <a:latin typeface="DejaVu Sans"/>
                <a:ea typeface="DejaVu Sans"/>
                <a:cs typeface="DejaVu Sans"/>
              </a:defRPr>
            </a:lvl7pPr>
            <a:lvl8pPr algn="l">
              <a:defRPr sz="1725" b="1">
                <a:solidFill>
                  <a:srgbClr val="10242B"/>
                </a:solidFill>
                <a:latin typeface="DejaVu Sans"/>
                <a:ea typeface="DejaVu Sans"/>
                <a:cs typeface="DejaVu Sans"/>
              </a:defRPr>
            </a:lvl8pPr>
            <a:lvl9pPr algn="l">
              <a:defRPr sz="1725" b="1">
                <a:solidFill>
                  <a:srgbClr val="10242B"/>
                </a:solidFill>
                <a:latin typeface="DejaVu Sans"/>
                <a:ea typeface="DejaVu Sans"/>
                <a:cs typeface="DejaVu Sans"/>
              </a:defRPr>
            </a:lvl9pPr>
          </a:lstStyle>
          <a:p xmlns:a="http://schemas.openxmlformats.org/drawingml/2006/main">
            <a:pPr algn="l">
              <a:lnSpc>
                <a:spcPct val="112000"/>
              </a:lnSpc>
              <a:buNone/>
              <a:defRPr sz="1725" b="1">
                <a:solidFill>
                  <a:srgbClr val="10242B"/>
                </a:solidFill>
                <a:latin typeface="DejaVu Sans"/>
                <a:ea typeface="DejaVu Sans"/>
                <a:cs typeface="DejaVu Sans"/>
              </a:defRPr>
            </a:pPr>
            <a:r>
              <a:rPr sz="1725" b="1">
                <a:solidFill>
                  <a:srgbClr val="10242B"/>
                </a:solidFill>
                <a:latin typeface="DejaVu Sans"/>
                <a:ea typeface="DejaVu Sans"/>
                <a:cs typeface="DejaVu Sans"/>
              </a:rPr>
              <a:t>Modify</a:t>
            </a:r>
          </a:p>
        </p:txBody>
      </p:sp>
      <p:sp>
        <p:nvSpPr>
          <p:cNvPr id="18" name="text-1rkyv2ivyt1">
            <a:extLst xmlns:a="http://schemas.openxmlformats.org/drawingml/2006/main">
              <a:ext uri="{FF2B5EF4-FFF2-40B4-BE49-F238E27FC236}">
                <a16:creationId xmlns:a16="http://schemas.microsoft.com/office/drawing/2014/main" id="{684D180D-BF38-496C-806F-D4BAB88A864A}"/>
              </a:ext>
            </a:extLst>
          </p:cNvPr>
          <p:cNvSpPr>
            <a:spLocks xmlns:a="http://schemas.openxmlformats.org/drawingml/2006/main" noGrp="1"/>
          </p:cNvSpPr>
          <p:nvPr/>
        </p:nvSpPr>
        <p:spPr>
          <a:xfrm xmlns:a="http://schemas.openxmlformats.org/drawingml/2006/main">
            <a:off x="4095750" y="4410075"/>
            <a:ext cx="7381875"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0">
                <a:solidFill>
                  <a:srgbClr val="577078"/>
                </a:solidFill>
                <a:latin typeface="DejaVu Sans"/>
                <a:ea typeface="DejaVu Sans"/>
                <a:cs typeface="DejaVu Sans"/>
              </a:defRPr>
            </a:defPPr>
            <a:lvl1pPr algn="l">
              <a:defRPr sz="1725" b="0">
                <a:solidFill>
                  <a:srgbClr val="577078"/>
                </a:solidFill>
                <a:latin typeface="DejaVu Sans"/>
                <a:ea typeface="DejaVu Sans"/>
                <a:cs typeface="DejaVu Sans"/>
              </a:defRPr>
            </a:lvl1pPr>
            <a:lvl2pPr algn="l">
              <a:defRPr sz="1725" b="0">
                <a:solidFill>
                  <a:srgbClr val="577078"/>
                </a:solidFill>
                <a:latin typeface="DejaVu Sans"/>
                <a:ea typeface="DejaVu Sans"/>
                <a:cs typeface="DejaVu Sans"/>
              </a:defRPr>
            </a:lvl2pPr>
            <a:lvl3pPr algn="l">
              <a:defRPr sz="1725" b="0">
                <a:solidFill>
                  <a:srgbClr val="577078"/>
                </a:solidFill>
                <a:latin typeface="DejaVu Sans"/>
                <a:ea typeface="DejaVu Sans"/>
                <a:cs typeface="DejaVu Sans"/>
              </a:defRPr>
            </a:lvl3pPr>
            <a:lvl4pPr algn="l">
              <a:defRPr sz="1725" b="0">
                <a:solidFill>
                  <a:srgbClr val="577078"/>
                </a:solidFill>
                <a:latin typeface="DejaVu Sans"/>
                <a:ea typeface="DejaVu Sans"/>
                <a:cs typeface="DejaVu Sans"/>
              </a:defRPr>
            </a:lvl4pPr>
            <a:lvl5pPr algn="l">
              <a:defRPr sz="1725" b="0">
                <a:solidFill>
                  <a:srgbClr val="577078"/>
                </a:solidFill>
                <a:latin typeface="DejaVu Sans"/>
                <a:ea typeface="DejaVu Sans"/>
                <a:cs typeface="DejaVu Sans"/>
              </a:defRPr>
            </a:lvl5pPr>
            <a:lvl6pPr algn="l">
              <a:defRPr sz="1725" b="0">
                <a:solidFill>
                  <a:srgbClr val="577078"/>
                </a:solidFill>
                <a:latin typeface="DejaVu Sans"/>
                <a:ea typeface="DejaVu Sans"/>
                <a:cs typeface="DejaVu Sans"/>
              </a:defRPr>
            </a:lvl6pPr>
            <a:lvl7pPr algn="l">
              <a:defRPr sz="1725" b="0">
                <a:solidFill>
                  <a:srgbClr val="577078"/>
                </a:solidFill>
                <a:latin typeface="DejaVu Sans"/>
                <a:ea typeface="DejaVu Sans"/>
                <a:cs typeface="DejaVu Sans"/>
              </a:defRPr>
            </a:lvl7pPr>
            <a:lvl8pPr algn="l">
              <a:defRPr sz="1725" b="0">
                <a:solidFill>
                  <a:srgbClr val="577078"/>
                </a:solidFill>
                <a:latin typeface="DejaVu Sans"/>
                <a:ea typeface="DejaVu Sans"/>
                <a:cs typeface="DejaVu Sans"/>
              </a:defRPr>
            </a:lvl8pPr>
            <a:lvl9pPr algn="l">
              <a:defRPr sz="1725" b="0">
                <a:solidFill>
                  <a:srgbClr val="577078"/>
                </a:solidFill>
                <a:latin typeface="DejaVu Sans"/>
                <a:ea typeface="DejaVu Sans"/>
                <a:cs typeface="DejaVu Sans"/>
              </a:defRPr>
            </a:lvl9pPr>
          </a:lstStyle>
          <a:p xmlns:a="http://schemas.openxmlformats.org/drawingml/2006/main">
            <a:pPr algn="l">
              <a:lnSpc>
                <a:spcPct val="112000"/>
              </a:lnSpc>
              <a:buNone/>
              <a:defRPr sz="1725" b="0">
                <a:solidFill>
                  <a:srgbClr val="577078"/>
                </a:solidFill>
                <a:latin typeface="DejaVu Sans"/>
                <a:ea typeface="DejaVu Sans"/>
                <a:cs typeface="DejaVu Sans"/>
              </a:defRPr>
            </a:pPr>
            <a:r>
              <a:rPr sz="1725" b="0">
                <a:solidFill>
                  <a:srgbClr val="577078"/>
                </a:solidFill>
                <a:latin typeface="DejaVu Sans"/>
                <a:ea typeface="DejaVu Sans"/>
                <a:cs typeface="DejaVu Sans"/>
              </a:rPr>
              <a:t>Apply changes within agreed scope.</a:t>
            </a:r>
          </a:p>
        </p:txBody>
      </p:sp>
      <p:sp>
        <p:nvSpPr>
          <p:cNvPr id="19" name="">
            <a:extLst xmlns:a="http://schemas.openxmlformats.org/drawingml/2006/main">
              <a:ext uri="{FF2B5EF4-FFF2-40B4-BE49-F238E27FC236}">
                <a16:creationId xmlns:a16="http://schemas.microsoft.com/office/drawing/2014/main" id="{F47F16FE-89F6-4FCA-93CC-6CF1A29A9567}"/>
              </a:ext>
            </a:extLst>
          </p:cNvPr>
          <p:cNvSpPr>
            <a:spLocks xmlns:a="http://schemas.openxmlformats.org/drawingml/2006/main" noGrp="1"/>
          </p:cNvSpPr>
          <p:nvPr/>
        </p:nvSpPr>
        <p:spPr>
          <a:xfrm xmlns:a="http://schemas.openxmlformats.org/drawingml/2006/main">
            <a:off x="1238250" y="5172075"/>
            <a:ext cx="10344150" cy="9525"/>
          </a:xfrm>
          <a:prstGeom xmlns:a="http://schemas.openxmlformats.org/drawingml/2006/main" prst="rect">
            <a:avLst/>
          </a:prstGeom>
          <a:solidFill xmlns:a="http://schemas.openxmlformats.org/drawingml/2006/main">
            <a:srgbClr val="CCD8D6"/>
          </a:solidFill>
          <a:ln xmlns:a="http://schemas.openxmlformats.org/drawingml/2006/main" w="0">
            <a:noFill/>
            <a:prstDash val="solid"/>
          </a:ln>
        </p:spPr>
      </p:sp>
      <p:sp>
        <p:nvSpPr>
          <p:cNvPr id="20" name="text-sb4dk3sxh5d">
            <a:extLst xmlns:a="http://schemas.openxmlformats.org/drawingml/2006/main">
              <a:ext uri="{FF2B5EF4-FFF2-40B4-BE49-F238E27FC236}">
                <a16:creationId xmlns:a16="http://schemas.microsoft.com/office/drawing/2014/main" id="{6B392D6C-8075-435C-BDFE-CB9FAF57A7A5}"/>
              </a:ext>
            </a:extLst>
          </p:cNvPr>
          <p:cNvSpPr>
            <a:spLocks xmlns:a="http://schemas.openxmlformats.org/drawingml/2006/main" noGrp="1"/>
          </p:cNvSpPr>
          <p:nvPr/>
        </p:nvSpPr>
        <p:spPr>
          <a:xfrm xmlns:a="http://schemas.openxmlformats.org/drawingml/2006/main">
            <a:off x="628650" y="5314950"/>
            <a:ext cx="428625"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1">
                <a:solidFill>
                  <a:srgbClr val="087D78"/>
                </a:solidFill>
                <a:latin typeface="DejaVu Sans"/>
                <a:ea typeface="DejaVu Sans"/>
                <a:cs typeface="DejaVu Sans"/>
              </a:defRPr>
            </a:defPPr>
            <a:lvl1pPr algn="l">
              <a:defRPr sz="1650" b="1">
                <a:solidFill>
                  <a:srgbClr val="087D78"/>
                </a:solidFill>
                <a:latin typeface="DejaVu Sans"/>
                <a:ea typeface="DejaVu Sans"/>
                <a:cs typeface="DejaVu Sans"/>
              </a:defRPr>
            </a:lvl1pPr>
            <a:lvl2pPr algn="l">
              <a:defRPr sz="1650" b="1">
                <a:solidFill>
                  <a:srgbClr val="087D78"/>
                </a:solidFill>
                <a:latin typeface="DejaVu Sans"/>
                <a:ea typeface="DejaVu Sans"/>
                <a:cs typeface="DejaVu Sans"/>
              </a:defRPr>
            </a:lvl2pPr>
            <a:lvl3pPr algn="l">
              <a:defRPr sz="1650" b="1">
                <a:solidFill>
                  <a:srgbClr val="087D78"/>
                </a:solidFill>
                <a:latin typeface="DejaVu Sans"/>
                <a:ea typeface="DejaVu Sans"/>
                <a:cs typeface="DejaVu Sans"/>
              </a:defRPr>
            </a:lvl3pPr>
            <a:lvl4pPr algn="l">
              <a:defRPr sz="1650" b="1">
                <a:solidFill>
                  <a:srgbClr val="087D78"/>
                </a:solidFill>
                <a:latin typeface="DejaVu Sans"/>
                <a:ea typeface="DejaVu Sans"/>
                <a:cs typeface="DejaVu Sans"/>
              </a:defRPr>
            </a:lvl4pPr>
            <a:lvl5pPr algn="l">
              <a:defRPr sz="1650" b="1">
                <a:solidFill>
                  <a:srgbClr val="087D78"/>
                </a:solidFill>
                <a:latin typeface="DejaVu Sans"/>
                <a:ea typeface="DejaVu Sans"/>
                <a:cs typeface="DejaVu Sans"/>
              </a:defRPr>
            </a:lvl5pPr>
            <a:lvl6pPr algn="l">
              <a:defRPr sz="1650" b="1">
                <a:solidFill>
                  <a:srgbClr val="087D78"/>
                </a:solidFill>
                <a:latin typeface="DejaVu Sans"/>
                <a:ea typeface="DejaVu Sans"/>
                <a:cs typeface="DejaVu Sans"/>
              </a:defRPr>
            </a:lvl6pPr>
            <a:lvl7pPr algn="l">
              <a:defRPr sz="1650" b="1">
                <a:solidFill>
                  <a:srgbClr val="087D78"/>
                </a:solidFill>
                <a:latin typeface="DejaVu Sans"/>
                <a:ea typeface="DejaVu Sans"/>
                <a:cs typeface="DejaVu Sans"/>
              </a:defRPr>
            </a:lvl7pPr>
            <a:lvl8pPr algn="l">
              <a:defRPr sz="1650" b="1">
                <a:solidFill>
                  <a:srgbClr val="087D78"/>
                </a:solidFill>
                <a:latin typeface="DejaVu Sans"/>
                <a:ea typeface="DejaVu Sans"/>
                <a:cs typeface="DejaVu Sans"/>
              </a:defRPr>
            </a:lvl8pPr>
            <a:lvl9pPr algn="l">
              <a:defRPr sz="1650" b="1">
                <a:solidFill>
                  <a:srgbClr val="087D78"/>
                </a:solidFill>
                <a:latin typeface="DejaVu Sans"/>
                <a:ea typeface="DejaVu Sans"/>
                <a:cs typeface="DejaVu Sans"/>
              </a:defRPr>
            </a:lvl9pPr>
          </a:lstStyle>
          <a:p xmlns:a="http://schemas.openxmlformats.org/drawingml/2006/main">
            <a:pPr algn="l">
              <a:lnSpc>
                <a:spcPct val="112000"/>
              </a:lnSpc>
              <a:buNone/>
              <a:defRPr sz="1650" b="1">
                <a:solidFill>
                  <a:srgbClr val="087D78"/>
                </a:solidFill>
                <a:latin typeface="DejaVu Sans"/>
                <a:ea typeface="DejaVu Sans"/>
                <a:cs typeface="DejaVu Sans"/>
              </a:defRPr>
            </a:pPr>
            <a:r>
              <a:rPr sz="1650" b="1">
                <a:solidFill>
                  <a:srgbClr val="087D78"/>
                </a:solidFill>
                <a:latin typeface="DejaVu Sans"/>
                <a:ea typeface="DejaVu Sans"/>
                <a:cs typeface="DejaVu Sans"/>
              </a:rPr>
              <a:t>04</a:t>
            </a:r>
          </a:p>
        </p:txBody>
      </p:sp>
      <p:sp>
        <p:nvSpPr>
          <p:cNvPr id="21" name="text-zudjtqji9kf">
            <a:extLst xmlns:a="http://schemas.openxmlformats.org/drawingml/2006/main">
              <a:ext uri="{FF2B5EF4-FFF2-40B4-BE49-F238E27FC236}">
                <a16:creationId xmlns:a16="http://schemas.microsoft.com/office/drawing/2014/main" id="{7F420E40-F455-4419-8F66-FE4F16C9EC52}"/>
              </a:ext>
            </a:extLst>
          </p:cNvPr>
          <p:cNvSpPr>
            <a:spLocks xmlns:a="http://schemas.openxmlformats.org/drawingml/2006/main" noGrp="1"/>
          </p:cNvSpPr>
          <p:nvPr/>
        </p:nvSpPr>
        <p:spPr>
          <a:xfrm xmlns:a="http://schemas.openxmlformats.org/drawingml/2006/main">
            <a:off x="1238250" y="5305425"/>
            <a:ext cx="2619375"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1">
                <a:solidFill>
                  <a:srgbClr val="10242B"/>
                </a:solidFill>
                <a:latin typeface="DejaVu Sans"/>
                <a:ea typeface="DejaVu Sans"/>
                <a:cs typeface="DejaVu Sans"/>
              </a:defRPr>
            </a:defPPr>
            <a:lvl1pPr algn="l">
              <a:defRPr sz="1725" b="1">
                <a:solidFill>
                  <a:srgbClr val="10242B"/>
                </a:solidFill>
                <a:latin typeface="DejaVu Sans"/>
                <a:ea typeface="DejaVu Sans"/>
                <a:cs typeface="DejaVu Sans"/>
              </a:defRPr>
            </a:lvl1pPr>
            <a:lvl2pPr algn="l">
              <a:defRPr sz="1725" b="1">
                <a:solidFill>
                  <a:srgbClr val="10242B"/>
                </a:solidFill>
                <a:latin typeface="DejaVu Sans"/>
                <a:ea typeface="DejaVu Sans"/>
                <a:cs typeface="DejaVu Sans"/>
              </a:defRPr>
            </a:lvl2pPr>
            <a:lvl3pPr algn="l">
              <a:defRPr sz="1725" b="1">
                <a:solidFill>
                  <a:srgbClr val="10242B"/>
                </a:solidFill>
                <a:latin typeface="DejaVu Sans"/>
                <a:ea typeface="DejaVu Sans"/>
                <a:cs typeface="DejaVu Sans"/>
              </a:defRPr>
            </a:lvl3pPr>
            <a:lvl4pPr algn="l">
              <a:defRPr sz="1725" b="1">
                <a:solidFill>
                  <a:srgbClr val="10242B"/>
                </a:solidFill>
                <a:latin typeface="DejaVu Sans"/>
                <a:ea typeface="DejaVu Sans"/>
                <a:cs typeface="DejaVu Sans"/>
              </a:defRPr>
            </a:lvl4pPr>
            <a:lvl5pPr algn="l">
              <a:defRPr sz="1725" b="1">
                <a:solidFill>
                  <a:srgbClr val="10242B"/>
                </a:solidFill>
                <a:latin typeface="DejaVu Sans"/>
                <a:ea typeface="DejaVu Sans"/>
                <a:cs typeface="DejaVu Sans"/>
              </a:defRPr>
            </a:lvl5pPr>
            <a:lvl6pPr algn="l">
              <a:defRPr sz="1725" b="1">
                <a:solidFill>
                  <a:srgbClr val="10242B"/>
                </a:solidFill>
                <a:latin typeface="DejaVu Sans"/>
                <a:ea typeface="DejaVu Sans"/>
                <a:cs typeface="DejaVu Sans"/>
              </a:defRPr>
            </a:lvl6pPr>
            <a:lvl7pPr algn="l">
              <a:defRPr sz="1725" b="1">
                <a:solidFill>
                  <a:srgbClr val="10242B"/>
                </a:solidFill>
                <a:latin typeface="DejaVu Sans"/>
                <a:ea typeface="DejaVu Sans"/>
                <a:cs typeface="DejaVu Sans"/>
              </a:defRPr>
            </a:lvl7pPr>
            <a:lvl8pPr algn="l">
              <a:defRPr sz="1725" b="1">
                <a:solidFill>
                  <a:srgbClr val="10242B"/>
                </a:solidFill>
                <a:latin typeface="DejaVu Sans"/>
                <a:ea typeface="DejaVu Sans"/>
                <a:cs typeface="DejaVu Sans"/>
              </a:defRPr>
            </a:lvl8pPr>
            <a:lvl9pPr algn="l">
              <a:defRPr sz="1725" b="1">
                <a:solidFill>
                  <a:srgbClr val="10242B"/>
                </a:solidFill>
                <a:latin typeface="DejaVu Sans"/>
                <a:ea typeface="DejaVu Sans"/>
                <a:cs typeface="DejaVu Sans"/>
              </a:defRPr>
            </a:lvl9pPr>
          </a:lstStyle>
          <a:p xmlns:a="http://schemas.openxmlformats.org/drawingml/2006/main">
            <a:pPr algn="l">
              <a:lnSpc>
                <a:spcPct val="112000"/>
              </a:lnSpc>
              <a:buNone/>
              <a:defRPr sz="1725" b="1">
                <a:solidFill>
                  <a:srgbClr val="10242B"/>
                </a:solidFill>
                <a:latin typeface="DejaVu Sans"/>
                <a:ea typeface="DejaVu Sans"/>
                <a:cs typeface="DejaVu Sans"/>
              </a:defRPr>
            </a:pPr>
            <a:r>
              <a:rPr sz="1725" b="1">
                <a:solidFill>
                  <a:srgbClr val="10242B"/>
                </a:solidFill>
                <a:latin typeface="DejaVu Sans"/>
                <a:ea typeface="DejaVu Sans"/>
                <a:cs typeface="DejaVu Sans"/>
              </a:rPr>
              <a:t>Commit</a:t>
            </a:r>
          </a:p>
        </p:txBody>
      </p:sp>
      <p:sp>
        <p:nvSpPr>
          <p:cNvPr id="22" name="text-ygnl945ag2">
            <a:extLst xmlns:a="http://schemas.openxmlformats.org/drawingml/2006/main">
              <a:ext uri="{FF2B5EF4-FFF2-40B4-BE49-F238E27FC236}">
                <a16:creationId xmlns:a16="http://schemas.microsoft.com/office/drawing/2014/main" id="{9A8B43C2-FFFA-4E50-A274-2F394777B7B6}"/>
              </a:ext>
            </a:extLst>
          </p:cNvPr>
          <p:cNvSpPr>
            <a:spLocks xmlns:a="http://schemas.openxmlformats.org/drawingml/2006/main" noGrp="1"/>
          </p:cNvSpPr>
          <p:nvPr/>
        </p:nvSpPr>
        <p:spPr>
          <a:xfrm xmlns:a="http://schemas.openxmlformats.org/drawingml/2006/main">
            <a:off x="4095750" y="5305425"/>
            <a:ext cx="7381875"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0">
                <a:solidFill>
                  <a:srgbClr val="577078"/>
                </a:solidFill>
                <a:latin typeface="DejaVu Sans"/>
                <a:ea typeface="DejaVu Sans"/>
                <a:cs typeface="DejaVu Sans"/>
              </a:defRPr>
            </a:defPPr>
            <a:lvl1pPr algn="l">
              <a:defRPr sz="1725" b="0">
                <a:solidFill>
                  <a:srgbClr val="577078"/>
                </a:solidFill>
                <a:latin typeface="DejaVu Sans"/>
                <a:ea typeface="DejaVu Sans"/>
                <a:cs typeface="DejaVu Sans"/>
              </a:defRPr>
            </a:lvl1pPr>
            <a:lvl2pPr algn="l">
              <a:defRPr sz="1725" b="0">
                <a:solidFill>
                  <a:srgbClr val="577078"/>
                </a:solidFill>
                <a:latin typeface="DejaVu Sans"/>
                <a:ea typeface="DejaVu Sans"/>
                <a:cs typeface="DejaVu Sans"/>
              </a:defRPr>
            </a:lvl2pPr>
            <a:lvl3pPr algn="l">
              <a:defRPr sz="1725" b="0">
                <a:solidFill>
                  <a:srgbClr val="577078"/>
                </a:solidFill>
                <a:latin typeface="DejaVu Sans"/>
                <a:ea typeface="DejaVu Sans"/>
                <a:cs typeface="DejaVu Sans"/>
              </a:defRPr>
            </a:lvl3pPr>
            <a:lvl4pPr algn="l">
              <a:defRPr sz="1725" b="0">
                <a:solidFill>
                  <a:srgbClr val="577078"/>
                </a:solidFill>
                <a:latin typeface="DejaVu Sans"/>
                <a:ea typeface="DejaVu Sans"/>
                <a:cs typeface="DejaVu Sans"/>
              </a:defRPr>
            </a:lvl4pPr>
            <a:lvl5pPr algn="l">
              <a:defRPr sz="1725" b="0">
                <a:solidFill>
                  <a:srgbClr val="577078"/>
                </a:solidFill>
                <a:latin typeface="DejaVu Sans"/>
                <a:ea typeface="DejaVu Sans"/>
                <a:cs typeface="DejaVu Sans"/>
              </a:defRPr>
            </a:lvl5pPr>
            <a:lvl6pPr algn="l">
              <a:defRPr sz="1725" b="0">
                <a:solidFill>
                  <a:srgbClr val="577078"/>
                </a:solidFill>
                <a:latin typeface="DejaVu Sans"/>
                <a:ea typeface="DejaVu Sans"/>
                <a:cs typeface="DejaVu Sans"/>
              </a:defRPr>
            </a:lvl6pPr>
            <a:lvl7pPr algn="l">
              <a:defRPr sz="1725" b="0">
                <a:solidFill>
                  <a:srgbClr val="577078"/>
                </a:solidFill>
                <a:latin typeface="DejaVu Sans"/>
                <a:ea typeface="DejaVu Sans"/>
                <a:cs typeface="DejaVu Sans"/>
              </a:defRPr>
            </a:lvl7pPr>
            <a:lvl8pPr algn="l">
              <a:defRPr sz="1725" b="0">
                <a:solidFill>
                  <a:srgbClr val="577078"/>
                </a:solidFill>
                <a:latin typeface="DejaVu Sans"/>
                <a:ea typeface="DejaVu Sans"/>
                <a:cs typeface="DejaVu Sans"/>
              </a:defRPr>
            </a:lvl8pPr>
            <a:lvl9pPr algn="l">
              <a:defRPr sz="1725" b="0">
                <a:solidFill>
                  <a:srgbClr val="577078"/>
                </a:solidFill>
                <a:latin typeface="DejaVu Sans"/>
                <a:ea typeface="DejaVu Sans"/>
                <a:cs typeface="DejaVu Sans"/>
              </a:defRPr>
            </a:lvl9pPr>
          </a:lstStyle>
          <a:p xmlns:a="http://schemas.openxmlformats.org/drawingml/2006/main">
            <a:pPr algn="l">
              <a:lnSpc>
                <a:spcPct val="112000"/>
              </a:lnSpc>
              <a:buNone/>
              <a:defRPr sz="1725" b="0">
                <a:solidFill>
                  <a:srgbClr val="577078"/>
                </a:solidFill>
                <a:latin typeface="DejaVu Sans"/>
                <a:ea typeface="DejaVu Sans"/>
                <a:cs typeface="DejaVu Sans"/>
              </a:defRPr>
            </a:pPr>
            <a:r>
              <a:rPr sz="1725" b="0">
                <a:solidFill>
                  <a:srgbClr val="577078"/>
                </a:solidFill>
                <a:latin typeface="DejaVu Sans"/>
                <a:ea typeface="DejaVu Sans"/>
                <a:cs typeface="DejaVu Sans"/>
              </a:rPr>
              <a:t>Send, purchase or move equipment under explicit permissions.</a:t>
            </a:r>
          </a:p>
        </p:txBody>
      </p:sp>
    </p:spTree>
    <p:extLst>
      <p:ext uri="{BB962C8B-B14F-4D97-AF65-F5344CB8AC3E}">
        <p14:creationId xmlns:p14="http://schemas.microsoft.com/office/powerpoint/2010/main" val="21483847"/>
      </p:ext>
    </p:extLst>
  </p:cSld>
</p:sld>
</file>

<file path=ppt/slides/slide15.xml><?xml version="1.0" encoding="utf-8"?>
<p:sld xmlns:p="http://schemas.openxmlformats.org/presentationml/2006/main">
  <p:cSld>
    <p:bg>
      <p:bgPr>
        <a:solidFill xmlns:a="http://schemas.openxmlformats.org/drawingml/2006/main">
          <a:srgbClr val="F4F1E9"/>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26AFD75F-4DB7-48A6-A0F8-A649DDEC2392}"/>
              </a:ext>
            </a:extLst>
          </p:cNvPr>
          <p:cNvSpPr>
            <a:spLocks xmlns:a="http://schemas.openxmlformats.org/drawingml/2006/main" noGrp="1"/>
          </p:cNvSpPr>
          <p:nvPr/>
        </p:nvSpPr>
        <p:spPr>
          <a:xfrm xmlns:a="http://schemas.openxmlformats.org/drawingml/2006/main">
            <a:off x="609600" y="323850"/>
            <a:ext cx="495300" cy="47625"/>
          </a:xfrm>
          <a:prstGeom xmlns:a="http://schemas.openxmlformats.org/drawingml/2006/main" prst="rect">
            <a:avLst/>
          </a:prstGeom>
          <a:solidFill xmlns:a="http://schemas.openxmlformats.org/drawingml/2006/main">
            <a:srgbClr val="D64136"/>
          </a:solidFill>
          <a:ln xmlns:a="http://schemas.openxmlformats.org/drawingml/2006/main" w="0">
            <a:noFill/>
            <a:prstDash val="solid"/>
          </a:ln>
        </p:spPr>
      </p:sp>
      <p:sp>
        <p:nvSpPr>
          <p:cNvPr id="2" name="text-ibf0pmbp78c">
            <a:extLst xmlns:a="http://schemas.openxmlformats.org/drawingml/2006/main">
              <a:ext uri="{FF2B5EF4-FFF2-40B4-BE49-F238E27FC236}">
                <a16:creationId xmlns:a16="http://schemas.microsoft.com/office/drawing/2014/main" id="{5EFFF894-850D-4006-804C-B349DB2F6E62}"/>
              </a:ext>
            </a:extLst>
          </p:cNvPr>
          <p:cNvSpPr>
            <a:spLocks xmlns:a="http://schemas.openxmlformats.org/drawingml/2006/main" noGrp="1"/>
          </p:cNvSpPr>
          <p:nvPr/>
        </p:nvSpPr>
        <p:spPr>
          <a:xfrm xmlns:a="http://schemas.openxmlformats.org/drawingml/2006/main">
            <a:off x="1257300" y="247650"/>
            <a:ext cx="809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50" b="1">
                <a:solidFill>
                  <a:srgbClr val="087D78"/>
                </a:solidFill>
                <a:latin typeface="DejaVu Sans"/>
                <a:ea typeface="DejaVu Sans"/>
                <a:cs typeface="DejaVu Sans"/>
              </a:defRPr>
            </a:defPPr>
            <a:lvl1pPr algn="l">
              <a:defRPr sz="1050" b="1">
                <a:solidFill>
                  <a:srgbClr val="087D78"/>
                </a:solidFill>
                <a:latin typeface="DejaVu Sans"/>
                <a:ea typeface="DejaVu Sans"/>
                <a:cs typeface="DejaVu Sans"/>
              </a:defRPr>
            </a:lvl1pPr>
            <a:lvl2pPr algn="l">
              <a:defRPr sz="1050" b="1">
                <a:solidFill>
                  <a:srgbClr val="087D78"/>
                </a:solidFill>
                <a:latin typeface="DejaVu Sans"/>
                <a:ea typeface="DejaVu Sans"/>
                <a:cs typeface="DejaVu Sans"/>
              </a:defRPr>
            </a:lvl2pPr>
            <a:lvl3pPr algn="l">
              <a:defRPr sz="1050" b="1">
                <a:solidFill>
                  <a:srgbClr val="087D78"/>
                </a:solidFill>
                <a:latin typeface="DejaVu Sans"/>
                <a:ea typeface="DejaVu Sans"/>
                <a:cs typeface="DejaVu Sans"/>
              </a:defRPr>
            </a:lvl3pPr>
            <a:lvl4pPr algn="l">
              <a:defRPr sz="1050" b="1">
                <a:solidFill>
                  <a:srgbClr val="087D78"/>
                </a:solidFill>
                <a:latin typeface="DejaVu Sans"/>
                <a:ea typeface="DejaVu Sans"/>
                <a:cs typeface="DejaVu Sans"/>
              </a:defRPr>
            </a:lvl4pPr>
            <a:lvl5pPr algn="l">
              <a:defRPr sz="1050" b="1">
                <a:solidFill>
                  <a:srgbClr val="087D78"/>
                </a:solidFill>
                <a:latin typeface="DejaVu Sans"/>
                <a:ea typeface="DejaVu Sans"/>
                <a:cs typeface="DejaVu Sans"/>
              </a:defRPr>
            </a:lvl5pPr>
            <a:lvl6pPr algn="l">
              <a:defRPr sz="1050" b="1">
                <a:solidFill>
                  <a:srgbClr val="087D78"/>
                </a:solidFill>
                <a:latin typeface="DejaVu Sans"/>
                <a:ea typeface="DejaVu Sans"/>
                <a:cs typeface="DejaVu Sans"/>
              </a:defRPr>
            </a:lvl6pPr>
            <a:lvl7pPr algn="l">
              <a:defRPr sz="1050" b="1">
                <a:solidFill>
                  <a:srgbClr val="087D78"/>
                </a:solidFill>
                <a:latin typeface="DejaVu Sans"/>
                <a:ea typeface="DejaVu Sans"/>
                <a:cs typeface="DejaVu Sans"/>
              </a:defRPr>
            </a:lvl7pPr>
            <a:lvl8pPr algn="l">
              <a:defRPr sz="1050" b="1">
                <a:solidFill>
                  <a:srgbClr val="087D78"/>
                </a:solidFill>
                <a:latin typeface="DejaVu Sans"/>
                <a:ea typeface="DejaVu Sans"/>
                <a:cs typeface="DejaVu Sans"/>
              </a:defRPr>
            </a:lvl8pPr>
            <a:lvl9pPr algn="l">
              <a:defRPr sz="1050" b="1">
                <a:solidFill>
                  <a:srgbClr val="087D78"/>
                </a:solidFill>
                <a:latin typeface="DejaVu Sans"/>
                <a:ea typeface="DejaVu Sans"/>
                <a:cs typeface="DejaVu Sans"/>
              </a:defRPr>
            </a:lvl9pPr>
          </a:lstStyle>
          <a:p xmlns:a="http://schemas.openxmlformats.org/drawingml/2006/main">
            <a:pPr algn="l">
              <a:lnSpc>
                <a:spcPct val="112000"/>
              </a:lnSpc>
              <a:buNone/>
              <a:defRPr sz="1050" b="1">
                <a:solidFill>
                  <a:srgbClr val="087D78"/>
                </a:solidFill>
                <a:latin typeface="DejaVu Sans"/>
                <a:ea typeface="DejaVu Sans"/>
                <a:cs typeface="DejaVu Sans"/>
              </a:defRPr>
            </a:pPr>
            <a:r>
              <a:rPr sz="1050" b="1">
                <a:solidFill>
                  <a:srgbClr val="087D78"/>
                </a:solidFill>
                <a:latin typeface="DejaVu Sans"/>
                <a:ea typeface="DejaVu Sans"/>
                <a:cs typeface="DejaVu Sans"/>
              </a:rPr>
              <a:t>TECHNOLOGICAL CHINA</a:t>
            </a:r>
          </a:p>
        </p:txBody>
      </p:sp>
      <p:sp>
        <p:nvSpPr>
          <p:cNvPr id="3" name="text-sg3ddgawd5">
            <a:extLst xmlns:a="http://schemas.openxmlformats.org/drawingml/2006/main">
              <a:ext uri="{FF2B5EF4-FFF2-40B4-BE49-F238E27FC236}">
                <a16:creationId xmlns:a16="http://schemas.microsoft.com/office/drawing/2014/main" id="{A36F92D0-3443-4799-9A0C-50D7689961B2}"/>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700" b="1">
                <a:solidFill>
                  <a:srgbClr val="10242B"/>
                </a:solidFill>
                <a:latin typeface="DejaVu Sans"/>
                <a:ea typeface="DejaVu Sans"/>
                <a:cs typeface="DejaVu Sans"/>
              </a:defRPr>
            </a:defPPr>
            <a:lvl1pPr algn="l">
              <a:defRPr sz="2700" b="1">
                <a:solidFill>
                  <a:srgbClr val="10242B"/>
                </a:solidFill>
                <a:latin typeface="DejaVu Sans"/>
                <a:ea typeface="DejaVu Sans"/>
                <a:cs typeface="DejaVu Sans"/>
              </a:defRPr>
            </a:lvl1pPr>
            <a:lvl2pPr algn="l">
              <a:defRPr sz="2700" b="1">
                <a:solidFill>
                  <a:srgbClr val="10242B"/>
                </a:solidFill>
                <a:latin typeface="DejaVu Sans"/>
                <a:ea typeface="DejaVu Sans"/>
                <a:cs typeface="DejaVu Sans"/>
              </a:defRPr>
            </a:lvl2pPr>
            <a:lvl3pPr algn="l">
              <a:defRPr sz="2700" b="1">
                <a:solidFill>
                  <a:srgbClr val="10242B"/>
                </a:solidFill>
                <a:latin typeface="DejaVu Sans"/>
                <a:ea typeface="DejaVu Sans"/>
                <a:cs typeface="DejaVu Sans"/>
              </a:defRPr>
            </a:lvl3pPr>
            <a:lvl4pPr algn="l">
              <a:defRPr sz="2700" b="1">
                <a:solidFill>
                  <a:srgbClr val="10242B"/>
                </a:solidFill>
                <a:latin typeface="DejaVu Sans"/>
                <a:ea typeface="DejaVu Sans"/>
                <a:cs typeface="DejaVu Sans"/>
              </a:defRPr>
            </a:lvl4pPr>
            <a:lvl5pPr algn="l">
              <a:defRPr sz="2700" b="1">
                <a:solidFill>
                  <a:srgbClr val="10242B"/>
                </a:solidFill>
                <a:latin typeface="DejaVu Sans"/>
                <a:ea typeface="DejaVu Sans"/>
                <a:cs typeface="DejaVu Sans"/>
              </a:defRPr>
            </a:lvl5pPr>
            <a:lvl6pPr algn="l">
              <a:defRPr sz="2700" b="1">
                <a:solidFill>
                  <a:srgbClr val="10242B"/>
                </a:solidFill>
                <a:latin typeface="DejaVu Sans"/>
                <a:ea typeface="DejaVu Sans"/>
                <a:cs typeface="DejaVu Sans"/>
              </a:defRPr>
            </a:lvl6pPr>
            <a:lvl7pPr algn="l">
              <a:defRPr sz="2700" b="1">
                <a:solidFill>
                  <a:srgbClr val="10242B"/>
                </a:solidFill>
                <a:latin typeface="DejaVu Sans"/>
                <a:ea typeface="DejaVu Sans"/>
                <a:cs typeface="DejaVu Sans"/>
              </a:defRPr>
            </a:lvl7pPr>
            <a:lvl8pPr algn="l">
              <a:defRPr sz="2700" b="1">
                <a:solidFill>
                  <a:srgbClr val="10242B"/>
                </a:solidFill>
                <a:latin typeface="DejaVu Sans"/>
                <a:ea typeface="DejaVu Sans"/>
                <a:cs typeface="DejaVu Sans"/>
              </a:defRPr>
            </a:lvl8pPr>
            <a:lvl9pPr algn="l">
              <a:defRPr sz="2700" b="1">
                <a:solidFill>
                  <a:srgbClr val="10242B"/>
                </a:solidFill>
                <a:latin typeface="DejaVu Sans"/>
                <a:ea typeface="DejaVu Sans"/>
                <a:cs typeface="DejaVu Sans"/>
              </a:defRPr>
            </a:lvl9pPr>
          </a:lstStyle>
          <a:p xmlns:a="http://schemas.openxmlformats.org/drawingml/2006/main">
            <a:pPr algn="l">
              <a:lnSpc>
                <a:spcPct val="112000"/>
              </a:lnSpc>
              <a:buNone/>
              <a:defRPr sz="2700" b="1">
                <a:solidFill>
                  <a:srgbClr val="10242B"/>
                </a:solidFill>
                <a:latin typeface="DejaVu Sans"/>
                <a:ea typeface="DejaVu Sans"/>
                <a:cs typeface="DejaVu Sans"/>
              </a:defRPr>
            </a:pPr>
            <a:r>
              <a:rPr sz="2700" b="1">
                <a:solidFill>
                  <a:srgbClr val="10242B"/>
                </a:solidFill>
                <a:latin typeface="DejaVu Sans"/>
                <a:ea typeface="DejaVu Sans"/>
                <a:cs typeface="DejaVu Sans"/>
              </a:rPr>
              <a:t>A document may contain hostile instructions</a:t>
            </a:r>
          </a:p>
        </p:txBody>
      </p:sp>
      <p:sp>
        <p:nvSpPr>
          <p:cNvPr id="4" name="text-7ms8yj71fhj">
            <a:extLst xmlns:a="http://schemas.openxmlformats.org/drawingml/2006/main">
              <a:ext uri="{FF2B5EF4-FFF2-40B4-BE49-F238E27FC236}">
                <a16:creationId xmlns:a16="http://schemas.microsoft.com/office/drawing/2014/main" id="{1D7CF999-C09A-4CE3-BFC7-FBB137238A37}"/>
              </a:ext>
            </a:extLst>
          </p:cNvPr>
          <p:cNvSpPr>
            <a:spLocks xmlns:a="http://schemas.openxmlformats.org/drawingml/2006/main" noGrp="1"/>
          </p:cNvSpPr>
          <p:nvPr/>
        </p:nvSpPr>
        <p:spPr>
          <a:xfrm xmlns:a="http://schemas.openxmlformats.org/drawingml/2006/main">
            <a:off x="609600" y="1857375"/>
            <a:ext cx="109728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577078"/>
                </a:solidFill>
                <a:latin typeface="DejaVu Sans"/>
                <a:ea typeface="DejaVu Sans"/>
                <a:cs typeface="DejaVu Sans"/>
              </a:defRPr>
            </a:defPPr>
            <a:lvl1pPr algn="l">
              <a:defRPr sz="1575" b="0">
                <a:solidFill>
                  <a:srgbClr val="577078"/>
                </a:solidFill>
                <a:latin typeface="DejaVu Sans"/>
                <a:ea typeface="DejaVu Sans"/>
                <a:cs typeface="DejaVu Sans"/>
              </a:defRPr>
            </a:lvl1pPr>
            <a:lvl2pPr algn="l">
              <a:defRPr sz="1575" b="0">
                <a:solidFill>
                  <a:srgbClr val="577078"/>
                </a:solidFill>
                <a:latin typeface="DejaVu Sans"/>
                <a:ea typeface="DejaVu Sans"/>
                <a:cs typeface="DejaVu Sans"/>
              </a:defRPr>
            </a:lvl2pPr>
            <a:lvl3pPr algn="l">
              <a:defRPr sz="1575" b="0">
                <a:solidFill>
                  <a:srgbClr val="577078"/>
                </a:solidFill>
                <a:latin typeface="DejaVu Sans"/>
                <a:ea typeface="DejaVu Sans"/>
                <a:cs typeface="DejaVu Sans"/>
              </a:defRPr>
            </a:lvl3pPr>
            <a:lvl4pPr algn="l">
              <a:defRPr sz="1575" b="0">
                <a:solidFill>
                  <a:srgbClr val="577078"/>
                </a:solidFill>
                <a:latin typeface="DejaVu Sans"/>
                <a:ea typeface="DejaVu Sans"/>
                <a:cs typeface="DejaVu Sans"/>
              </a:defRPr>
            </a:lvl4pPr>
            <a:lvl5pPr algn="l">
              <a:defRPr sz="1575" b="0">
                <a:solidFill>
                  <a:srgbClr val="577078"/>
                </a:solidFill>
                <a:latin typeface="DejaVu Sans"/>
                <a:ea typeface="DejaVu Sans"/>
                <a:cs typeface="DejaVu Sans"/>
              </a:defRPr>
            </a:lvl5pPr>
            <a:lvl6pPr algn="l">
              <a:defRPr sz="1575" b="0">
                <a:solidFill>
                  <a:srgbClr val="577078"/>
                </a:solidFill>
                <a:latin typeface="DejaVu Sans"/>
                <a:ea typeface="DejaVu Sans"/>
                <a:cs typeface="DejaVu Sans"/>
              </a:defRPr>
            </a:lvl6pPr>
            <a:lvl7pPr algn="l">
              <a:defRPr sz="1575" b="0">
                <a:solidFill>
                  <a:srgbClr val="577078"/>
                </a:solidFill>
                <a:latin typeface="DejaVu Sans"/>
                <a:ea typeface="DejaVu Sans"/>
                <a:cs typeface="DejaVu Sans"/>
              </a:defRPr>
            </a:lvl7pPr>
            <a:lvl8pPr algn="l">
              <a:defRPr sz="1575" b="0">
                <a:solidFill>
                  <a:srgbClr val="577078"/>
                </a:solidFill>
                <a:latin typeface="DejaVu Sans"/>
                <a:ea typeface="DejaVu Sans"/>
                <a:cs typeface="DejaVu Sans"/>
              </a:defRPr>
            </a:lvl8pPr>
            <a:lvl9pPr algn="l">
              <a:defRPr sz="1575" b="0">
                <a:solidFill>
                  <a:srgbClr val="577078"/>
                </a:solidFill>
                <a:latin typeface="DejaVu Sans"/>
                <a:ea typeface="DejaVu Sans"/>
                <a:cs typeface="DejaVu Sans"/>
              </a:defRPr>
            </a:lvl9pPr>
          </a:lstStyle>
          <a:p xmlns:a="http://schemas.openxmlformats.org/drawingml/2006/main">
            <a:pPr algn="l">
              <a:lnSpc>
                <a:spcPct val="112000"/>
              </a:lnSpc>
              <a:buNone/>
              <a:defRPr sz="1575" b="0">
                <a:solidFill>
                  <a:srgbClr val="577078"/>
                </a:solidFill>
                <a:latin typeface="DejaVu Sans"/>
                <a:ea typeface="DejaVu Sans"/>
                <a:cs typeface="DejaVu Sans"/>
              </a:defRPr>
            </a:pPr>
            <a:r>
              <a:rPr sz="1575" b="0">
                <a:solidFill>
                  <a:srgbClr val="577078"/>
                </a:solidFill>
                <a:latin typeface="DejaVu Sans"/>
                <a:ea typeface="DejaVu Sans"/>
                <a:cs typeface="DejaVu Sans"/>
              </a:rPr>
              <a:t>Retrieved content is information to be assessed.</a:t>
            </a:r>
          </a:p>
        </p:txBody>
      </p:sp>
      <p:sp>
        <p:nvSpPr>
          <p:cNvPr id="5" name="">
            <a:extLst xmlns:a="http://schemas.openxmlformats.org/drawingml/2006/main">
              <a:ext uri="{FF2B5EF4-FFF2-40B4-BE49-F238E27FC236}">
                <a16:creationId xmlns:a16="http://schemas.microsoft.com/office/drawing/2014/main" id="{163D9F3F-860D-4804-BDDD-77D72B6533B4}"/>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CCD8D6"/>
          </a:solidFill>
          <a:ln xmlns:a="http://schemas.openxmlformats.org/drawingml/2006/main" w="0">
            <a:noFill/>
            <a:prstDash val="solid"/>
          </a:ln>
        </p:spPr>
      </p:sp>
      <p:sp>
        <p:nvSpPr>
          <p:cNvPr id="6" name="text-csklyn787vc">
            <a:extLst xmlns:a="http://schemas.openxmlformats.org/drawingml/2006/main">
              <a:ext uri="{FF2B5EF4-FFF2-40B4-BE49-F238E27FC236}">
                <a16:creationId xmlns:a16="http://schemas.microsoft.com/office/drawing/2014/main" id="{4D6B16B6-458F-4119-9CAF-F83D2DD01B68}"/>
              </a:ext>
            </a:extLst>
          </p:cNvPr>
          <p:cNvSpPr>
            <a:spLocks xmlns:a="http://schemas.openxmlformats.org/drawingml/2006/main" noGrp="1"/>
          </p:cNvSpPr>
          <p:nvPr/>
        </p:nvSpPr>
        <p:spPr>
          <a:xfrm xmlns:a="http://schemas.openxmlformats.org/drawingml/2006/main">
            <a:off x="609600" y="6362700"/>
            <a:ext cx="971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975" b="0">
                <a:solidFill>
                  <a:srgbClr val="577078"/>
                </a:solidFill>
                <a:latin typeface="DejaVu Sans"/>
                <a:ea typeface="DejaVu Sans"/>
                <a:cs typeface="DejaVu Sans"/>
              </a:defRPr>
            </a:defPPr>
            <a:lvl1pPr algn="l">
              <a:defRPr sz="975" b="0">
                <a:solidFill>
                  <a:srgbClr val="577078"/>
                </a:solidFill>
                <a:latin typeface="DejaVu Sans"/>
                <a:ea typeface="DejaVu Sans"/>
                <a:cs typeface="DejaVu Sans"/>
              </a:defRPr>
            </a:lvl1pPr>
            <a:lvl2pPr algn="l">
              <a:defRPr sz="975" b="0">
                <a:solidFill>
                  <a:srgbClr val="577078"/>
                </a:solidFill>
                <a:latin typeface="DejaVu Sans"/>
                <a:ea typeface="DejaVu Sans"/>
                <a:cs typeface="DejaVu Sans"/>
              </a:defRPr>
            </a:lvl2pPr>
            <a:lvl3pPr algn="l">
              <a:defRPr sz="975" b="0">
                <a:solidFill>
                  <a:srgbClr val="577078"/>
                </a:solidFill>
                <a:latin typeface="DejaVu Sans"/>
                <a:ea typeface="DejaVu Sans"/>
                <a:cs typeface="DejaVu Sans"/>
              </a:defRPr>
            </a:lvl3pPr>
            <a:lvl4pPr algn="l">
              <a:defRPr sz="975" b="0">
                <a:solidFill>
                  <a:srgbClr val="577078"/>
                </a:solidFill>
                <a:latin typeface="DejaVu Sans"/>
                <a:ea typeface="DejaVu Sans"/>
                <a:cs typeface="DejaVu Sans"/>
              </a:defRPr>
            </a:lvl4pPr>
            <a:lvl5pPr algn="l">
              <a:defRPr sz="975" b="0">
                <a:solidFill>
                  <a:srgbClr val="577078"/>
                </a:solidFill>
                <a:latin typeface="DejaVu Sans"/>
                <a:ea typeface="DejaVu Sans"/>
                <a:cs typeface="DejaVu Sans"/>
              </a:defRPr>
            </a:lvl5pPr>
            <a:lvl6pPr algn="l">
              <a:defRPr sz="975" b="0">
                <a:solidFill>
                  <a:srgbClr val="577078"/>
                </a:solidFill>
                <a:latin typeface="DejaVu Sans"/>
                <a:ea typeface="DejaVu Sans"/>
                <a:cs typeface="DejaVu Sans"/>
              </a:defRPr>
            </a:lvl6pPr>
            <a:lvl7pPr algn="l">
              <a:defRPr sz="975" b="0">
                <a:solidFill>
                  <a:srgbClr val="577078"/>
                </a:solidFill>
                <a:latin typeface="DejaVu Sans"/>
                <a:ea typeface="DejaVu Sans"/>
                <a:cs typeface="DejaVu Sans"/>
              </a:defRPr>
            </a:lvl7pPr>
            <a:lvl8pPr algn="l">
              <a:defRPr sz="975" b="0">
                <a:solidFill>
                  <a:srgbClr val="577078"/>
                </a:solidFill>
                <a:latin typeface="DejaVu Sans"/>
                <a:ea typeface="DejaVu Sans"/>
                <a:cs typeface="DejaVu Sans"/>
              </a:defRPr>
            </a:lvl8pPr>
            <a:lvl9pPr algn="l">
              <a:defRPr sz="975" b="0">
                <a:solidFill>
                  <a:srgbClr val="577078"/>
                </a:solidFill>
                <a:latin typeface="DejaVu Sans"/>
                <a:ea typeface="DejaVu Sans"/>
                <a:cs typeface="DejaVu Sans"/>
              </a:defRPr>
            </a:lvl9pPr>
          </a:lstStyle>
          <a:p xmlns:a="http://schemas.openxmlformats.org/drawingml/2006/main">
            <a:pPr algn="l">
              <a:lnSpc>
                <a:spcPct val="112000"/>
              </a:lnSpc>
              <a:buNone/>
              <a:defRPr sz="975" b="0">
                <a:solidFill>
                  <a:srgbClr val="577078"/>
                </a:solidFill>
                <a:latin typeface="DejaVu Sans"/>
                <a:ea typeface="DejaVu Sans"/>
                <a:cs typeface="DejaVu Sans"/>
              </a:defRPr>
            </a:pPr>
            <a:r>
              <a:rPr sz="975" b="0">
                <a:solidFill>
                  <a:srgbClr val="577078"/>
                </a:solidFill>
                <a:latin typeface="DejaVu Sans"/>
                <a:ea typeface="DejaVu Sans"/>
                <a:cs typeface="DejaVu Sans"/>
              </a:rPr>
              <a:t>Sergio Gevatschnaider</a:t>
            </a:r>
          </a:p>
        </p:txBody>
      </p:sp>
      <p:sp>
        <p:nvSpPr>
          <p:cNvPr id="7" name="text-xce9r67vbhp">
            <a:extLst xmlns:a="http://schemas.openxmlformats.org/drawingml/2006/main">
              <a:ext uri="{FF2B5EF4-FFF2-40B4-BE49-F238E27FC236}">
                <a16:creationId xmlns:a16="http://schemas.microsoft.com/office/drawing/2014/main" id="{DBCADC09-E8AC-436A-9B59-4ED899196B08}"/>
              </a:ext>
            </a:extLst>
          </p:cNvPr>
          <p:cNvSpPr>
            <a:spLocks xmlns:a="http://schemas.openxmlformats.org/drawingml/2006/main" noGrp="1"/>
          </p:cNvSpPr>
          <p:nvPr/>
        </p:nvSpPr>
        <p:spPr>
          <a:xfrm xmlns:a="http://schemas.openxmlformats.org/drawingml/2006/main">
            <a:off x="10934700" y="6296025"/>
            <a:ext cx="6477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725" b="1">
                <a:solidFill>
                  <a:srgbClr val="087D78"/>
                </a:solidFill>
                <a:latin typeface="DejaVu Sans"/>
                <a:ea typeface="DejaVu Sans"/>
                <a:cs typeface="DejaVu Sans"/>
              </a:defRPr>
            </a:defPPr>
            <a:lvl1pPr algn="r">
              <a:defRPr sz="1725" b="1">
                <a:solidFill>
                  <a:srgbClr val="087D78"/>
                </a:solidFill>
                <a:latin typeface="DejaVu Sans"/>
                <a:ea typeface="DejaVu Sans"/>
                <a:cs typeface="DejaVu Sans"/>
              </a:defRPr>
            </a:lvl1pPr>
            <a:lvl2pPr algn="r">
              <a:defRPr sz="1725" b="1">
                <a:solidFill>
                  <a:srgbClr val="087D78"/>
                </a:solidFill>
                <a:latin typeface="DejaVu Sans"/>
                <a:ea typeface="DejaVu Sans"/>
                <a:cs typeface="DejaVu Sans"/>
              </a:defRPr>
            </a:lvl2pPr>
            <a:lvl3pPr algn="r">
              <a:defRPr sz="1725" b="1">
                <a:solidFill>
                  <a:srgbClr val="087D78"/>
                </a:solidFill>
                <a:latin typeface="DejaVu Sans"/>
                <a:ea typeface="DejaVu Sans"/>
                <a:cs typeface="DejaVu Sans"/>
              </a:defRPr>
            </a:lvl3pPr>
            <a:lvl4pPr algn="r">
              <a:defRPr sz="1725" b="1">
                <a:solidFill>
                  <a:srgbClr val="087D78"/>
                </a:solidFill>
                <a:latin typeface="DejaVu Sans"/>
                <a:ea typeface="DejaVu Sans"/>
                <a:cs typeface="DejaVu Sans"/>
              </a:defRPr>
            </a:lvl4pPr>
            <a:lvl5pPr algn="r">
              <a:defRPr sz="1725" b="1">
                <a:solidFill>
                  <a:srgbClr val="087D78"/>
                </a:solidFill>
                <a:latin typeface="DejaVu Sans"/>
                <a:ea typeface="DejaVu Sans"/>
                <a:cs typeface="DejaVu Sans"/>
              </a:defRPr>
            </a:lvl5pPr>
            <a:lvl6pPr algn="r">
              <a:defRPr sz="1725" b="1">
                <a:solidFill>
                  <a:srgbClr val="087D78"/>
                </a:solidFill>
                <a:latin typeface="DejaVu Sans"/>
                <a:ea typeface="DejaVu Sans"/>
                <a:cs typeface="DejaVu Sans"/>
              </a:defRPr>
            </a:lvl6pPr>
            <a:lvl7pPr algn="r">
              <a:defRPr sz="1725" b="1">
                <a:solidFill>
                  <a:srgbClr val="087D78"/>
                </a:solidFill>
                <a:latin typeface="DejaVu Sans"/>
                <a:ea typeface="DejaVu Sans"/>
                <a:cs typeface="DejaVu Sans"/>
              </a:defRPr>
            </a:lvl7pPr>
            <a:lvl8pPr algn="r">
              <a:defRPr sz="1725" b="1">
                <a:solidFill>
                  <a:srgbClr val="087D78"/>
                </a:solidFill>
                <a:latin typeface="DejaVu Sans"/>
                <a:ea typeface="DejaVu Sans"/>
                <a:cs typeface="DejaVu Sans"/>
              </a:defRPr>
            </a:lvl8pPr>
            <a:lvl9pPr algn="r">
              <a:defRPr sz="1725" b="1">
                <a:solidFill>
                  <a:srgbClr val="087D78"/>
                </a:solidFill>
                <a:latin typeface="DejaVu Sans"/>
                <a:ea typeface="DejaVu Sans"/>
                <a:cs typeface="DejaVu Sans"/>
              </a:defRPr>
            </a:lvl9pPr>
          </a:lstStyle>
          <a:p xmlns:a="http://schemas.openxmlformats.org/drawingml/2006/main">
            <a:pPr algn="r">
              <a:lnSpc>
                <a:spcPct val="112000"/>
              </a:lnSpc>
              <a:buNone/>
              <a:defRPr sz="1725" b="1">
                <a:solidFill>
                  <a:srgbClr val="087D78"/>
                </a:solidFill>
                <a:latin typeface="DejaVu Sans"/>
                <a:ea typeface="DejaVu Sans"/>
                <a:cs typeface="DejaVu Sans"/>
              </a:defRPr>
            </a:pPr>
            <a:r>
              <a:rPr sz="1725" b="1">
                <a:solidFill>
                  <a:srgbClr val="087D78"/>
                </a:solidFill>
                <a:latin typeface="DejaVu Sans"/>
                <a:ea typeface="DejaVu Sans"/>
                <a:cs typeface="DejaVu Sans"/>
              </a:rPr>
              <a:t>15</a:t>
            </a:r>
          </a:p>
        </p:txBody>
      </p:sp>
      <p:sp>
        <p:nvSpPr>
          <p:cNvPr id="8" name="">
            <a:extLst xmlns:a="http://schemas.openxmlformats.org/drawingml/2006/main">
              <a:ext uri="{FF2B5EF4-FFF2-40B4-BE49-F238E27FC236}">
                <a16:creationId xmlns:a16="http://schemas.microsoft.com/office/drawing/2014/main" id="{47589A6E-AA42-4579-9AEA-4121D5EB0579}"/>
              </a:ext>
            </a:extLst>
          </p:cNvPr>
          <p:cNvSpPr>
            <a:spLocks xmlns:a="http://schemas.openxmlformats.org/drawingml/2006/main" noGrp="1"/>
          </p:cNvSpPr>
          <p:nvPr/>
        </p:nvSpPr>
        <p:spPr>
          <a:xfrm xmlns:a="http://schemas.openxmlformats.org/drawingml/2006/main">
            <a:off x="609600" y="2571750"/>
            <a:ext cx="3479800" cy="3095625"/>
          </a:xfrm>
          <a:prstGeom xmlns:a="http://schemas.openxmlformats.org/drawingml/2006/main" prst="rect">
            <a:avLst/>
          </a:prstGeom>
          <a:solidFill xmlns:a="http://schemas.openxmlformats.org/drawingml/2006/main">
            <a:srgbClr val="FFFDFA"/>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B89E984B-062C-4724-9A7D-6EC416077805}"/>
              </a:ext>
            </a:extLst>
          </p:cNvPr>
          <p:cNvSpPr>
            <a:spLocks xmlns:a="http://schemas.openxmlformats.org/drawingml/2006/main" noGrp="1"/>
          </p:cNvSpPr>
          <p:nvPr/>
        </p:nvSpPr>
        <p:spPr>
          <a:xfrm xmlns:a="http://schemas.openxmlformats.org/drawingml/2006/main">
            <a:off x="609600" y="2571750"/>
            <a:ext cx="38100" cy="3095625"/>
          </a:xfrm>
          <a:prstGeom xmlns:a="http://schemas.openxmlformats.org/drawingml/2006/main" prst="rect">
            <a:avLst/>
          </a:prstGeom>
          <a:solidFill xmlns:a="http://schemas.openxmlformats.org/drawingml/2006/main">
            <a:srgbClr val="087D78"/>
          </a:solidFill>
          <a:ln xmlns:a="http://schemas.openxmlformats.org/drawingml/2006/main" w="0">
            <a:noFill/>
            <a:prstDash val="solid"/>
          </a:ln>
        </p:spPr>
      </p:sp>
      <p:sp>
        <p:nvSpPr>
          <p:cNvPr id="10" name="text-9njttc3jmse">
            <a:extLst xmlns:a="http://schemas.openxmlformats.org/drawingml/2006/main">
              <a:ext uri="{FF2B5EF4-FFF2-40B4-BE49-F238E27FC236}">
                <a16:creationId xmlns:a16="http://schemas.microsoft.com/office/drawing/2014/main" id="{922D4787-7BAC-4FB2-84D9-4E0E4F86D719}"/>
              </a:ext>
            </a:extLst>
          </p:cNvPr>
          <p:cNvSpPr>
            <a:spLocks xmlns:a="http://schemas.openxmlformats.org/drawingml/2006/main" noGrp="1"/>
          </p:cNvSpPr>
          <p:nvPr/>
        </p:nvSpPr>
        <p:spPr>
          <a:xfrm xmlns:a="http://schemas.openxmlformats.org/drawingml/2006/main">
            <a:off x="819150" y="2743200"/>
            <a:ext cx="30607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1">
                <a:solidFill>
                  <a:srgbClr val="10242B"/>
                </a:solidFill>
                <a:latin typeface="DejaVu Sans"/>
                <a:ea typeface="DejaVu Sans"/>
                <a:cs typeface="DejaVu Sans"/>
              </a:defRPr>
            </a:defPPr>
            <a:lvl1pPr algn="l">
              <a:defRPr sz="1800" b="1">
                <a:solidFill>
                  <a:srgbClr val="10242B"/>
                </a:solidFill>
                <a:latin typeface="DejaVu Sans"/>
                <a:ea typeface="DejaVu Sans"/>
                <a:cs typeface="DejaVu Sans"/>
              </a:defRPr>
            </a:lvl1pPr>
            <a:lvl2pPr algn="l">
              <a:defRPr sz="1800" b="1">
                <a:solidFill>
                  <a:srgbClr val="10242B"/>
                </a:solidFill>
                <a:latin typeface="DejaVu Sans"/>
                <a:ea typeface="DejaVu Sans"/>
                <a:cs typeface="DejaVu Sans"/>
              </a:defRPr>
            </a:lvl2pPr>
            <a:lvl3pPr algn="l">
              <a:defRPr sz="1800" b="1">
                <a:solidFill>
                  <a:srgbClr val="10242B"/>
                </a:solidFill>
                <a:latin typeface="DejaVu Sans"/>
                <a:ea typeface="DejaVu Sans"/>
                <a:cs typeface="DejaVu Sans"/>
              </a:defRPr>
            </a:lvl3pPr>
            <a:lvl4pPr algn="l">
              <a:defRPr sz="1800" b="1">
                <a:solidFill>
                  <a:srgbClr val="10242B"/>
                </a:solidFill>
                <a:latin typeface="DejaVu Sans"/>
                <a:ea typeface="DejaVu Sans"/>
                <a:cs typeface="DejaVu Sans"/>
              </a:defRPr>
            </a:lvl4pPr>
            <a:lvl5pPr algn="l">
              <a:defRPr sz="1800" b="1">
                <a:solidFill>
                  <a:srgbClr val="10242B"/>
                </a:solidFill>
                <a:latin typeface="DejaVu Sans"/>
                <a:ea typeface="DejaVu Sans"/>
                <a:cs typeface="DejaVu Sans"/>
              </a:defRPr>
            </a:lvl5pPr>
            <a:lvl6pPr algn="l">
              <a:defRPr sz="1800" b="1">
                <a:solidFill>
                  <a:srgbClr val="10242B"/>
                </a:solidFill>
                <a:latin typeface="DejaVu Sans"/>
                <a:ea typeface="DejaVu Sans"/>
                <a:cs typeface="DejaVu Sans"/>
              </a:defRPr>
            </a:lvl6pPr>
            <a:lvl7pPr algn="l">
              <a:defRPr sz="1800" b="1">
                <a:solidFill>
                  <a:srgbClr val="10242B"/>
                </a:solidFill>
                <a:latin typeface="DejaVu Sans"/>
                <a:ea typeface="DejaVu Sans"/>
                <a:cs typeface="DejaVu Sans"/>
              </a:defRPr>
            </a:lvl7pPr>
            <a:lvl8pPr algn="l">
              <a:defRPr sz="1800" b="1">
                <a:solidFill>
                  <a:srgbClr val="10242B"/>
                </a:solidFill>
                <a:latin typeface="DejaVu Sans"/>
                <a:ea typeface="DejaVu Sans"/>
                <a:cs typeface="DejaVu Sans"/>
              </a:defRPr>
            </a:lvl8pPr>
            <a:lvl9pPr algn="l">
              <a:defRPr sz="1800" b="1">
                <a:solidFill>
                  <a:srgbClr val="10242B"/>
                </a:solidFill>
                <a:latin typeface="DejaVu Sans"/>
                <a:ea typeface="DejaVu Sans"/>
                <a:cs typeface="DejaVu Sans"/>
              </a:defRPr>
            </a:lvl9pPr>
          </a:lstStyle>
          <a:p xmlns:a="http://schemas.openxmlformats.org/drawingml/2006/main">
            <a:pPr algn="l">
              <a:lnSpc>
                <a:spcPct val="112000"/>
              </a:lnSpc>
              <a:buNone/>
              <a:defRPr sz="1800" b="1">
                <a:solidFill>
                  <a:srgbClr val="10242B"/>
                </a:solidFill>
                <a:latin typeface="DejaVu Sans"/>
                <a:ea typeface="DejaVu Sans"/>
                <a:cs typeface="DejaVu Sans"/>
              </a:defRPr>
            </a:pPr>
            <a:r>
              <a:rPr sz="1800" b="1">
                <a:solidFill>
                  <a:srgbClr val="10242B"/>
                </a:solidFill>
                <a:latin typeface="DejaVu Sans"/>
                <a:ea typeface="DejaVu Sans"/>
                <a:cs typeface="DejaVu Sans"/>
              </a:rPr>
              <a:t>Misleading input</a:t>
            </a:r>
          </a:p>
        </p:txBody>
      </p:sp>
      <p:sp>
        <p:nvSpPr>
          <p:cNvPr id="11" name="text-949c0aoz99n">
            <a:extLst xmlns:a="http://schemas.openxmlformats.org/drawingml/2006/main">
              <a:ext uri="{FF2B5EF4-FFF2-40B4-BE49-F238E27FC236}">
                <a16:creationId xmlns:a16="http://schemas.microsoft.com/office/drawing/2014/main" id="{9584D871-3B7F-4446-8662-F86AEE86B50F}"/>
              </a:ext>
            </a:extLst>
          </p:cNvPr>
          <p:cNvSpPr>
            <a:spLocks xmlns:a="http://schemas.openxmlformats.org/drawingml/2006/main" noGrp="1"/>
          </p:cNvSpPr>
          <p:nvPr/>
        </p:nvSpPr>
        <p:spPr>
          <a:xfrm xmlns:a="http://schemas.openxmlformats.org/drawingml/2006/main">
            <a:off x="819150" y="3362325"/>
            <a:ext cx="3060700" cy="2219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577078"/>
                </a:solidFill>
                <a:latin typeface="DejaVu Sans"/>
                <a:ea typeface="DejaVu Sans"/>
                <a:cs typeface="DejaVu Sans"/>
              </a:defRPr>
            </a:defPPr>
            <a:lvl1pPr algn="l">
              <a:defRPr sz="1650" b="0">
                <a:solidFill>
                  <a:srgbClr val="577078"/>
                </a:solidFill>
                <a:latin typeface="DejaVu Sans"/>
                <a:ea typeface="DejaVu Sans"/>
                <a:cs typeface="DejaVu Sans"/>
              </a:defRPr>
            </a:lvl1pPr>
            <a:lvl2pPr algn="l">
              <a:defRPr sz="1650" b="0">
                <a:solidFill>
                  <a:srgbClr val="577078"/>
                </a:solidFill>
                <a:latin typeface="DejaVu Sans"/>
                <a:ea typeface="DejaVu Sans"/>
                <a:cs typeface="DejaVu Sans"/>
              </a:defRPr>
            </a:lvl2pPr>
            <a:lvl3pPr algn="l">
              <a:defRPr sz="1650" b="0">
                <a:solidFill>
                  <a:srgbClr val="577078"/>
                </a:solidFill>
                <a:latin typeface="DejaVu Sans"/>
                <a:ea typeface="DejaVu Sans"/>
                <a:cs typeface="DejaVu Sans"/>
              </a:defRPr>
            </a:lvl3pPr>
            <a:lvl4pPr algn="l">
              <a:defRPr sz="1650" b="0">
                <a:solidFill>
                  <a:srgbClr val="577078"/>
                </a:solidFill>
                <a:latin typeface="DejaVu Sans"/>
                <a:ea typeface="DejaVu Sans"/>
                <a:cs typeface="DejaVu Sans"/>
              </a:defRPr>
            </a:lvl4pPr>
            <a:lvl5pPr algn="l">
              <a:defRPr sz="1650" b="0">
                <a:solidFill>
                  <a:srgbClr val="577078"/>
                </a:solidFill>
                <a:latin typeface="DejaVu Sans"/>
                <a:ea typeface="DejaVu Sans"/>
                <a:cs typeface="DejaVu Sans"/>
              </a:defRPr>
            </a:lvl5pPr>
            <a:lvl6pPr algn="l">
              <a:defRPr sz="1650" b="0">
                <a:solidFill>
                  <a:srgbClr val="577078"/>
                </a:solidFill>
                <a:latin typeface="DejaVu Sans"/>
                <a:ea typeface="DejaVu Sans"/>
                <a:cs typeface="DejaVu Sans"/>
              </a:defRPr>
            </a:lvl6pPr>
            <a:lvl7pPr algn="l">
              <a:defRPr sz="1650" b="0">
                <a:solidFill>
                  <a:srgbClr val="577078"/>
                </a:solidFill>
                <a:latin typeface="DejaVu Sans"/>
                <a:ea typeface="DejaVu Sans"/>
                <a:cs typeface="DejaVu Sans"/>
              </a:defRPr>
            </a:lvl7pPr>
            <a:lvl8pPr algn="l">
              <a:defRPr sz="1650" b="0">
                <a:solidFill>
                  <a:srgbClr val="577078"/>
                </a:solidFill>
                <a:latin typeface="DejaVu Sans"/>
                <a:ea typeface="DejaVu Sans"/>
                <a:cs typeface="DejaVu Sans"/>
              </a:defRPr>
            </a:lvl8pPr>
            <a:lvl9pPr algn="l">
              <a:defRPr sz="1650" b="0">
                <a:solidFill>
                  <a:srgbClr val="577078"/>
                </a:solidFill>
                <a:latin typeface="DejaVu Sans"/>
                <a:ea typeface="DejaVu Sans"/>
                <a:cs typeface="DejaVu Sans"/>
              </a:defRPr>
            </a:lvl9pPr>
          </a:lstStyle>
          <a:p xmlns:a="http://schemas.openxmlformats.org/drawingml/2006/main">
            <a:pPr algn="l">
              <a:lnSpc>
                <a:spcPct val="112000"/>
              </a:lnSpc>
              <a:buNone/>
              <a:defRPr sz="1650" b="0">
                <a:solidFill>
                  <a:srgbClr val="577078"/>
                </a:solidFill>
                <a:latin typeface="DejaVu Sans"/>
                <a:ea typeface="DejaVu Sans"/>
                <a:cs typeface="DejaVu Sans"/>
              </a:defRPr>
            </a:pPr>
            <a:r>
              <a:rPr sz="1650" b="0">
                <a:solidFill>
                  <a:srgbClr val="577078"/>
                </a:solidFill>
                <a:latin typeface="DejaVu Sans"/>
                <a:ea typeface="DejaVu Sans"/>
                <a:cs typeface="DejaVu Sans"/>
              </a:rPr>
              <a:t>A specification asks the agent to ignore rules and send credentials.</a:t>
            </a:r>
          </a:p>
        </p:txBody>
      </p:sp>
      <p:sp>
        <p:nvSpPr>
          <p:cNvPr id="12" name="">
            <a:extLst xmlns:a="http://schemas.openxmlformats.org/drawingml/2006/main">
              <a:ext uri="{FF2B5EF4-FFF2-40B4-BE49-F238E27FC236}">
                <a16:creationId xmlns:a16="http://schemas.microsoft.com/office/drawing/2014/main" id="{468FFFB9-426C-40FE-A63B-91AEC0A7037B}"/>
              </a:ext>
            </a:extLst>
          </p:cNvPr>
          <p:cNvSpPr>
            <a:spLocks xmlns:a="http://schemas.openxmlformats.org/drawingml/2006/main" noGrp="1"/>
          </p:cNvSpPr>
          <p:nvPr/>
        </p:nvSpPr>
        <p:spPr>
          <a:xfrm xmlns:a="http://schemas.openxmlformats.org/drawingml/2006/main">
            <a:off x="4356100" y="2571750"/>
            <a:ext cx="3479800" cy="3095625"/>
          </a:xfrm>
          <a:prstGeom xmlns:a="http://schemas.openxmlformats.org/drawingml/2006/main" prst="rect">
            <a:avLst/>
          </a:prstGeom>
          <a:solidFill xmlns:a="http://schemas.openxmlformats.org/drawingml/2006/main">
            <a:srgbClr val="FFFDFA"/>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9C872D80-68CF-4099-B3BD-FD30B05FBDC5}"/>
              </a:ext>
            </a:extLst>
          </p:cNvPr>
          <p:cNvSpPr>
            <a:spLocks xmlns:a="http://schemas.openxmlformats.org/drawingml/2006/main" noGrp="1"/>
          </p:cNvSpPr>
          <p:nvPr/>
        </p:nvSpPr>
        <p:spPr>
          <a:xfrm xmlns:a="http://schemas.openxmlformats.org/drawingml/2006/main">
            <a:off x="4356100" y="2571750"/>
            <a:ext cx="38100" cy="3095625"/>
          </a:xfrm>
          <a:prstGeom xmlns:a="http://schemas.openxmlformats.org/drawingml/2006/main" prst="rect">
            <a:avLst/>
          </a:prstGeom>
          <a:solidFill xmlns:a="http://schemas.openxmlformats.org/drawingml/2006/main">
            <a:srgbClr val="D64136"/>
          </a:solidFill>
          <a:ln xmlns:a="http://schemas.openxmlformats.org/drawingml/2006/main" w="0">
            <a:noFill/>
            <a:prstDash val="solid"/>
          </a:ln>
        </p:spPr>
      </p:sp>
      <p:sp>
        <p:nvSpPr>
          <p:cNvPr id="14" name="text-b8bj2cxj8dk">
            <a:extLst xmlns:a="http://schemas.openxmlformats.org/drawingml/2006/main">
              <a:ext uri="{FF2B5EF4-FFF2-40B4-BE49-F238E27FC236}">
                <a16:creationId xmlns:a16="http://schemas.microsoft.com/office/drawing/2014/main" id="{AEF1BCD8-D4F6-448F-B62B-C8FA639AE102}"/>
              </a:ext>
            </a:extLst>
          </p:cNvPr>
          <p:cNvSpPr>
            <a:spLocks xmlns:a="http://schemas.openxmlformats.org/drawingml/2006/main" noGrp="1"/>
          </p:cNvSpPr>
          <p:nvPr/>
        </p:nvSpPr>
        <p:spPr>
          <a:xfrm xmlns:a="http://schemas.openxmlformats.org/drawingml/2006/main">
            <a:off x="4565650" y="2743200"/>
            <a:ext cx="30607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1">
                <a:solidFill>
                  <a:srgbClr val="10242B"/>
                </a:solidFill>
                <a:latin typeface="DejaVu Sans"/>
                <a:ea typeface="DejaVu Sans"/>
                <a:cs typeface="DejaVu Sans"/>
              </a:defRPr>
            </a:defPPr>
            <a:lvl1pPr algn="l">
              <a:defRPr sz="1800" b="1">
                <a:solidFill>
                  <a:srgbClr val="10242B"/>
                </a:solidFill>
                <a:latin typeface="DejaVu Sans"/>
                <a:ea typeface="DejaVu Sans"/>
                <a:cs typeface="DejaVu Sans"/>
              </a:defRPr>
            </a:lvl1pPr>
            <a:lvl2pPr algn="l">
              <a:defRPr sz="1800" b="1">
                <a:solidFill>
                  <a:srgbClr val="10242B"/>
                </a:solidFill>
                <a:latin typeface="DejaVu Sans"/>
                <a:ea typeface="DejaVu Sans"/>
                <a:cs typeface="DejaVu Sans"/>
              </a:defRPr>
            </a:lvl2pPr>
            <a:lvl3pPr algn="l">
              <a:defRPr sz="1800" b="1">
                <a:solidFill>
                  <a:srgbClr val="10242B"/>
                </a:solidFill>
                <a:latin typeface="DejaVu Sans"/>
                <a:ea typeface="DejaVu Sans"/>
                <a:cs typeface="DejaVu Sans"/>
              </a:defRPr>
            </a:lvl3pPr>
            <a:lvl4pPr algn="l">
              <a:defRPr sz="1800" b="1">
                <a:solidFill>
                  <a:srgbClr val="10242B"/>
                </a:solidFill>
                <a:latin typeface="DejaVu Sans"/>
                <a:ea typeface="DejaVu Sans"/>
                <a:cs typeface="DejaVu Sans"/>
              </a:defRPr>
            </a:lvl4pPr>
            <a:lvl5pPr algn="l">
              <a:defRPr sz="1800" b="1">
                <a:solidFill>
                  <a:srgbClr val="10242B"/>
                </a:solidFill>
                <a:latin typeface="DejaVu Sans"/>
                <a:ea typeface="DejaVu Sans"/>
                <a:cs typeface="DejaVu Sans"/>
              </a:defRPr>
            </a:lvl5pPr>
            <a:lvl6pPr algn="l">
              <a:defRPr sz="1800" b="1">
                <a:solidFill>
                  <a:srgbClr val="10242B"/>
                </a:solidFill>
                <a:latin typeface="DejaVu Sans"/>
                <a:ea typeface="DejaVu Sans"/>
                <a:cs typeface="DejaVu Sans"/>
              </a:defRPr>
            </a:lvl6pPr>
            <a:lvl7pPr algn="l">
              <a:defRPr sz="1800" b="1">
                <a:solidFill>
                  <a:srgbClr val="10242B"/>
                </a:solidFill>
                <a:latin typeface="DejaVu Sans"/>
                <a:ea typeface="DejaVu Sans"/>
                <a:cs typeface="DejaVu Sans"/>
              </a:defRPr>
            </a:lvl7pPr>
            <a:lvl8pPr algn="l">
              <a:defRPr sz="1800" b="1">
                <a:solidFill>
                  <a:srgbClr val="10242B"/>
                </a:solidFill>
                <a:latin typeface="DejaVu Sans"/>
                <a:ea typeface="DejaVu Sans"/>
                <a:cs typeface="DejaVu Sans"/>
              </a:defRPr>
            </a:lvl8pPr>
            <a:lvl9pPr algn="l">
              <a:defRPr sz="1800" b="1">
                <a:solidFill>
                  <a:srgbClr val="10242B"/>
                </a:solidFill>
                <a:latin typeface="DejaVu Sans"/>
                <a:ea typeface="DejaVu Sans"/>
                <a:cs typeface="DejaVu Sans"/>
              </a:defRPr>
            </a:lvl9pPr>
          </a:lstStyle>
          <a:p xmlns:a="http://schemas.openxmlformats.org/drawingml/2006/main">
            <a:pPr algn="l">
              <a:lnSpc>
                <a:spcPct val="112000"/>
              </a:lnSpc>
              <a:buNone/>
              <a:defRPr sz="1800" b="1">
                <a:solidFill>
                  <a:srgbClr val="10242B"/>
                </a:solidFill>
                <a:latin typeface="DejaVu Sans"/>
                <a:ea typeface="DejaVu Sans"/>
                <a:cs typeface="DejaVu Sans"/>
              </a:defRPr>
            </a:pPr>
            <a:r>
              <a:rPr sz="1800" b="1">
                <a:solidFill>
                  <a:srgbClr val="10242B"/>
                </a:solidFill>
                <a:latin typeface="DejaVu Sans"/>
                <a:ea typeface="DejaVu Sans"/>
                <a:cs typeface="DejaVu Sans"/>
              </a:rPr>
              <a:t>Role separation</a:t>
            </a:r>
          </a:p>
        </p:txBody>
      </p:sp>
      <p:sp>
        <p:nvSpPr>
          <p:cNvPr id="15" name="text-phqb0o45es">
            <a:extLst xmlns:a="http://schemas.openxmlformats.org/drawingml/2006/main">
              <a:ext uri="{FF2B5EF4-FFF2-40B4-BE49-F238E27FC236}">
                <a16:creationId xmlns:a16="http://schemas.microsoft.com/office/drawing/2014/main" id="{A99C67C8-1810-48BF-BDD8-13C0F54D1D97}"/>
              </a:ext>
            </a:extLst>
          </p:cNvPr>
          <p:cNvSpPr>
            <a:spLocks xmlns:a="http://schemas.openxmlformats.org/drawingml/2006/main" noGrp="1"/>
          </p:cNvSpPr>
          <p:nvPr/>
        </p:nvSpPr>
        <p:spPr>
          <a:xfrm xmlns:a="http://schemas.openxmlformats.org/drawingml/2006/main">
            <a:off x="4565650" y="3362325"/>
            <a:ext cx="3060700" cy="2219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577078"/>
                </a:solidFill>
                <a:latin typeface="DejaVu Sans"/>
                <a:ea typeface="DejaVu Sans"/>
                <a:cs typeface="DejaVu Sans"/>
              </a:defRPr>
            </a:defPPr>
            <a:lvl1pPr algn="l">
              <a:defRPr sz="1650" b="0">
                <a:solidFill>
                  <a:srgbClr val="577078"/>
                </a:solidFill>
                <a:latin typeface="DejaVu Sans"/>
                <a:ea typeface="DejaVu Sans"/>
                <a:cs typeface="DejaVu Sans"/>
              </a:defRPr>
            </a:lvl1pPr>
            <a:lvl2pPr algn="l">
              <a:defRPr sz="1650" b="0">
                <a:solidFill>
                  <a:srgbClr val="577078"/>
                </a:solidFill>
                <a:latin typeface="DejaVu Sans"/>
                <a:ea typeface="DejaVu Sans"/>
                <a:cs typeface="DejaVu Sans"/>
              </a:defRPr>
            </a:lvl2pPr>
            <a:lvl3pPr algn="l">
              <a:defRPr sz="1650" b="0">
                <a:solidFill>
                  <a:srgbClr val="577078"/>
                </a:solidFill>
                <a:latin typeface="DejaVu Sans"/>
                <a:ea typeface="DejaVu Sans"/>
                <a:cs typeface="DejaVu Sans"/>
              </a:defRPr>
            </a:lvl3pPr>
            <a:lvl4pPr algn="l">
              <a:defRPr sz="1650" b="0">
                <a:solidFill>
                  <a:srgbClr val="577078"/>
                </a:solidFill>
                <a:latin typeface="DejaVu Sans"/>
                <a:ea typeface="DejaVu Sans"/>
                <a:cs typeface="DejaVu Sans"/>
              </a:defRPr>
            </a:lvl4pPr>
            <a:lvl5pPr algn="l">
              <a:defRPr sz="1650" b="0">
                <a:solidFill>
                  <a:srgbClr val="577078"/>
                </a:solidFill>
                <a:latin typeface="DejaVu Sans"/>
                <a:ea typeface="DejaVu Sans"/>
                <a:cs typeface="DejaVu Sans"/>
              </a:defRPr>
            </a:lvl5pPr>
            <a:lvl6pPr algn="l">
              <a:defRPr sz="1650" b="0">
                <a:solidFill>
                  <a:srgbClr val="577078"/>
                </a:solidFill>
                <a:latin typeface="DejaVu Sans"/>
                <a:ea typeface="DejaVu Sans"/>
                <a:cs typeface="DejaVu Sans"/>
              </a:defRPr>
            </a:lvl6pPr>
            <a:lvl7pPr algn="l">
              <a:defRPr sz="1650" b="0">
                <a:solidFill>
                  <a:srgbClr val="577078"/>
                </a:solidFill>
                <a:latin typeface="DejaVu Sans"/>
                <a:ea typeface="DejaVu Sans"/>
                <a:cs typeface="DejaVu Sans"/>
              </a:defRPr>
            </a:lvl7pPr>
            <a:lvl8pPr algn="l">
              <a:defRPr sz="1650" b="0">
                <a:solidFill>
                  <a:srgbClr val="577078"/>
                </a:solidFill>
                <a:latin typeface="DejaVu Sans"/>
                <a:ea typeface="DejaVu Sans"/>
                <a:cs typeface="DejaVu Sans"/>
              </a:defRPr>
            </a:lvl8pPr>
            <a:lvl9pPr algn="l">
              <a:defRPr sz="1650" b="0">
                <a:solidFill>
                  <a:srgbClr val="577078"/>
                </a:solidFill>
                <a:latin typeface="DejaVu Sans"/>
                <a:ea typeface="DejaVu Sans"/>
                <a:cs typeface="DejaVu Sans"/>
              </a:defRPr>
            </a:lvl9pPr>
          </a:lstStyle>
          <a:p xmlns:a="http://schemas.openxmlformats.org/drawingml/2006/main">
            <a:pPr algn="l">
              <a:lnSpc>
                <a:spcPct val="112000"/>
              </a:lnSpc>
              <a:buNone/>
              <a:defRPr sz="1650" b="0">
                <a:solidFill>
                  <a:srgbClr val="577078"/>
                </a:solidFill>
                <a:latin typeface="DejaVu Sans"/>
                <a:ea typeface="DejaVu Sans"/>
                <a:cs typeface="DejaVu Sans"/>
              </a:defRPr>
            </a:pPr>
            <a:r>
              <a:rPr sz="1650" b="0">
                <a:solidFill>
                  <a:srgbClr val="577078"/>
                </a:solidFill>
                <a:latin typeface="DejaVu Sans"/>
                <a:ea typeface="DejaVu Sans"/>
                <a:cs typeface="DejaVu Sans"/>
              </a:rPr>
              <a:t>The page supplies product data, not operating authority.</a:t>
            </a:r>
          </a:p>
        </p:txBody>
      </p:sp>
      <p:sp>
        <p:nvSpPr>
          <p:cNvPr id="16" name="">
            <a:extLst xmlns:a="http://schemas.openxmlformats.org/drawingml/2006/main">
              <a:ext uri="{FF2B5EF4-FFF2-40B4-BE49-F238E27FC236}">
                <a16:creationId xmlns:a16="http://schemas.microsoft.com/office/drawing/2014/main" id="{BFDFEA8C-D02A-4F4B-963F-A27AE332B33A}"/>
              </a:ext>
            </a:extLst>
          </p:cNvPr>
          <p:cNvSpPr>
            <a:spLocks xmlns:a="http://schemas.openxmlformats.org/drawingml/2006/main" noGrp="1"/>
          </p:cNvSpPr>
          <p:nvPr/>
        </p:nvSpPr>
        <p:spPr>
          <a:xfrm xmlns:a="http://schemas.openxmlformats.org/drawingml/2006/main">
            <a:off x="8102600" y="2571750"/>
            <a:ext cx="3479800" cy="3095625"/>
          </a:xfrm>
          <a:prstGeom xmlns:a="http://schemas.openxmlformats.org/drawingml/2006/main" prst="rect">
            <a:avLst/>
          </a:prstGeom>
          <a:solidFill xmlns:a="http://schemas.openxmlformats.org/drawingml/2006/main">
            <a:srgbClr val="FFFDFA"/>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E1319D58-091F-420B-9AD0-0F1F4D6A049E}"/>
              </a:ext>
            </a:extLst>
          </p:cNvPr>
          <p:cNvSpPr>
            <a:spLocks xmlns:a="http://schemas.openxmlformats.org/drawingml/2006/main" noGrp="1"/>
          </p:cNvSpPr>
          <p:nvPr/>
        </p:nvSpPr>
        <p:spPr>
          <a:xfrm xmlns:a="http://schemas.openxmlformats.org/drawingml/2006/main">
            <a:off x="8102600" y="2571750"/>
            <a:ext cx="38100" cy="3095625"/>
          </a:xfrm>
          <a:prstGeom xmlns:a="http://schemas.openxmlformats.org/drawingml/2006/main" prst="rect">
            <a:avLst/>
          </a:prstGeom>
          <a:solidFill xmlns:a="http://schemas.openxmlformats.org/drawingml/2006/main">
            <a:srgbClr val="E5B64B"/>
          </a:solidFill>
          <a:ln xmlns:a="http://schemas.openxmlformats.org/drawingml/2006/main" w="0">
            <a:noFill/>
            <a:prstDash val="solid"/>
          </a:ln>
        </p:spPr>
      </p:sp>
      <p:sp>
        <p:nvSpPr>
          <p:cNvPr id="18" name="text-6lw2wc0abrg">
            <a:extLst xmlns:a="http://schemas.openxmlformats.org/drawingml/2006/main">
              <a:ext uri="{FF2B5EF4-FFF2-40B4-BE49-F238E27FC236}">
                <a16:creationId xmlns:a16="http://schemas.microsoft.com/office/drawing/2014/main" id="{F8B60B72-DB29-4E29-B1C6-DB7677E39C69}"/>
              </a:ext>
            </a:extLst>
          </p:cNvPr>
          <p:cNvSpPr>
            <a:spLocks xmlns:a="http://schemas.openxmlformats.org/drawingml/2006/main" noGrp="1"/>
          </p:cNvSpPr>
          <p:nvPr/>
        </p:nvSpPr>
        <p:spPr>
          <a:xfrm xmlns:a="http://schemas.openxmlformats.org/drawingml/2006/main">
            <a:off x="8312150" y="2743200"/>
            <a:ext cx="30607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1">
                <a:solidFill>
                  <a:srgbClr val="10242B"/>
                </a:solidFill>
                <a:latin typeface="DejaVu Sans"/>
                <a:ea typeface="DejaVu Sans"/>
                <a:cs typeface="DejaVu Sans"/>
              </a:defRPr>
            </a:defPPr>
            <a:lvl1pPr algn="l">
              <a:defRPr sz="1800" b="1">
                <a:solidFill>
                  <a:srgbClr val="10242B"/>
                </a:solidFill>
                <a:latin typeface="DejaVu Sans"/>
                <a:ea typeface="DejaVu Sans"/>
                <a:cs typeface="DejaVu Sans"/>
              </a:defRPr>
            </a:lvl1pPr>
            <a:lvl2pPr algn="l">
              <a:defRPr sz="1800" b="1">
                <a:solidFill>
                  <a:srgbClr val="10242B"/>
                </a:solidFill>
                <a:latin typeface="DejaVu Sans"/>
                <a:ea typeface="DejaVu Sans"/>
                <a:cs typeface="DejaVu Sans"/>
              </a:defRPr>
            </a:lvl2pPr>
            <a:lvl3pPr algn="l">
              <a:defRPr sz="1800" b="1">
                <a:solidFill>
                  <a:srgbClr val="10242B"/>
                </a:solidFill>
                <a:latin typeface="DejaVu Sans"/>
                <a:ea typeface="DejaVu Sans"/>
                <a:cs typeface="DejaVu Sans"/>
              </a:defRPr>
            </a:lvl3pPr>
            <a:lvl4pPr algn="l">
              <a:defRPr sz="1800" b="1">
                <a:solidFill>
                  <a:srgbClr val="10242B"/>
                </a:solidFill>
                <a:latin typeface="DejaVu Sans"/>
                <a:ea typeface="DejaVu Sans"/>
                <a:cs typeface="DejaVu Sans"/>
              </a:defRPr>
            </a:lvl4pPr>
            <a:lvl5pPr algn="l">
              <a:defRPr sz="1800" b="1">
                <a:solidFill>
                  <a:srgbClr val="10242B"/>
                </a:solidFill>
                <a:latin typeface="DejaVu Sans"/>
                <a:ea typeface="DejaVu Sans"/>
                <a:cs typeface="DejaVu Sans"/>
              </a:defRPr>
            </a:lvl5pPr>
            <a:lvl6pPr algn="l">
              <a:defRPr sz="1800" b="1">
                <a:solidFill>
                  <a:srgbClr val="10242B"/>
                </a:solidFill>
                <a:latin typeface="DejaVu Sans"/>
                <a:ea typeface="DejaVu Sans"/>
                <a:cs typeface="DejaVu Sans"/>
              </a:defRPr>
            </a:lvl6pPr>
            <a:lvl7pPr algn="l">
              <a:defRPr sz="1800" b="1">
                <a:solidFill>
                  <a:srgbClr val="10242B"/>
                </a:solidFill>
                <a:latin typeface="DejaVu Sans"/>
                <a:ea typeface="DejaVu Sans"/>
                <a:cs typeface="DejaVu Sans"/>
              </a:defRPr>
            </a:lvl7pPr>
            <a:lvl8pPr algn="l">
              <a:defRPr sz="1800" b="1">
                <a:solidFill>
                  <a:srgbClr val="10242B"/>
                </a:solidFill>
                <a:latin typeface="DejaVu Sans"/>
                <a:ea typeface="DejaVu Sans"/>
                <a:cs typeface="DejaVu Sans"/>
              </a:defRPr>
            </a:lvl8pPr>
            <a:lvl9pPr algn="l">
              <a:defRPr sz="1800" b="1">
                <a:solidFill>
                  <a:srgbClr val="10242B"/>
                </a:solidFill>
                <a:latin typeface="DejaVu Sans"/>
                <a:ea typeface="DejaVu Sans"/>
                <a:cs typeface="DejaVu Sans"/>
              </a:defRPr>
            </a:lvl9pPr>
          </a:lstStyle>
          <a:p xmlns:a="http://schemas.openxmlformats.org/drawingml/2006/main">
            <a:pPr algn="l">
              <a:lnSpc>
                <a:spcPct val="112000"/>
              </a:lnSpc>
              <a:buNone/>
              <a:defRPr sz="1800" b="1">
                <a:solidFill>
                  <a:srgbClr val="10242B"/>
                </a:solidFill>
                <a:latin typeface="DejaVu Sans"/>
                <a:ea typeface="DejaVu Sans"/>
                <a:cs typeface="DejaVu Sans"/>
              </a:defRPr>
            </a:pPr>
            <a:r>
              <a:rPr sz="1800" b="1">
                <a:solidFill>
                  <a:srgbClr val="10242B"/>
                </a:solidFill>
                <a:latin typeface="DejaVu Sans"/>
                <a:ea typeface="DejaVu Sans"/>
                <a:cs typeface="DejaVu Sans"/>
              </a:rPr>
              <a:t>Defense</a:t>
            </a:r>
          </a:p>
        </p:txBody>
      </p:sp>
      <p:sp>
        <p:nvSpPr>
          <p:cNvPr id="19" name="text-h97s0we8i09">
            <a:extLst xmlns:a="http://schemas.openxmlformats.org/drawingml/2006/main">
              <a:ext uri="{FF2B5EF4-FFF2-40B4-BE49-F238E27FC236}">
                <a16:creationId xmlns:a16="http://schemas.microsoft.com/office/drawing/2014/main" id="{8F9F1A73-6C3D-4CFA-A1E3-D29F189F1FB2}"/>
              </a:ext>
            </a:extLst>
          </p:cNvPr>
          <p:cNvSpPr>
            <a:spLocks xmlns:a="http://schemas.openxmlformats.org/drawingml/2006/main" noGrp="1"/>
          </p:cNvSpPr>
          <p:nvPr/>
        </p:nvSpPr>
        <p:spPr>
          <a:xfrm xmlns:a="http://schemas.openxmlformats.org/drawingml/2006/main">
            <a:off x="8312150" y="3362325"/>
            <a:ext cx="3060700" cy="2219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577078"/>
                </a:solidFill>
                <a:latin typeface="DejaVu Sans"/>
                <a:ea typeface="DejaVu Sans"/>
                <a:cs typeface="DejaVu Sans"/>
              </a:defRPr>
            </a:defPPr>
            <a:lvl1pPr algn="l">
              <a:defRPr sz="1650" b="0">
                <a:solidFill>
                  <a:srgbClr val="577078"/>
                </a:solidFill>
                <a:latin typeface="DejaVu Sans"/>
                <a:ea typeface="DejaVu Sans"/>
                <a:cs typeface="DejaVu Sans"/>
              </a:defRPr>
            </a:lvl1pPr>
            <a:lvl2pPr algn="l">
              <a:defRPr sz="1650" b="0">
                <a:solidFill>
                  <a:srgbClr val="577078"/>
                </a:solidFill>
                <a:latin typeface="DejaVu Sans"/>
                <a:ea typeface="DejaVu Sans"/>
                <a:cs typeface="DejaVu Sans"/>
              </a:defRPr>
            </a:lvl2pPr>
            <a:lvl3pPr algn="l">
              <a:defRPr sz="1650" b="0">
                <a:solidFill>
                  <a:srgbClr val="577078"/>
                </a:solidFill>
                <a:latin typeface="DejaVu Sans"/>
                <a:ea typeface="DejaVu Sans"/>
                <a:cs typeface="DejaVu Sans"/>
              </a:defRPr>
            </a:lvl3pPr>
            <a:lvl4pPr algn="l">
              <a:defRPr sz="1650" b="0">
                <a:solidFill>
                  <a:srgbClr val="577078"/>
                </a:solidFill>
                <a:latin typeface="DejaVu Sans"/>
                <a:ea typeface="DejaVu Sans"/>
                <a:cs typeface="DejaVu Sans"/>
              </a:defRPr>
            </a:lvl4pPr>
            <a:lvl5pPr algn="l">
              <a:defRPr sz="1650" b="0">
                <a:solidFill>
                  <a:srgbClr val="577078"/>
                </a:solidFill>
                <a:latin typeface="DejaVu Sans"/>
                <a:ea typeface="DejaVu Sans"/>
                <a:cs typeface="DejaVu Sans"/>
              </a:defRPr>
            </a:lvl5pPr>
            <a:lvl6pPr algn="l">
              <a:defRPr sz="1650" b="0">
                <a:solidFill>
                  <a:srgbClr val="577078"/>
                </a:solidFill>
                <a:latin typeface="DejaVu Sans"/>
                <a:ea typeface="DejaVu Sans"/>
                <a:cs typeface="DejaVu Sans"/>
              </a:defRPr>
            </a:lvl6pPr>
            <a:lvl7pPr algn="l">
              <a:defRPr sz="1650" b="0">
                <a:solidFill>
                  <a:srgbClr val="577078"/>
                </a:solidFill>
                <a:latin typeface="DejaVu Sans"/>
                <a:ea typeface="DejaVu Sans"/>
                <a:cs typeface="DejaVu Sans"/>
              </a:defRPr>
            </a:lvl7pPr>
            <a:lvl8pPr algn="l">
              <a:defRPr sz="1650" b="0">
                <a:solidFill>
                  <a:srgbClr val="577078"/>
                </a:solidFill>
                <a:latin typeface="DejaVu Sans"/>
                <a:ea typeface="DejaVu Sans"/>
                <a:cs typeface="DejaVu Sans"/>
              </a:defRPr>
            </a:lvl8pPr>
            <a:lvl9pPr algn="l">
              <a:defRPr sz="1650" b="0">
                <a:solidFill>
                  <a:srgbClr val="577078"/>
                </a:solidFill>
                <a:latin typeface="DejaVu Sans"/>
                <a:ea typeface="DejaVu Sans"/>
                <a:cs typeface="DejaVu Sans"/>
              </a:defRPr>
            </a:lvl9pPr>
          </a:lstStyle>
          <a:p xmlns:a="http://schemas.openxmlformats.org/drawingml/2006/main">
            <a:pPr algn="l">
              <a:lnSpc>
                <a:spcPct val="112000"/>
              </a:lnSpc>
              <a:buNone/>
              <a:defRPr sz="1650" b="0">
                <a:solidFill>
                  <a:srgbClr val="577078"/>
                </a:solidFill>
                <a:latin typeface="DejaVu Sans"/>
                <a:ea typeface="DejaVu Sans"/>
                <a:cs typeface="DejaVu Sans"/>
              </a:defRPr>
            </a:pPr>
            <a:r>
              <a:rPr sz="1650" b="0">
                <a:solidFill>
                  <a:srgbClr val="577078"/>
                </a:solidFill>
                <a:latin typeface="DejaVu Sans"/>
                <a:ea typeface="DejaVu Sans"/>
                <a:cs typeface="DejaVu Sans"/>
              </a:rPr>
              <a:t>Least privilege, argument validation and action logs.</a:t>
            </a:r>
          </a:p>
        </p:txBody>
      </p:sp>
    </p:spTree>
    <p:extLst>
      <p:ext uri="{BB962C8B-B14F-4D97-AF65-F5344CB8AC3E}">
        <p14:creationId xmlns:p14="http://schemas.microsoft.com/office/powerpoint/2010/main" val="893370465"/>
      </p:ext>
    </p:extLst>
  </p:cSld>
</p:sld>
</file>

<file path=ppt/slides/slide16.xml><?xml version="1.0" encoding="utf-8"?>
<p:sld xmlns:p="http://schemas.openxmlformats.org/presentationml/2006/main">
  <p:cSld>
    <p:bg>
      <p:bgPr>
        <a:solidFill xmlns:a="http://schemas.openxmlformats.org/drawingml/2006/main">
          <a:srgbClr val="F4F1E9"/>
        </a:solidFill>
      </p:bgPr>
    </p:bg>
    <p:spTree>
      <p:nvGrpSpPr>
        <p:cNvPr id="1" name=""/>
        <p:cNvGrpSpPr/>
        <p:nvPr/>
      </p:nvGrpSpPr>
      <p:grpSpPr>
        <a:xfrm xmlns:a="http://schemas.openxmlformats.org/drawingml/2006/main"/>
      </p:grpSpPr>
      <p:cxnSp>
        <p:nvCxnSpPr>
          <p:cNvPr id="26" name="">
            <a:extLst xmlns:a="http://schemas.openxmlformats.org/drawingml/2006/main">
              <a:ext uri="{FF2B5EF4-FFF2-40B4-BE49-F238E27FC236}">
                <a16:creationId xmlns:a16="http://schemas.microsoft.com/office/drawing/2014/main" id="{8246AF31-8484-4886-96F6-07863E2E4ECC}"/>
              </a:ext>
            </a:extLst>
          </p:cNvPr>
          <p:cNvCxnSpPr>
            <a:stCxn xmlns:a="http://schemas.openxmlformats.org/drawingml/2006/main" id="16" idx="3"/>
            <a:endCxn xmlns:a="http://schemas.openxmlformats.org/drawingml/2006/main" id="20" idx="1"/>
          </p:cNvCxnSpPr>
          <p:nvPr/>
        </p:nvCxnSpPr>
        <p:spPr>
          <a:xfrm xmlns:a="http://schemas.openxmlformats.org/drawingml/2006/main">
            <a:off x="8743950" y="4181475"/>
            <a:ext cx="381000" cy="0"/>
          </a:xfrm>
          <a:prstGeom xmlns:a="http://schemas.openxmlformats.org/drawingml/2006/main" prst="straightConnector1">
            <a:avLst/>
          </a:prstGeom>
          <a:ln xmlns:a="http://schemas.openxmlformats.org/drawingml/2006/main" w="28575">
            <a:solidFill>
              <a:srgbClr val="087D78"/>
            </a:solidFill>
            <a:prstDash val="solid"/>
            <a:tailEnd type="triangle" w="sm" len="sm"/>
          </a:ln>
        </p:spPr>
      </p:cxnSp>
      <p:cxnSp>
        <p:nvCxnSpPr>
          <p:cNvPr id="25" name="">
            <a:extLst xmlns:a="http://schemas.openxmlformats.org/drawingml/2006/main">
              <a:ext uri="{FF2B5EF4-FFF2-40B4-BE49-F238E27FC236}">
                <a16:creationId xmlns:a16="http://schemas.microsoft.com/office/drawing/2014/main" id="{F54A0629-DF2D-4C47-9E6D-11D30D586019}"/>
              </a:ext>
            </a:extLst>
          </p:cNvPr>
          <p:cNvCxnSpPr>
            <a:stCxn xmlns:a="http://schemas.openxmlformats.org/drawingml/2006/main" id="12" idx="3"/>
            <a:endCxn xmlns:a="http://schemas.openxmlformats.org/drawingml/2006/main" id="16" idx="1"/>
          </p:cNvCxnSpPr>
          <p:nvPr/>
        </p:nvCxnSpPr>
        <p:spPr>
          <a:xfrm xmlns:a="http://schemas.openxmlformats.org/drawingml/2006/main">
            <a:off x="5905500" y="4181475"/>
            <a:ext cx="381000" cy="0"/>
          </a:xfrm>
          <a:prstGeom xmlns:a="http://schemas.openxmlformats.org/drawingml/2006/main" prst="straightConnector1">
            <a:avLst/>
          </a:prstGeom>
          <a:ln xmlns:a="http://schemas.openxmlformats.org/drawingml/2006/main" w="28575">
            <a:solidFill>
              <a:srgbClr val="087D78"/>
            </a:solidFill>
            <a:prstDash val="solid"/>
            <a:tailEnd type="triangle" w="sm" len="sm"/>
          </a:ln>
        </p:spPr>
      </p:cxnSp>
      <p:cxnSp>
        <p:nvCxnSpPr>
          <p:cNvPr id="24" name="">
            <a:extLst xmlns:a="http://schemas.openxmlformats.org/drawingml/2006/main">
              <a:ext uri="{FF2B5EF4-FFF2-40B4-BE49-F238E27FC236}">
                <a16:creationId xmlns:a16="http://schemas.microsoft.com/office/drawing/2014/main" id="{4CCC1B59-FF8A-4087-AA07-95EC55A9924F}"/>
              </a:ext>
            </a:extLst>
          </p:cNvPr>
          <p:cNvCxnSpPr>
            <a:stCxn xmlns:a="http://schemas.openxmlformats.org/drawingml/2006/main" id="8" idx="3"/>
            <a:endCxn xmlns:a="http://schemas.openxmlformats.org/drawingml/2006/main" id="12" idx="1"/>
          </p:cNvCxnSpPr>
          <p:nvPr/>
        </p:nvCxnSpPr>
        <p:spPr>
          <a:xfrm xmlns:a="http://schemas.openxmlformats.org/drawingml/2006/main">
            <a:off x="3067050" y="4181475"/>
            <a:ext cx="381000" cy="0"/>
          </a:xfrm>
          <a:prstGeom xmlns:a="http://schemas.openxmlformats.org/drawingml/2006/main" prst="straightConnector1">
            <a:avLst/>
          </a:prstGeom>
          <a:ln xmlns:a="http://schemas.openxmlformats.org/drawingml/2006/main" w="28575">
            <a:solidFill>
              <a:srgbClr val="087D78"/>
            </a:solidFill>
            <a:prstDash val="solid"/>
            <a:tailEnd type="triangle" w="sm" len="sm"/>
          </a:ln>
        </p:spPr>
      </p:cxnSp>
      <p:sp>
        <p:nvSpPr>
          <p:cNvPr id="27" name="">
            <a:extLst xmlns:a="http://schemas.openxmlformats.org/drawingml/2006/main">
              <a:ext uri="{FF2B5EF4-FFF2-40B4-BE49-F238E27FC236}">
                <a16:creationId xmlns:a16="http://schemas.microsoft.com/office/drawing/2014/main" id="{D39D4E19-AEC5-44D5-AB19-A6C9A80858A2}"/>
              </a:ext>
            </a:extLst>
          </p:cNvPr>
          <p:cNvSpPr>
            <a:spLocks xmlns:a="http://schemas.openxmlformats.org/drawingml/2006/main" noGrp="1"/>
          </p:cNvSpPr>
          <p:nvPr/>
        </p:nvSpPr>
        <p:spPr>
          <a:xfrm xmlns:a="http://schemas.openxmlformats.org/drawingml/2006/main">
            <a:off x="609600" y="323850"/>
            <a:ext cx="495300" cy="47625"/>
          </a:xfrm>
          <a:prstGeom xmlns:a="http://schemas.openxmlformats.org/drawingml/2006/main" prst="rect">
            <a:avLst/>
          </a:prstGeom>
          <a:solidFill xmlns:a="http://schemas.openxmlformats.org/drawingml/2006/main">
            <a:srgbClr val="D64136"/>
          </a:solidFill>
          <a:ln xmlns:a="http://schemas.openxmlformats.org/drawingml/2006/main" w="0">
            <a:noFill/>
            <a:prstDash val="solid"/>
          </a:ln>
        </p:spPr>
      </p:sp>
      <p:sp>
        <p:nvSpPr>
          <p:cNvPr id="2" name="text-tbluvlsd7g">
            <a:extLst xmlns:a="http://schemas.openxmlformats.org/drawingml/2006/main">
              <a:ext uri="{FF2B5EF4-FFF2-40B4-BE49-F238E27FC236}">
                <a16:creationId xmlns:a16="http://schemas.microsoft.com/office/drawing/2014/main" id="{70708FAA-A4B5-41D9-A27C-B586D63D133E}"/>
              </a:ext>
            </a:extLst>
          </p:cNvPr>
          <p:cNvSpPr>
            <a:spLocks xmlns:a="http://schemas.openxmlformats.org/drawingml/2006/main" noGrp="1"/>
          </p:cNvSpPr>
          <p:nvPr/>
        </p:nvSpPr>
        <p:spPr>
          <a:xfrm xmlns:a="http://schemas.openxmlformats.org/drawingml/2006/main">
            <a:off x="1257300" y="247650"/>
            <a:ext cx="809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50" b="1">
                <a:solidFill>
                  <a:srgbClr val="087D78"/>
                </a:solidFill>
                <a:latin typeface="DejaVu Sans"/>
                <a:ea typeface="DejaVu Sans"/>
                <a:cs typeface="DejaVu Sans"/>
              </a:defRPr>
            </a:defPPr>
            <a:lvl1pPr algn="l">
              <a:defRPr sz="1050" b="1">
                <a:solidFill>
                  <a:srgbClr val="087D78"/>
                </a:solidFill>
                <a:latin typeface="DejaVu Sans"/>
                <a:ea typeface="DejaVu Sans"/>
                <a:cs typeface="DejaVu Sans"/>
              </a:defRPr>
            </a:lvl1pPr>
            <a:lvl2pPr algn="l">
              <a:defRPr sz="1050" b="1">
                <a:solidFill>
                  <a:srgbClr val="087D78"/>
                </a:solidFill>
                <a:latin typeface="DejaVu Sans"/>
                <a:ea typeface="DejaVu Sans"/>
                <a:cs typeface="DejaVu Sans"/>
              </a:defRPr>
            </a:lvl2pPr>
            <a:lvl3pPr algn="l">
              <a:defRPr sz="1050" b="1">
                <a:solidFill>
                  <a:srgbClr val="087D78"/>
                </a:solidFill>
                <a:latin typeface="DejaVu Sans"/>
                <a:ea typeface="DejaVu Sans"/>
                <a:cs typeface="DejaVu Sans"/>
              </a:defRPr>
            </a:lvl3pPr>
            <a:lvl4pPr algn="l">
              <a:defRPr sz="1050" b="1">
                <a:solidFill>
                  <a:srgbClr val="087D78"/>
                </a:solidFill>
                <a:latin typeface="DejaVu Sans"/>
                <a:ea typeface="DejaVu Sans"/>
                <a:cs typeface="DejaVu Sans"/>
              </a:defRPr>
            </a:lvl4pPr>
            <a:lvl5pPr algn="l">
              <a:defRPr sz="1050" b="1">
                <a:solidFill>
                  <a:srgbClr val="087D78"/>
                </a:solidFill>
                <a:latin typeface="DejaVu Sans"/>
                <a:ea typeface="DejaVu Sans"/>
                <a:cs typeface="DejaVu Sans"/>
              </a:defRPr>
            </a:lvl5pPr>
            <a:lvl6pPr algn="l">
              <a:defRPr sz="1050" b="1">
                <a:solidFill>
                  <a:srgbClr val="087D78"/>
                </a:solidFill>
                <a:latin typeface="DejaVu Sans"/>
                <a:ea typeface="DejaVu Sans"/>
                <a:cs typeface="DejaVu Sans"/>
              </a:defRPr>
            </a:lvl6pPr>
            <a:lvl7pPr algn="l">
              <a:defRPr sz="1050" b="1">
                <a:solidFill>
                  <a:srgbClr val="087D78"/>
                </a:solidFill>
                <a:latin typeface="DejaVu Sans"/>
                <a:ea typeface="DejaVu Sans"/>
                <a:cs typeface="DejaVu Sans"/>
              </a:defRPr>
            </a:lvl7pPr>
            <a:lvl8pPr algn="l">
              <a:defRPr sz="1050" b="1">
                <a:solidFill>
                  <a:srgbClr val="087D78"/>
                </a:solidFill>
                <a:latin typeface="DejaVu Sans"/>
                <a:ea typeface="DejaVu Sans"/>
                <a:cs typeface="DejaVu Sans"/>
              </a:defRPr>
            </a:lvl8pPr>
            <a:lvl9pPr algn="l">
              <a:defRPr sz="1050" b="1">
                <a:solidFill>
                  <a:srgbClr val="087D78"/>
                </a:solidFill>
                <a:latin typeface="DejaVu Sans"/>
                <a:ea typeface="DejaVu Sans"/>
                <a:cs typeface="DejaVu Sans"/>
              </a:defRPr>
            </a:lvl9pPr>
          </a:lstStyle>
          <a:p xmlns:a="http://schemas.openxmlformats.org/drawingml/2006/main">
            <a:pPr algn="l">
              <a:lnSpc>
                <a:spcPct val="112000"/>
              </a:lnSpc>
              <a:buNone/>
              <a:defRPr sz="1050" b="1">
                <a:solidFill>
                  <a:srgbClr val="087D78"/>
                </a:solidFill>
                <a:latin typeface="DejaVu Sans"/>
                <a:ea typeface="DejaVu Sans"/>
                <a:cs typeface="DejaVu Sans"/>
              </a:defRPr>
            </a:pPr>
            <a:r>
              <a:rPr sz="1050" b="1">
                <a:solidFill>
                  <a:srgbClr val="087D78"/>
                </a:solidFill>
                <a:latin typeface="DejaVu Sans"/>
                <a:ea typeface="DejaVu Sans"/>
                <a:cs typeface="DejaVu Sans"/>
              </a:rPr>
              <a:t>TECHNOLOGICAL CHINA</a:t>
            </a:r>
          </a:p>
        </p:txBody>
      </p:sp>
      <p:sp>
        <p:nvSpPr>
          <p:cNvPr id="3" name="text-iztuaxb1qx">
            <a:extLst xmlns:a="http://schemas.openxmlformats.org/drawingml/2006/main">
              <a:ext uri="{FF2B5EF4-FFF2-40B4-BE49-F238E27FC236}">
                <a16:creationId xmlns:a16="http://schemas.microsoft.com/office/drawing/2014/main" id="{3658F727-03FB-459F-9B3A-B076A5FD7CD0}"/>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700" b="1">
                <a:solidFill>
                  <a:srgbClr val="10242B"/>
                </a:solidFill>
                <a:latin typeface="DejaVu Sans"/>
                <a:ea typeface="DejaVu Sans"/>
                <a:cs typeface="DejaVu Sans"/>
              </a:defRPr>
            </a:defPPr>
            <a:lvl1pPr algn="l">
              <a:defRPr sz="2700" b="1">
                <a:solidFill>
                  <a:srgbClr val="10242B"/>
                </a:solidFill>
                <a:latin typeface="DejaVu Sans"/>
                <a:ea typeface="DejaVu Sans"/>
                <a:cs typeface="DejaVu Sans"/>
              </a:defRPr>
            </a:lvl1pPr>
            <a:lvl2pPr algn="l">
              <a:defRPr sz="2700" b="1">
                <a:solidFill>
                  <a:srgbClr val="10242B"/>
                </a:solidFill>
                <a:latin typeface="DejaVu Sans"/>
                <a:ea typeface="DejaVu Sans"/>
                <a:cs typeface="DejaVu Sans"/>
              </a:defRPr>
            </a:lvl2pPr>
            <a:lvl3pPr algn="l">
              <a:defRPr sz="2700" b="1">
                <a:solidFill>
                  <a:srgbClr val="10242B"/>
                </a:solidFill>
                <a:latin typeface="DejaVu Sans"/>
                <a:ea typeface="DejaVu Sans"/>
                <a:cs typeface="DejaVu Sans"/>
              </a:defRPr>
            </a:lvl3pPr>
            <a:lvl4pPr algn="l">
              <a:defRPr sz="2700" b="1">
                <a:solidFill>
                  <a:srgbClr val="10242B"/>
                </a:solidFill>
                <a:latin typeface="DejaVu Sans"/>
                <a:ea typeface="DejaVu Sans"/>
                <a:cs typeface="DejaVu Sans"/>
              </a:defRPr>
            </a:lvl4pPr>
            <a:lvl5pPr algn="l">
              <a:defRPr sz="2700" b="1">
                <a:solidFill>
                  <a:srgbClr val="10242B"/>
                </a:solidFill>
                <a:latin typeface="DejaVu Sans"/>
                <a:ea typeface="DejaVu Sans"/>
                <a:cs typeface="DejaVu Sans"/>
              </a:defRPr>
            </a:lvl5pPr>
            <a:lvl6pPr algn="l">
              <a:defRPr sz="2700" b="1">
                <a:solidFill>
                  <a:srgbClr val="10242B"/>
                </a:solidFill>
                <a:latin typeface="DejaVu Sans"/>
                <a:ea typeface="DejaVu Sans"/>
                <a:cs typeface="DejaVu Sans"/>
              </a:defRPr>
            </a:lvl6pPr>
            <a:lvl7pPr algn="l">
              <a:defRPr sz="2700" b="1">
                <a:solidFill>
                  <a:srgbClr val="10242B"/>
                </a:solidFill>
                <a:latin typeface="DejaVu Sans"/>
                <a:ea typeface="DejaVu Sans"/>
                <a:cs typeface="DejaVu Sans"/>
              </a:defRPr>
            </a:lvl7pPr>
            <a:lvl8pPr algn="l">
              <a:defRPr sz="2700" b="1">
                <a:solidFill>
                  <a:srgbClr val="10242B"/>
                </a:solidFill>
                <a:latin typeface="DejaVu Sans"/>
                <a:ea typeface="DejaVu Sans"/>
                <a:cs typeface="DejaVu Sans"/>
              </a:defRPr>
            </a:lvl8pPr>
            <a:lvl9pPr algn="l">
              <a:defRPr sz="2700" b="1">
                <a:solidFill>
                  <a:srgbClr val="10242B"/>
                </a:solidFill>
                <a:latin typeface="DejaVu Sans"/>
                <a:ea typeface="DejaVu Sans"/>
                <a:cs typeface="DejaVu Sans"/>
              </a:defRPr>
            </a:lvl9pPr>
          </a:lstStyle>
          <a:p xmlns:a="http://schemas.openxmlformats.org/drawingml/2006/main">
            <a:pPr algn="l">
              <a:lnSpc>
                <a:spcPct val="112000"/>
              </a:lnSpc>
              <a:buNone/>
              <a:defRPr sz="2700" b="1">
                <a:solidFill>
                  <a:srgbClr val="10242B"/>
                </a:solidFill>
                <a:latin typeface="DejaVu Sans"/>
                <a:ea typeface="DejaVu Sans"/>
                <a:cs typeface="DejaVu Sans"/>
              </a:defRPr>
            </a:pPr>
            <a:r>
              <a:rPr sz="2700" b="1">
                <a:solidFill>
                  <a:srgbClr val="10242B"/>
                </a:solidFill>
                <a:latin typeface="DejaVu Sans"/>
                <a:ea typeface="DejaVu Sans"/>
                <a:cs typeface="DejaVu Sans"/>
              </a:rPr>
              <a:t>Guided case: compare suppliers with evidence</a:t>
            </a:r>
          </a:p>
        </p:txBody>
      </p:sp>
      <p:sp>
        <p:nvSpPr>
          <p:cNvPr id="4" name="text-gzuzespvnqu">
            <a:extLst xmlns:a="http://schemas.openxmlformats.org/drawingml/2006/main">
              <a:ext uri="{FF2B5EF4-FFF2-40B4-BE49-F238E27FC236}">
                <a16:creationId xmlns:a16="http://schemas.microsoft.com/office/drawing/2014/main" id="{FE091BBD-C29A-4460-8515-A12CBF9FDBC1}"/>
              </a:ext>
            </a:extLst>
          </p:cNvPr>
          <p:cNvSpPr>
            <a:spLocks xmlns:a="http://schemas.openxmlformats.org/drawingml/2006/main" noGrp="1"/>
          </p:cNvSpPr>
          <p:nvPr/>
        </p:nvSpPr>
        <p:spPr>
          <a:xfrm xmlns:a="http://schemas.openxmlformats.org/drawingml/2006/main">
            <a:off x="609600" y="1857375"/>
            <a:ext cx="109728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577078"/>
                </a:solidFill>
                <a:latin typeface="DejaVu Sans"/>
                <a:ea typeface="DejaVu Sans"/>
                <a:cs typeface="DejaVu Sans"/>
              </a:defRPr>
            </a:defPPr>
            <a:lvl1pPr algn="l">
              <a:defRPr sz="1575" b="0">
                <a:solidFill>
                  <a:srgbClr val="577078"/>
                </a:solidFill>
                <a:latin typeface="DejaVu Sans"/>
                <a:ea typeface="DejaVu Sans"/>
                <a:cs typeface="DejaVu Sans"/>
              </a:defRPr>
            </a:lvl1pPr>
            <a:lvl2pPr algn="l">
              <a:defRPr sz="1575" b="0">
                <a:solidFill>
                  <a:srgbClr val="577078"/>
                </a:solidFill>
                <a:latin typeface="DejaVu Sans"/>
                <a:ea typeface="DejaVu Sans"/>
                <a:cs typeface="DejaVu Sans"/>
              </a:defRPr>
            </a:lvl2pPr>
            <a:lvl3pPr algn="l">
              <a:defRPr sz="1575" b="0">
                <a:solidFill>
                  <a:srgbClr val="577078"/>
                </a:solidFill>
                <a:latin typeface="DejaVu Sans"/>
                <a:ea typeface="DejaVu Sans"/>
                <a:cs typeface="DejaVu Sans"/>
              </a:defRPr>
            </a:lvl3pPr>
            <a:lvl4pPr algn="l">
              <a:defRPr sz="1575" b="0">
                <a:solidFill>
                  <a:srgbClr val="577078"/>
                </a:solidFill>
                <a:latin typeface="DejaVu Sans"/>
                <a:ea typeface="DejaVu Sans"/>
                <a:cs typeface="DejaVu Sans"/>
              </a:defRPr>
            </a:lvl4pPr>
            <a:lvl5pPr algn="l">
              <a:defRPr sz="1575" b="0">
                <a:solidFill>
                  <a:srgbClr val="577078"/>
                </a:solidFill>
                <a:latin typeface="DejaVu Sans"/>
                <a:ea typeface="DejaVu Sans"/>
                <a:cs typeface="DejaVu Sans"/>
              </a:defRPr>
            </a:lvl5pPr>
            <a:lvl6pPr algn="l">
              <a:defRPr sz="1575" b="0">
                <a:solidFill>
                  <a:srgbClr val="577078"/>
                </a:solidFill>
                <a:latin typeface="DejaVu Sans"/>
                <a:ea typeface="DejaVu Sans"/>
                <a:cs typeface="DejaVu Sans"/>
              </a:defRPr>
            </a:lvl6pPr>
            <a:lvl7pPr algn="l">
              <a:defRPr sz="1575" b="0">
                <a:solidFill>
                  <a:srgbClr val="577078"/>
                </a:solidFill>
                <a:latin typeface="DejaVu Sans"/>
                <a:ea typeface="DejaVu Sans"/>
                <a:cs typeface="DejaVu Sans"/>
              </a:defRPr>
            </a:lvl7pPr>
            <a:lvl8pPr algn="l">
              <a:defRPr sz="1575" b="0">
                <a:solidFill>
                  <a:srgbClr val="577078"/>
                </a:solidFill>
                <a:latin typeface="DejaVu Sans"/>
                <a:ea typeface="DejaVu Sans"/>
                <a:cs typeface="DejaVu Sans"/>
              </a:defRPr>
            </a:lvl8pPr>
            <a:lvl9pPr algn="l">
              <a:defRPr sz="1575" b="0">
                <a:solidFill>
                  <a:srgbClr val="577078"/>
                </a:solidFill>
                <a:latin typeface="DejaVu Sans"/>
                <a:ea typeface="DejaVu Sans"/>
                <a:cs typeface="DejaVu Sans"/>
              </a:defRPr>
            </a:lvl9pPr>
          </a:lstStyle>
          <a:p xmlns:a="http://schemas.openxmlformats.org/drawingml/2006/main">
            <a:pPr algn="l">
              <a:lnSpc>
                <a:spcPct val="112000"/>
              </a:lnSpc>
              <a:buNone/>
              <a:defRPr sz="1575" b="0">
                <a:solidFill>
                  <a:srgbClr val="577078"/>
                </a:solidFill>
                <a:latin typeface="DejaVu Sans"/>
                <a:ea typeface="DejaVu Sans"/>
                <a:cs typeface="DejaVu Sans"/>
              </a:defRPr>
            </a:pPr>
            <a:r>
              <a:rPr sz="1575" b="0">
                <a:solidFill>
                  <a:srgbClr val="577078"/>
                </a:solidFill>
                <a:latin typeface="DejaVu Sans"/>
                <a:ea typeface="DejaVu Sans"/>
                <a:cs typeface="DejaVu Sans"/>
              </a:rPr>
              <a:t>The deliverable is an auditable table with visible missing data.</a:t>
            </a:r>
          </a:p>
        </p:txBody>
      </p:sp>
      <p:sp>
        <p:nvSpPr>
          <p:cNvPr id="5" name="">
            <a:extLst xmlns:a="http://schemas.openxmlformats.org/drawingml/2006/main">
              <a:ext uri="{FF2B5EF4-FFF2-40B4-BE49-F238E27FC236}">
                <a16:creationId xmlns:a16="http://schemas.microsoft.com/office/drawing/2014/main" id="{93F79280-128A-41AC-A2BB-3B82ACC5238D}"/>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CCD8D6"/>
          </a:solidFill>
          <a:ln xmlns:a="http://schemas.openxmlformats.org/drawingml/2006/main" w="0">
            <a:noFill/>
            <a:prstDash val="solid"/>
          </a:ln>
        </p:spPr>
      </p:sp>
      <p:sp>
        <p:nvSpPr>
          <p:cNvPr id="6" name="text-wu5y7zpnhwr">
            <a:extLst xmlns:a="http://schemas.openxmlformats.org/drawingml/2006/main">
              <a:ext uri="{FF2B5EF4-FFF2-40B4-BE49-F238E27FC236}">
                <a16:creationId xmlns:a16="http://schemas.microsoft.com/office/drawing/2014/main" id="{1DA27564-5BE5-4C09-BF9D-0EF119BA1AC0}"/>
              </a:ext>
            </a:extLst>
          </p:cNvPr>
          <p:cNvSpPr>
            <a:spLocks xmlns:a="http://schemas.openxmlformats.org/drawingml/2006/main" noGrp="1"/>
          </p:cNvSpPr>
          <p:nvPr/>
        </p:nvSpPr>
        <p:spPr>
          <a:xfrm xmlns:a="http://schemas.openxmlformats.org/drawingml/2006/main">
            <a:off x="609600" y="6362700"/>
            <a:ext cx="971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975" b="0">
                <a:solidFill>
                  <a:srgbClr val="577078"/>
                </a:solidFill>
                <a:latin typeface="DejaVu Sans"/>
                <a:ea typeface="DejaVu Sans"/>
                <a:cs typeface="DejaVu Sans"/>
              </a:defRPr>
            </a:defPPr>
            <a:lvl1pPr algn="l">
              <a:defRPr sz="975" b="0">
                <a:solidFill>
                  <a:srgbClr val="577078"/>
                </a:solidFill>
                <a:latin typeface="DejaVu Sans"/>
                <a:ea typeface="DejaVu Sans"/>
                <a:cs typeface="DejaVu Sans"/>
              </a:defRPr>
            </a:lvl1pPr>
            <a:lvl2pPr algn="l">
              <a:defRPr sz="975" b="0">
                <a:solidFill>
                  <a:srgbClr val="577078"/>
                </a:solidFill>
                <a:latin typeface="DejaVu Sans"/>
                <a:ea typeface="DejaVu Sans"/>
                <a:cs typeface="DejaVu Sans"/>
              </a:defRPr>
            </a:lvl2pPr>
            <a:lvl3pPr algn="l">
              <a:defRPr sz="975" b="0">
                <a:solidFill>
                  <a:srgbClr val="577078"/>
                </a:solidFill>
                <a:latin typeface="DejaVu Sans"/>
                <a:ea typeface="DejaVu Sans"/>
                <a:cs typeface="DejaVu Sans"/>
              </a:defRPr>
            </a:lvl3pPr>
            <a:lvl4pPr algn="l">
              <a:defRPr sz="975" b="0">
                <a:solidFill>
                  <a:srgbClr val="577078"/>
                </a:solidFill>
                <a:latin typeface="DejaVu Sans"/>
                <a:ea typeface="DejaVu Sans"/>
                <a:cs typeface="DejaVu Sans"/>
              </a:defRPr>
            </a:lvl4pPr>
            <a:lvl5pPr algn="l">
              <a:defRPr sz="975" b="0">
                <a:solidFill>
                  <a:srgbClr val="577078"/>
                </a:solidFill>
                <a:latin typeface="DejaVu Sans"/>
                <a:ea typeface="DejaVu Sans"/>
                <a:cs typeface="DejaVu Sans"/>
              </a:defRPr>
            </a:lvl5pPr>
            <a:lvl6pPr algn="l">
              <a:defRPr sz="975" b="0">
                <a:solidFill>
                  <a:srgbClr val="577078"/>
                </a:solidFill>
                <a:latin typeface="DejaVu Sans"/>
                <a:ea typeface="DejaVu Sans"/>
                <a:cs typeface="DejaVu Sans"/>
              </a:defRPr>
            </a:lvl6pPr>
            <a:lvl7pPr algn="l">
              <a:defRPr sz="975" b="0">
                <a:solidFill>
                  <a:srgbClr val="577078"/>
                </a:solidFill>
                <a:latin typeface="DejaVu Sans"/>
                <a:ea typeface="DejaVu Sans"/>
                <a:cs typeface="DejaVu Sans"/>
              </a:defRPr>
            </a:lvl7pPr>
            <a:lvl8pPr algn="l">
              <a:defRPr sz="975" b="0">
                <a:solidFill>
                  <a:srgbClr val="577078"/>
                </a:solidFill>
                <a:latin typeface="DejaVu Sans"/>
                <a:ea typeface="DejaVu Sans"/>
                <a:cs typeface="DejaVu Sans"/>
              </a:defRPr>
            </a:lvl8pPr>
            <a:lvl9pPr algn="l">
              <a:defRPr sz="975" b="0">
                <a:solidFill>
                  <a:srgbClr val="577078"/>
                </a:solidFill>
                <a:latin typeface="DejaVu Sans"/>
                <a:ea typeface="DejaVu Sans"/>
                <a:cs typeface="DejaVu Sans"/>
              </a:defRPr>
            </a:lvl9pPr>
          </a:lstStyle>
          <a:p xmlns:a="http://schemas.openxmlformats.org/drawingml/2006/main">
            <a:pPr algn="l">
              <a:lnSpc>
                <a:spcPct val="112000"/>
              </a:lnSpc>
              <a:buNone/>
              <a:defRPr sz="975" b="0">
                <a:solidFill>
                  <a:srgbClr val="577078"/>
                </a:solidFill>
                <a:latin typeface="DejaVu Sans"/>
                <a:ea typeface="DejaVu Sans"/>
                <a:cs typeface="DejaVu Sans"/>
              </a:defRPr>
            </a:pPr>
            <a:r>
              <a:rPr sz="975" b="0">
                <a:solidFill>
                  <a:srgbClr val="577078"/>
                </a:solidFill>
                <a:latin typeface="DejaVu Sans"/>
                <a:ea typeface="DejaVu Sans"/>
                <a:cs typeface="DejaVu Sans"/>
              </a:rPr>
              <a:t>Sergio Gevatschnaider</a:t>
            </a:r>
          </a:p>
        </p:txBody>
      </p:sp>
      <p:sp>
        <p:nvSpPr>
          <p:cNvPr id="7" name="text-p5nw28jxn2">
            <a:extLst xmlns:a="http://schemas.openxmlformats.org/drawingml/2006/main">
              <a:ext uri="{FF2B5EF4-FFF2-40B4-BE49-F238E27FC236}">
                <a16:creationId xmlns:a16="http://schemas.microsoft.com/office/drawing/2014/main" id="{F1E6306E-8D27-4E4E-B084-43DFDE1EAD11}"/>
              </a:ext>
            </a:extLst>
          </p:cNvPr>
          <p:cNvSpPr>
            <a:spLocks xmlns:a="http://schemas.openxmlformats.org/drawingml/2006/main" noGrp="1"/>
          </p:cNvSpPr>
          <p:nvPr/>
        </p:nvSpPr>
        <p:spPr>
          <a:xfrm xmlns:a="http://schemas.openxmlformats.org/drawingml/2006/main">
            <a:off x="10934700" y="6296025"/>
            <a:ext cx="6477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725" b="1">
                <a:solidFill>
                  <a:srgbClr val="087D78"/>
                </a:solidFill>
                <a:latin typeface="DejaVu Sans"/>
                <a:ea typeface="DejaVu Sans"/>
                <a:cs typeface="DejaVu Sans"/>
              </a:defRPr>
            </a:defPPr>
            <a:lvl1pPr algn="r">
              <a:defRPr sz="1725" b="1">
                <a:solidFill>
                  <a:srgbClr val="087D78"/>
                </a:solidFill>
                <a:latin typeface="DejaVu Sans"/>
                <a:ea typeface="DejaVu Sans"/>
                <a:cs typeface="DejaVu Sans"/>
              </a:defRPr>
            </a:lvl1pPr>
            <a:lvl2pPr algn="r">
              <a:defRPr sz="1725" b="1">
                <a:solidFill>
                  <a:srgbClr val="087D78"/>
                </a:solidFill>
                <a:latin typeface="DejaVu Sans"/>
                <a:ea typeface="DejaVu Sans"/>
                <a:cs typeface="DejaVu Sans"/>
              </a:defRPr>
            </a:lvl2pPr>
            <a:lvl3pPr algn="r">
              <a:defRPr sz="1725" b="1">
                <a:solidFill>
                  <a:srgbClr val="087D78"/>
                </a:solidFill>
                <a:latin typeface="DejaVu Sans"/>
                <a:ea typeface="DejaVu Sans"/>
                <a:cs typeface="DejaVu Sans"/>
              </a:defRPr>
            </a:lvl3pPr>
            <a:lvl4pPr algn="r">
              <a:defRPr sz="1725" b="1">
                <a:solidFill>
                  <a:srgbClr val="087D78"/>
                </a:solidFill>
                <a:latin typeface="DejaVu Sans"/>
                <a:ea typeface="DejaVu Sans"/>
                <a:cs typeface="DejaVu Sans"/>
              </a:defRPr>
            </a:lvl4pPr>
            <a:lvl5pPr algn="r">
              <a:defRPr sz="1725" b="1">
                <a:solidFill>
                  <a:srgbClr val="087D78"/>
                </a:solidFill>
                <a:latin typeface="DejaVu Sans"/>
                <a:ea typeface="DejaVu Sans"/>
                <a:cs typeface="DejaVu Sans"/>
              </a:defRPr>
            </a:lvl5pPr>
            <a:lvl6pPr algn="r">
              <a:defRPr sz="1725" b="1">
                <a:solidFill>
                  <a:srgbClr val="087D78"/>
                </a:solidFill>
                <a:latin typeface="DejaVu Sans"/>
                <a:ea typeface="DejaVu Sans"/>
                <a:cs typeface="DejaVu Sans"/>
              </a:defRPr>
            </a:lvl6pPr>
            <a:lvl7pPr algn="r">
              <a:defRPr sz="1725" b="1">
                <a:solidFill>
                  <a:srgbClr val="087D78"/>
                </a:solidFill>
                <a:latin typeface="DejaVu Sans"/>
                <a:ea typeface="DejaVu Sans"/>
                <a:cs typeface="DejaVu Sans"/>
              </a:defRPr>
            </a:lvl7pPr>
            <a:lvl8pPr algn="r">
              <a:defRPr sz="1725" b="1">
                <a:solidFill>
                  <a:srgbClr val="087D78"/>
                </a:solidFill>
                <a:latin typeface="DejaVu Sans"/>
                <a:ea typeface="DejaVu Sans"/>
                <a:cs typeface="DejaVu Sans"/>
              </a:defRPr>
            </a:lvl8pPr>
            <a:lvl9pPr algn="r">
              <a:defRPr sz="1725" b="1">
                <a:solidFill>
                  <a:srgbClr val="087D78"/>
                </a:solidFill>
                <a:latin typeface="DejaVu Sans"/>
                <a:ea typeface="DejaVu Sans"/>
                <a:cs typeface="DejaVu Sans"/>
              </a:defRPr>
            </a:lvl9pPr>
          </a:lstStyle>
          <a:p xmlns:a="http://schemas.openxmlformats.org/drawingml/2006/main">
            <a:pPr algn="r">
              <a:lnSpc>
                <a:spcPct val="112000"/>
              </a:lnSpc>
              <a:buNone/>
              <a:defRPr sz="1725" b="1">
                <a:solidFill>
                  <a:srgbClr val="087D78"/>
                </a:solidFill>
                <a:latin typeface="DejaVu Sans"/>
                <a:ea typeface="DejaVu Sans"/>
                <a:cs typeface="DejaVu Sans"/>
              </a:defRPr>
            </a:pPr>
            <a:r>
              <a:rPr sz="1725" b="1">
                <a:solidFill>
                  <a:srgbClr val="087D78"/>
                </a:solidFill>
                <a:latin typeface="DejaVu Sans"/>
                <a:ea typeface="DejaVu Sans"/>
                <a:cs typeface="DejaVu Sans"/>
              </a:rPr>
              <a:t>16</a:t>
            </a:r>
          </a:p>
        </p:txBody>
      </p:sp>
      <p:sp>
        <p:nvSpPr>
          <p:cNvPr id="8" name="">
            <a:extLst xmlns:a="http://schemas.openxmlformats.org/drawingml/2006/main">
              <a:ext uri="{FF2B5EF4-FFF2-40B4-BE49-F238E27FC236}">
                <a16:creationId xmlns:a16="http://schemas.microsoft.com/office/drawing/2014/main" id="{A21506CC-98AB-4F02-9ED9-AA30F1FF391F}"/>
              </a:ext>
            </a:extLst>
          </p:cNvPr>
          <p:cNvSpPr>
            <a:spLocks xmlns:a="http://schemas.openxmlformats.org/drawingml/2006/main" noGrp="1"/>
          </p:cNvSpPr>
          <p:nvPr/>
        </p:nvSpPr>
        <p:spPr>
          <a:xfrm xmlns:a="http://schemas.openxmlformats.org/drawingml/2006/main">
            <a:off x="609600" y="2800350"/>
            <a:ext cx="2457450" cy="2762250"/>
          </a:xfrm>
          <a:prstGeom xmlns:a="http://schemas.openxmlformats.org/drawingml/2006/main" prst="rect">
            <a:avLst/>
          </a:prstGeom>
          <a:solidFill xmlns:a="http://schemas.openxmlformats.org/drawingml/2006/main">
            <a:srgbClr val="FFFDFA"/>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22F7C0F9-8C44-444A-AA26-58031CA6EB11}"/>
              </a:ext>
            </a:extLst>
          </p:cNvPr>
          <p:cNvSpPr>
            <a:spLocks xmlns:a="http://schemas.openxmlformats.org/drawingml/2006/main" noGrp="1"/>
          </p:cNvSpPr>
          <p:nvPr/>
        </p:nvSpPr>
        <p:spPr>
          <a:xfrm xmlns:a="http://schemas.openxmlformats.org/drawingml/2006/main">
            <a:off x="609600" y="2800350"/>
            <a:ext cx="38100" cy="2762250"/>
          </a:xfrm>
          <a:prstGeom xmlns:a="http://schemas.openxmlformats.org/drawingml/2006/main" prst="rect">
            <a:avLst/>
          </a:prstGeom>
          <a:solidFill xmlns:a="http://schemas.openxmlformats.org/drawingml/2006/main">
            <a:srgbClr val="087D78"/>
          </a:solidFill>
          <a:ln xmlns:a="http://schemas.openxmlformats.org/drawingml/2006/main" w="0">
            <a:noFill/>
            <a:prstDash val="solid"/>
          </a:ln>
        </p:spPr>
      </p:sp>
      <p:sp>
        <p:nvSpPr>
          <p:cNvPr id="10" name="text-6w3uy586h9i">
            <a:extLst xmlns:a="http://schemas.openxmlformats.org/drawingml/2006/main">
              <a:ext uri="{FF2B5EF4-FFF2-40B4-BE49-F238E27FC236}">
                <a16:creationId xmlns:a16="http://schemas.microsoft.com/office/drawing/2014/main" id="{D971F82D-3BBD-4049-9BFC-9F019FDBC940}"/>
              </a:ext>
            </a:extLst>
          </p:cNvPr>
          <p:cNvSpPr>
            <a:spLocks xmlns:a="http://schemas.openxmlformats.org/drawingml/2006/main" noGrp="1"/>
          </p:cNvSpPr>
          <p:nvPr/>
        </p:nvSpPr>
        <p:spPr>
          <a:xfrm xmlns:a="http://schemas.openxmlformats.org/drawingml/2006/main">
            <a:off x="819150" y="2971800"/>
            <a:ext cx="20383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1">
                <a:solidFill>
                  <a:srgbClr val="10242B"/>
                </a:solidFill>
                <a:latin typeface="DejaVu Sans"/>
                <a:ea typeface="DejaVu Sans"/>
                <a:cs typeface="DejaVu Sans"/>
              </a:defRPr>
            </a:defPPr>
            <a:lvl1pPr algn="l">
              <a:defRPr sz="1800" b="1">
                <a:solidFill>
                  <a:srgbClr val="10242B"/>
                </a:solidFill>
                <a:latin typeface="DejaVu Sans"/>
                <a:ea typeface="DejaVu Sans"/>
                <a:cs typeface="DejaVu Sans"/>
              </a:defRPr>
            </a:lvl1pPr>
            <a:lvl2pPr algn="l">
              <a:defRPr sz="1800" b="1">
                <a:solidFill>
                  <a:srgbClr val="10242B"/>
                </a:solidFill>
                <a:latin typeface="DejaVu Sans"/>
                <a:ea typeface="DejaVu Sans"/>
                <a:cs typeface="DejaVu Sans"/>
              </a:defRPr>
            </a:lvl2pPr>
            <a:lvl3pPr algn="l">
              <a:defRPr sz="1800" b="1">
                <a:solidFill>
                  <a:srgbClr val="10242B"/>
                </a:solidFill>
                <a:latin typeface="DejaVu Sans"/>
                <a:ea typeface="DejaVu Sans"/>
                <a:cs typeface="DejaVu Sans"/>
              </a:defRPr>
            </a:lvl3pPr>
            <a:lvl4pPr algn="l">
              <a:defRPr sz="1800" b="1">
                <a:solidFill>
                  <a:srgbClr val="10242B"/>
                </a:solidFill>
                <a:latin typeface="DejaVu Sans"/>
                <a:ea typeface="DejaVu Sans"/>
                <a:cs typeface="DejaVu Sans"/>
              </a:defRPr>
            </a:lvl4pPr>
            <a:lvl5pPr algn="l">
              <a:defRPr sz="1800" b="1">
                <a:solidFill>
                  <a:srgbClr val="10242B"/>
                </a:solidFill>
                <a:latin typeface="DejaVu Sans"/>
                <a:ea typeface="DejaVu Sans"/>
                <a:cs typeface="DejaVu Sans"/>
              </a:defRPr>
            </a:lvl5pPr>
            <a:lvl6pPr algn="l">
              <a:defRPr sz="1800" b="1">
                <a:solidFill>
                  <a:srgbClr val="10242B"/>
                </a:solidFill>
                <a:latin typeface="DejaVu Sans"/>
                <a:ea typeface="DejaVu Sans"/>
                <a:cs typeface="DejaVu Sans"/>
              </a:defRPr>
            </a:lvl6pPr>
            <a:lvl7pPr algn="l">
              <a:defRPr sz="1800" b="1">
                <a:solidFill>
                  <a:srgbClr val="10242B"/>
                </a:solidFill>
                <a:latin typeface="DejaVu Sans"/>
                <a:ea typeface="DejaVu Sans"/>
                <a:cs typeface="DejaVu Sans"/>
              </a:defRPr>
            </a:lvl7pPr>
            <a:lvl8pPr algn="l">
              <a:defRPr sz="1800" b="1">
                <a:solidFill>
                  <a:srgbClr val="10242B"/>
                </a:solidFill>
                <a:latin typeface="DejaVu Sans"/>
                <a:ea typeface="DejaVu Sans"/>
                <a:cs typeface="DejaVu Sans"/>
              </a:defRPr>
            </a:lvl8pPr>
            <a:lvl9pPr algn="l">
              <a:defRPr sz="1800" b="1">
                <a:solidFill>
                  <a:srgbClr val="10242B"/>
                </a:solidFill>
                <a:latin typeface="DejaVu Sans"/>
                <a:ea typeface="DejaVu Sans"/>
                <a:cs typeface="DejaVu Sans"/>
              </a:defRPr>
            </a:lvl9pPr>
          </a:lstStyle>
          <a:p xmlns:a="http://schemas.openxmlformats.org/drawingml/2006/main">
            <a:pPr algn="l">
              <a:lnSpc>
                <a:spcPct val="112000"/>
              </a:lnSpc>
              <a:buNone/>
              <a:defRPr sz="1800" b="1">
                <a:solidFill>
                  <a:srgbClr val="10242B"/>
                </a:solidFill>
                <a:latin typeface="DejaVu Sans"/>
                <a:ea typeface="DejaVu Sans"/>
                <a:cs typeface="DejaVu Sans"/>
              </a:defRPr>
            </a:pPr>
            <a:r>
              <a:rPr sz="1800" b="1">
                <a:solidFill>
                  <a:srgbClr val="10242B"/>
                </a:solidFill>
                <a:latin typeface="DejaVu Sans"/>
                <a:ea typeface="DejaVu Sans"/>
                <a:cs typeface="DejaVu Sans"/>
              </a:rPr>
              <a:t>Define</a:t>
            </a:r>
          </a:p>
        </p:txBody>
      </p:sp>
      <p:sp>
        <p:nvSpPr>
          <p:cNvPr id="11" name="text-dd1n4pa3lzp">
            <a:extLst xmlns:a="http://schemas.openxmlformats.org/drawingml/2006/main">
              <a:ext uri="{FF2B5EF4-FFF2-40B4-BE49-F238E27FC236}">
                <a16:creationId xmlns:a16="http://schemas.microsoft.com/office/drawing/2014/main" id="{B7760E5D-A106-47B3-B73C-B5992B68FABC}"/>
              </a:ext>
            </a:extLst>
          </p:cNvPr>
          <p:cNvSpPr>
            <a:spLocks xmlns:a="http://schemas.openxmlformats.org/drawingml/2006/main" noGrp="1"/>
          </p:cNvSpPr>
          <p:nvPr/>
        </p:nvSpPr>
        <p:spPr>
          <a:xfrm xmlns:a="http://schemas.openxmlformats.org/drawingml/2006/main">
            <a:off x="819150" y="3590925"/>
            <a:ext cx="2038350" cy="1885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577078"/>
                </a:solidFill>
                <a:latin typeface="DejaVu Sans"/>
                <a:ea typeface="DejaVu Sans"/>
                <a:cs typeface="DejaVu Sans"/>
              </a:defRPr>
            </a:defPPr>
            <a:lvl1pPr algn="l">
              <a:defRPr sz="1650" b="0">
                <a:solidFill>
                  <a:srgbClr val="577078"/>
                </a:solidFill>
                <a:latin typeface="DejaVu Sans"/>
                <a:ea typeface="DejaVu Sans"/>
                <a:cs typeface="DejaVu Sans"/>
              </a:defRPr>
            </a:lvl1pPr>
            <a:lvl2pPr algn="l">
              <a:defRPr sz="1650" b="0">
                <a:solidFill>
                  <a:srgbClr val="577078"/>
                </a:solidFill>
                <a:latin typeface="DejaVu Sans"/>
                <a:ea typeface="DejaVu Sans"/>
                <a:cs typeface="DejaVu Sans"/>
              </a:defRPr>
            </a:lvl2pPr>
            <a:lvl3pPr algn="l">
              <a:defRPr sz="1650" b="0">
                <a:solidFill>
                  <a:srgbClr val="577078"/>
                </a:solidFill>
                <a:latin typeface="DejaVu Sans"/>
                <a:ea typeface="DejaVu Sans"/>
                <a:cs typeface="DejaVu Sans"/>
              </a:defRPr>
            </a:lvl3pPr>
            <a:lvl4pPr algn="l">
              <a:defRPr sz="1650" b="0">
                <a:solidFill>
                  <a:srgbClr val="577078"/>
                </a:solidFill>
                <a:latin typeface="DejaVu Sans"/>
                <a:ea typeface="DejaVu Sans"/>
                <a:cs typeface="DejaVu Sans"/>
              </a:defRPr>
            </a:lvl4pPr>
            <a:lvl5pPr algn="l">
              <a:defRPr sz="1650" b="0">
                <a:solidFill>
                  <a:srgbClr val="577078"/>
                </a:solidFill>
                <a:latin typeface="DejaVu Sans"/>
                <a:ea typeface="DejaVu Sans"/>
                <a:cs typeface="DejaVu Sans"/>
              </a:defRPr>
            </a:lvl5pPr>
            <a:lvl6pPr algn="l">
              <a:defRPr sz="1650" b="0">
                <a:solidFill>
                  <a:srgbClr val="577078"/>
                </a:solidFill>
                <a:latin typeface="DejaVu Sans"/>
                <a:ea typeface="DejaVu Sans"/>
                <a:cs typeface="DejaVu Sans"/>
              </a:defRPr>
            </a:lvl6pPr>
            <a:lvl7pPr algn="l">
              <a:defRPr sz="1650" b="0">
                <a:solidFill>
                  <a:srgbClr val="577078"/>
                </a:solidFill>
                <a:latin typeface="DejaVu Sans"/>
                <a:ea typeface="DejaVu Sans"/>
                <a:cs typeface="DejaVu Sans"/>
              </a:defRPr>
            </a:lvl7pPr>
            <a:lvl8pPr algn="l">
              <a:defRPr sz="1650" b="0">
                <a:solidFill>
                  <a:srgbClr val="577078"/>
                </a:solidFill>
                <a:latin typeface="DejaVu Sans"/>
                <a:ea typeface="DejaVu Sans"/>
                <a:cs typeface="DejaVu Sans"/>
              </a:defRPr>
            </a:lvl8pPr>
            <a:lvl9pPr algn="l">
              <a:defRPr sz="1650" b="0">
                <a:solidFill>
                  <a:srgbClr val="577078"/>
                </a:solidFill>
                <a:latin typeface="DejaVu Sans"/>
                <a:ea typeface="DejaVu Sans"/>
                <a:cs typeface="DejaVu Sans"/>
              </a:defRPr>
            </a:lvl9pPr>
          </a:lstStyle>
          <a:p xmlns:a="http://schemas.openxmlformats.org/drawingml/2006/main">
            <a:pPr algn="l">
              <a:lnSpc>
                <a:spcPct val="112000"/>
              </a:lnSpc>
              <a:buNone/>
              <a:defRPr sz="1650" b="0">
                <a:solidFill>
                  <a:srgbClr val="577078"/>
                </a:solidFill>
                <a:latin typeface="DejaVu Sans"/>
                <a:ea typeface="DejaVu Sans"/>
                <a:cs typeface="DejaVu Sans"/>
              </a:defRPr>
            </a:pPr>
            <a:r>
              <a:rPr sz="1650" b="0">
                <a:solidFill>
                  <a:srgbClr val="577078"/>
                </a:solidFill>
                <a:latin typeface="DejaVu Sans"/>
                <a:ea typeface="DejaVu Sans"/>
                <a:cs typeface="DejaVu Sans"/>
              </a:rPr>
              <a:t>Same task, payload, country and cutoff date.</a:t>
            </a:r>
          </a:p>
        </p:txBody>
      </p:sp>
      <p:sp>
        <p:nvSpPr>
          <p:cNvPr id="12" name="">
            <a:extLst xmlns:a="http://schemas.openxmlformats.org/drawingml/2006/main">
              <a:ext uri="{FF2B5EF4-FFF2-40B4-BE49-F238E27FC236}">
                <a16:creationId xmlns:a16="http://schemas.microsoft.com/office/drawing/2014/main" id="{291DDE4D-E21A-4DA2-B952-9A0B68804255}"/>
              </a:ext>
            </a:extLst>
          </p:cNvPr>
          <p:cNvSpPr>
            <a:spLocks xmlns:a="http://schemas.openxmlformats.org/drawingml/2006/main" noGrp="1"/>
          </p:cNvSpPr>
          <p:nvPr/>
        </p:nvSpPr>
        <p:spPr>
          <a:xfrm xmlns:a="http://schemas.openxmlformats.org/drawingml/2006/main">
            <a:off x="3448050" y="2800350"/>
            <a:ext cx="2457450" cy="2762250"/>
          </a:xfrm>
          <a:prstGeom xmlns:a="http://schemas.openxmlformats.org/drawingml/2006/main" prst="rect">
            <a:avLst/>
          </a:prstGeom>
          <a:solidFill xmlns:a="http://schemas.openxmlformats.org/drawingml/2006/main">
            <a:srgbClr val="FFFDFA"/>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0A0AFC73-CBB2-475C-A4B9-01E590F7C33A}"/>
              </a:ext>
            </a:extLst>
          </p:cNvPr>
          <p:cNvSpPr>
            <a:spLocks xmlns:a="http://schemas.openxmlformats.org/drawingml/2006/main" noGrp="1"/>
          </p:cNvSpPr>
          <p:nvPr/>
        </p:nvSpPr>
        <p:spPr>
          <a:xfrm xmlns:a="http://schemas.openxmlformats.org/drawingml/2006/main">
            <a:off x="3448050" y="2800350"/>
            <a:ext cx="38100" cy="2762250"/>
          </a:xfrm>
          <a:prstGeom xmlns:a="http://schemas.openxmlformats.org/drawingml/2006/main" prst="rect">
            <a:avLst/>
          </a:prstGeom>
          <a:solidFill xmlns:a="http://schemas.openxmlformats.org/drawingml/2006/main">
            <a:srgbClr val="D64136"/>
          </a:solidFill>
          <a:ln xmlns:a="http://schemas.openxmlformats.org/drawingml/2006/main" w="0">
            <a:noFill/>
            <a:prstDash val="solid"/>
          </a:ln>
        </p:spPr>
      </p:sp>
      <p:sp>
        <p:nvSpPr>
          <p:cNvPr id="14" name="text-z6jeg9cy277">
            <a:extLst xmlns:a="http://schemas.openxmlformats.org/drawingml/2006/main">
              <a:ext uri="{FF2B5EF4-FFF2-40B4-BE49-F238E27FC236}">
                <a16:creationId xmlns:a16="http://schemas.microsoft.com/office/drawing/2014/main" id="{A24D8B13-A43D-40B1-92B3-95A551952476}"/>
              </a:ext>
            </a:extLst>
          </p:cNvPr>
          <p:cNvSpPr>
            <a:spLocks xmlns:a="http://schemas.openxmlformats.org/drawingml/2006/main" noGrp="1"/>
          </p:cNvSpPr>
          <p:nvPr/>
        </p:nvSpPr>
        <p:spPr>
          <a:xfrm xmlns:a="http://schemas.openxmlformats.org/drawingml/2006/main">
            <a:off x="3657600" y="2971800"/>
            <a:ext cx="20383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1">
                <a:solidFill>
                  <a:srgbClr val="10242B"/>
                </a:solidFill>
                <a:latin typeface="DejaVu Sans"/>
                <a:ea typeface="DejaVu Sans"/>
                <a:cs typeface="DejaVu Sans"/>
              </a:defRPr>
            </a:defPPr>
            <a:lvl1pPr algn="l">
              <a:defRPr sz="1800" b="1">
                <a:solidFill>
                  <a:srgbClr val="10242B"/>
                </a:solidFill>
                <a:latin typeface="DejaVu Sans"/>
                <a:ea typeface="DejaVu Sans"/>
                <a:cs typeface="DejaVu Sans"/>
              </a:defRPr>
            </a:lvl1pPr>
            <a:lvl2pPr algn="l">
              <a:defRPr sz="1800" b="1">
                <a:solidFill>
                  <a:srgbClr val="10242B"/>
                </a:solidFill>
                <a:latin typeface="DejaVu Sans"/>
                <a:ea typeface="DejaVu Sans"/>
                <a:cs typeface="DejaVu Sans"/>
              </a:defRPr>
            </a:lvl2pPr>
            <a:lvl3pPr algn="l">
              <a:defRPr sz="1800" b="1">
                <a:solidFill>
                  <a:srgbClr val="10242B"/>
                </a:solidFill>
                <a:latin typeface="DejaVu Sans"/>
                <a:ea typeface="DejaVu Sans"/>
                <a:cs typeface="DejaVu Sans"/>
              </a:defRPr>
            </a:lvl3pPr>
            <a:lvl4pPr algn="l">
              <a:defRPr sz="1800" b="1">
                <a:solidFill>
                  <a:srgbClr val="10242B"/>
                </a:solidFill>
                <a:latin typeface="DejaVu Sans"/>
                <a:ea typeface="DejaVu Sans"/>
                <a:cs typeface="DejaVu Sans"/>
              </a:defRPr>
            </a:lvl4pPr>
            <a:lvl5pPr algn="l">
              <a:defRPr sz="1800" b="1">
                <a:solidFill>
                  <a:srgbClr val="10242B"/>
                </a:solidFill>
                <a:latin typeface="DejaVu Sans"/>
                <a:ea typeface="DejaVu Sans"/>
                <a:cs typeface="DejaVu Sans"/>
              </a:defRPr>
            </a:lvl5pPr>
            <a:lvl6pPr algn="l">
              <a:defRPr sz="1800" b="1">
                <a:solidFill>
                  <a:srgbClr val="10242B"/>
                </a:solidFill>
                <a:latin typeface="DejaVu Sans"/>
                <a:ea typeface="DejaVu Sans"/>
                <a:cs typeface="DejaVu Sans"/>
              </a:defRPr>
            </a:lvl6pPr>
            <a:lvl7pPr algn="l">
              <a:defRPr sz="1800" b="1">
                <a:solidFill>
                  <a:srgbClr val="10242B"/>
                </a:solidFill>
                <a:latin typeface="DejaVu Sans"/>
                <a:ea typeface="DejaVu Sans"/>
                <a:cs typeface="DejaVu Sans"/>
              </a:defRPr>
            </a:lvl7pPr>
            <a:lvl8pPr algn="l">
              <a:defRPr sz="1800" b="1">
                <a:solidFill>
                  <a:srgbClr val="10242B"/>
                </a:solidFill>
                <a:latin typeface="DejaVu Sans"/>
                <a:ea typeface="DejaVu Sans"/>
                <a:cs typeface="DejaVu Sans"/>
              </a:defRPr>
            </a:lvl8pPr>
            <a:lvl9pPr algn="l">
              <a:defRPr sz="1800" b="1">
                <a:solidFill>
                  <a:srgbClr val="10242B"/>
                </a:solidFill>
                <a:latin typeface="DejaVu Sans"/>
                <a:ea typeface="DejaVu Sans"/>
                <a:cs typeface="DejaVu Sans"/>
              </a:defRPr>
            </a:lvl9pPr>
          </a:lstStyle>
          <a:p xmlns:a="http://schemas.openxmlformats.org/drawingml/2006/main">
            <a:pPr algn="l">
              <a:lnSpc>
                <a:spcPct val="112000"/>
              </a:lnSpc>
              <a:buNone/>
              <a:defRPr sz="1800" b="1">
                <a:solidFill>
                  <a:srgbClr val="10242B"/>
                </a:solidFill>
                <a:latin typeface="DejaVu Sans"/>
                <a:ea typeface="DejaVu Sans"/>
                <a:cs typeface="DejaVu Sans"/>
              </a:defRPr>
            </a:pPr>
            <a:r>
              <a:rPr sz="1800" b="1">
                <a:solidFill>
                  <a:srgbClr val="10242B"/>
                </a:solidFill>
                <a:latin typeface="DejaVu Sans"/>
                <a:ea typeface="DejaVu Sans"/>
                <a:cs typeface="DejaVu Sans"/>
              </a:rPr>
              <a:t>Retrieve</a:t>
            </a:r>
          </a:p>
        </p:txBody>
      </p:sp>
      <p:sp>
        <p:nvSpPr>
          <p:cNvPr id="15" name="text-coonqyct62g">
            <a:extLst xmlns:a="http://schemas.openxmlformats.org/drawingml/2006/main">
              <a:ext uri="{FF2B5EF4-FFF2-40B4-BE49-F238E27FC236}">
                <a16:creationId xmlns:a16="http://schemas.microsoft.com/office/drawing/2014/main" id="{94B2BB0D-92F7-4016-9E09-F01ED2D401F5}"/>
              </a:ext>
            </a:extLst>
          </p:cNvPr>
          <p:cNvSpPr>
            <a:spLocks xmlns:a="http://schemas.openxmlformats.org/drawingml/2006/main" noGrp="1"/>
          </p:cNvSpPr>
          <p:nvPr/>
        </p:nvSpPr>
        <p:spPr>
          <a:xfrm xmlns:a="http://schemas.openxmlformats.org/drawingml/2006/main">
            <a:off x="3657600" y="3590925"/>
            <a:ext cx="2038350" cy="1885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577078"/>
                </a:solidFill>
                <a:latin typeface="DejaVu Sans"/>
                <a:ea typeface="DejaVu Sans"/>
                <a:cs typeface="DejaVu Sans"/>
              </a:defRPr>
            </a:defPPr>
            <a:lvl1pPr algn="l">
              <a:defRPr sz="1650" b="0">
                <a:solidFill>
                  <a:srgbClr val="577078"/>
                </a:solidFill>
                <a:latin typeface="DejaVu Sans"/>
                <a:ea typeface="DejaVu Sans"/>
                <a:cs typeface="DejaVu Sans"/>
              </a:defRPr>
            </a:lvl1pPr>
            <a:lvl2pPr algn="l">
              <a:defRPr sz="1650" b="0">
                <a:solidFill>
                  <a:srgbClr val="577078"/>
                </a:solidFill>
                <a:latin typeface="DejaVu Sans"/>
                <a:ea typeface="DejaVu Sans"/>
                <a:cs typeface="DejaVu Sans"/>
              </a:defRPr>
            </a:lvl2pPr>
            <a:lvl3pPr algn="l">
              <a:defRPr sz="1650" b="0">
                <a:solidFill>
                  <a:srgbClr val="577078"/>
                </a:solidFill>
                <a:latin typeface="DejaVu Sans"/>
                <a:ea typeface="DejaVu Sans"/>
                <a:cs typeface="DejaVu Sans"/>
              </a:defRPr>
            </a:lvl3pPr>
            <a:lvl4pPr algn="l">
              <a:defRPr sz="1650" b="0">
                <a:solidFill>
                  <a:srgbClr val="577078"/>
                </a:solidFill>
                <a:latin typeface="DejaVu Sans"/>
                <a:ea typeface="DejaVu Sans"/>
                <a:cs typeface="DejaVu Sans"/>
              </a:defRPr>
            </a:lvl4pPr>
            <a:lvl5pPr algn="l">
              <a:defRPr sz="1650" b="0">
                <a:solidFill>
                  <a:srgbClr val="577078"/>
                </a:solidFill>
                <a:latin typeface="DejaVu Sans"/>
                <a:ea typeface="DejaVu Sans"/>
                <a:cs typeface="DejaVu Sans"/>
              </a:defRPr>
            </a:lvl5pPr>
            <a:lvl6pPr algn="l">
              <a:defRPr sz="1650" b="0">
                <a:solidFill>
                  <a:srgbClr val="577078"/>
                </a:solidFill>
                <a:latin typeface="DejaVu Sans"/>
                <a:ea typeface="DejaVu Sans"/>
                <a:cs typeface="DejaVu Sans"/>
              </a:defRPr>
            </a:lvl6pPr>
            <a:lvl7pPr algn="l">
              <a:defRPr sz="1650" b="0">
                <a:solidFill>
                  <a:srgbClr val="577078"/>
                </a:solidFill>
                <a:latin typeface="DejaVu Sans"/>
                <a:ea typeface="DejaVu Sans"/>
                <a:cs typeface="DejaVu Sans"/>
              </a:defRPr>
            </a:lvl7pPr>
            <a:lvl8pPr algn="l">
              <a:defRPr sz="1650" b="0">
                <a:solidFill>
                  <a:srgbClr val="577078"/>
                </a:solidFill>
                <a:latin typeface="DejaVu Sans"/>
                <a:ea typeface="DejaVu Sans"/>
                <a:cs typeface="DejaVu Sans"/>
              </a:defRPr>
            </a:lvl8pPr>
            <a:lvl9pPr algn="l">
              <a:defRPr sz="1650" b="0">
                <a:solidFill>
                  <a:srgbClr val="577078"/>
                </a:solidFill>
                <a:latin typeface="DejaVu Sans"/>
                <a:ea typeface="DejaVu Sans"/>
                <a:cs typeface="DejaVu Sans"/>
              </a:defRPr>
            </a:lvl9pPr>
          </a:lstStyle>
          <a:p xmlns:a="http://schemas.openxmlformats.org/drawingml/2006/main">
            <a:pPr algn="l">
              <a:lnSpc>
                <a:spcPct val="112000"/>
              </a:lnSpc>
              <a:buNone/>
              <a:defRPr sz="1650" b="0">
                <a:solidFill>
                  <a:srgbClr val="577078"/>
                </a:solidFill>
                <a:latin typeface="DejaVu Sans"/>
                <a:ea typeface="DejaVu Sans"/>
                <a:cs typeface="DejaVu Sans"/>
              </a:defRPr>
            </a:pPr>
            <a:r>
              <a:rPr sz="1650" b="0">
                <a:solidFill>
                  <a:srgbClr val="577078"/>
                </a:solidFill>
                <a:latin typeface="DejaVu Sans"/>
                <a:ea typeface="DejaVu Sans"/>
                <a:cs typeface="DejaVu Sans"/>
              </a:rPr>
              <a:t>Official specifications and conditions for each variant.</a:t>
            </a:r>
          </a:p>
        </p:txBody>
      </p:sp>
      <p:sp>
        <p:nvSpPr>
          <p:cNvPr id="16" name="">
            <a:extLst xmlns:a="http://schemas.openxmlformats.org/drawingml/2006/main">
              <a:ext uri="{FF2B5EF4-FFF2-40B4-BE49-F238E27FC236}">
                <a16:creationId xmlns:a16="http://schemas.microsoft.com/office/drawing/2014/main" id="{409B99CD-43B7-4294-BDAE-32A27D9A9DDD}"/>
              </a:ext>
            </a:extLst>
          </p:cNvPr>
          <p:cNvSpPr>
            <a:spLocks xmlns:a="http://schemas.openxmlformats.org/drawingml/2006/main" noGrp="1"/>
          </p:cNvSpPr>
          <p:nvPr/>
        </p:nvSpPr>
        <p:spPr>
          <a:xfrm xmlns:a="http://schemas.openxmlformats.org/drawingml/2006/main">
            <a:off x="6286500" y="2800350"/>
            <a:ext cx="2457450" cy="2762250"/>
          </a:xfrm>
          <a:prstGeom xmlns:a="http://schemas.openxmlformats.org/drawingml/2006/main" prst="rect">
            <a:avLst/>
          </a:prstGeom>
          <a:solidFill xmlns:a="http://schemas.openxmlformats.org/drawingml/2006/main">
            <a:srgbClr val="FFFDFA"/>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8FE3B148-68D6-4A23-810B-192EEF6D486E}"/>
              </a:ext>
            </a:extLst>
          </p:cNvPr>
          <p:cNvSpPr>
            <a:spLocks xmlns:a="http://schemas.openxmlformats.org/drawingml/2006/main" noGrp="1"/>
          </p:cNvSpPr>
          <p:nvPr/>
        </p:nvSpPr>
        <p:spPr>
          <a:xfrm xmlns:a="http://schemas.openxmlformats.org/drawingml/2006/main">
            <a:off x="6286500" y="2800350"/>
            <a:ext cx="38100" cy="2762250"/>
          </a:xfrm>
          <a:prstGeom xmlns:a="http://schemas.openxmlformats.org/drawingml/2006/main" prst="rect">
            <a:avLst/>
          </a:prstGeom>
          <a:solidFill xmlns:a="http://schemas.openxmlformats.org/drawingml/2006/main">
            <a:srgbClr val="E5B64B"/>
          </a:solidFill>
          <a:ln xmlns:a="http://schemas.openxmlformats.org/drawingml/2006/main" w="0">
            <a:noFill/>
            <a:prstDash val="solid"/>
          </a:ln>
        </p:spPr>
      </p:sp>
      <p:sp>
        <p:nvSpPr>
          <p:cNvPr id="18" name="text-or1s31z48n">
            <a:extLst xmlns:a="http://schemas.openxmlformats.org/drawingml/2006/main">
              <a:ext uri="{FF2B5EF4-FFF2-40B4-BE49-F238E27FC236}">
                <a16:creationId xmlns:a16="http://schemas.microsoft.com/office/drawing/2014/main" id="{4EB6D47C-88B0-4690-9D40-3473D1D5B522}"/>
              </a:ext>
            </a:extLst>
          </p:cNvPr>
          <p:cNvSpPr>
            <a:spLocks xmlns:a="http://schemas.openxmlformats.org/drawingml/2006/main" noGrp="1"/>
          </p:cNvSpPr>
          <p:nvPr/>
        </p:nvSpPr>
        <p:spPr>
          <a:xfrm xmlns:a="http://schemas.openxmlformats.org/drawingml/2006/main">
            <a:off x="6496050" y="2971800"/>
            <a:ext cx="20383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1">
                <a:solidFill>
                  <a:srgbClr val="10242B"/>
                </a:solidFill>
                <a:latin typeface="DejaVu Sans"/>
                <a:ea typeface="DejaVu Sans"/>
                <a:cs typeface="DejaVu Sans"/>
              </a:defRPr>
            </a:defPPr>
            <a:lvl1pPr algn="l">
              <a:defRPr sz="1800" b="1">
                <a:solidFill>
                  <a:srgbClr val="10242B"/>
                </a:solidFill>
                <a:latin typeface="DejaVu Sans"/>
                <a:ea typeface="DejaVu Sans"/>
                <a:cs typeface="DejaVu Sans"/>
              </a:defRPr>
            </a:lvl1pPr>
            <a:lvl2pPr algn="l">
              <a:defRPr sz="1800" b="1">
                <a:solidFill>
                  <a:srgbClr val="10242B"/>
                </a:solidFill>
                <a:latin typeface="DejaVu Sans"/>
                <a:ea typeface="DejaVu Sans"/>
                <a:cs typeface="DejaVu Sans"/>
              </a:defRPr>
            </a:lvl2pPr>
            <a:lvl3pPr algn="l">
              <a:defRPr sz="1800" b="1">
                <a:solidFill>
                  <a:srgbClr val="10242B"/>
                </a:solidFill>
                <a:latin typeface="DejaVu Sans"/>
                <a:ea typeface="DejaVu Sans"/>
                <a:cs typeface="DejaVu Sans"/>
              </a:defRPr>
            </a:lvl3pPr>
            <a:lvl4pPr algn="l">
              <a:defRPr sz="1800" b="1">
                <a:solidFill>
                  <a:srgbClr val="10242B"/>
                </a:solidFill>
                <a:latin typeface="DejaVu Sans"/>
                <a:ea typeface="DejaVu Sans"/>
                <a:cs typeface="DejaVu Sans"/>
              </a:defRPr>
            </a:lvl4pPr>
            <a:lvl5pPr algn="l">
              <a:defRPr sz="1800" b="1">
                <a:solidFill>
                  <a:srgbClr val="10242B"/>
                </a:solidFill>
                <a:latin typeface="DejaVu Sans"/>
                <a:ea typeface="DejaVu Sans"/>
                <a:cs typeface="DejaVu Sans"/>
              </a:defRPr>
            </a:lvl5pPr>
            <a:lvl6pPr algn="l">
              <a:defRPr sz="1800" b="1">
                <a:solidFill>
                  <a:srgbClr val="10242B"/>
                </a:solidFill>
                <a:latin typeface="DejaVu Sans"/>
                <a:ea typeface="DejaVu Sans"/>
                <a:cs typeface="DejaVu Sans"/>
              </a:defRPr>
            </a:lvl6pPr>
            <a:lvl7pPr algn="l">
              <a:defRPr sz="1800" b="1">
                <a:solidFill>
                  <a:srgbClr val="10242B"/>
                </a:solidFill>
                <a:latin typeface="DejaVu Sans"/>
                <a:ea typeface="DejaVu Sans"/>
                <a:cs typeface="DejaVu Sans"/>
              </a:defRPr>
            </a:lvl7pPr>
            <a:lvl8pPr algn="l">
              <a:defRPr sz="1800" b="1">
                <a:solidFill>
                  <a:srgbClr val="10242B"/>
                </a:solidFill>
                <a:latin typeface="DejaVu Sans"/>
                <a:ea typeface="DejaVu Sans"/>
                <a:cs typeface="DejaVu Sans"/>
              </a:defRPr>
            </a:lvl8pPr>
            <a:lvl9pPr algn="l">
              <a:defRPr sz="1800" b="1">
                <a:solidFill>
                  <a:srgbClr val="10242B"/>
                </a:solidFill>
                <a:latin typeface="DejaVu Sans"/>
                <a:ea typeface="DejaVu Sans"/>
                <a:cs typeface="DejaVu Sans"/>
              </a:defRPr>
            </a:lvl9pPr>
          </a:lstStyle>
          <a:p xmlns:a="http://schemas.openxmlformats.org/drawingml/2006/main">
            <a:pPr algn="l">
              <a:lnSpc>
                <a:spcPct val="112000"/>
              </a:lnSpc>
              <a:buNone/>
              <a:defRPr sz="1800" b="1">
                <a:solidFill>
                  <a:srgbClr val="10242B"/>
                </a:solidFill>
                <a:latin typeface="DejaVu Sans"/>
                <a:ea typeface="DejaVu Sans"/>
                <a:cs typeface="DejaVu Sans"/>
              </a:defRPr>
            </a:pPr>
            <a:r>
              <a:rPr sz="1800" b="1">
                <a:solidFill>
                  <a:srgbClr val="10242B"/>
                </a:solidFill>
                <a:latin typeface="DejaVu Sans"/>
                <a:ea typeface="DejaVu Sans"/>
                <a:cs typeface="DejaVu Sans"/>
              </a:rPr>
              <a:t>Normalize</a:t>
            </a:r>
          </a:p>
        </p:txBody>
      </p:sp>
      <p:sp>
        <p:nvSpPr>
          <p:cNvPr id="19" name="text-8v6yxvi7lgh">
            <a:extLst xmlns:a="http://schemas.openxmlformats.org/drawingml/2006/main">
              <a:ext uri="{FF2B5EF4-FFF2-40B4-BE49-F238E27FC236}">
                <a16:creationId xmlns:a16="http://schemas.microsoft.com/office/drawing/2014/main" id="{8036842A-5928-47F3-9992-B16B0418BAFA}"/>
              </a:ext>
            </a:extLst>
          </p:cNvPr>
          <p:cNvSpPr>
            <a:spLocks xmlns:a="http://schemas.openxmlformats.org/drawingml/2006/main" noGrp="1"/>
          </p:cNvSpPr>
          <p:nvPr/>
        </p:nvSpPr>
        <p:spPr>
          <a:xfrm xmlns:a="http://schemas.openxmlformats.org/drawingml/2006/main">
            <a:off x="6496050" y="3590925"/>
            <a:ext cx="2038350" cy="1885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577078"/>
                </a:solidFill>
                <a:latin typeface="DejaVu Sans"/>
                <a:ea typeface="DejaVu Sans"/>
                <a:cs typeface="DejaVu Sans"/>
              </a:defRPr>
            </a:defPPr>
            <a:lvl1pPr algn="l">
              <a:defRPr sz="1650" b="0">
                <a:solidFill>
                  <a:srgbClr val="577078"/>
                </a:solidFill>
                <a:latin typeface="DejaVu Sans"/>
                <a:ea typeface="DejaVu Sans"/>
                <a:cs typeface="DejaVu Sans"/>
              </a:defRPr>
            </a:lvl1pPr>
            <a:lvl2pPr algn="l">
              <a:defRPr sz="1650" b="0">
                <a:solidFill>
                  <a:srgbClr val="577078"/>
                </a:solidFill>
                <a:latin typeface="DejaVu Sans"/>
                <a:ea typeface="DejaVu Sans"/>
                <a:cs typeface="DejaVu Sans"/>
              </a:defRPr>
            </a:lvl2pPr>
            <a:lvl3pPr algn="l">
              <a:defRPr sz="1650" b="0">
                <a:solidFill>
                  <a:srgbClr val="577078"/>
                </a:solidFill>
                <a:latin typeface="DejaVu Sans"/>
                <a:ea typeface="DejaVu Sans"/>
                <a:cs typeface="DejaVu Sans"/>
              </a:defRPr>
            </a:lvl3pPr>
            <a:lvl4pPr algn="l">
              <a:defRPr sz="1650" b="0">
                <a:solidFill>
                  <a:srgbClr val="577078"/>
                </a:solidFill>
                <a:latin typeface="DejaVu Sans"/>
                <a:ea typeface="DejaVu Sans"/>
                <a:cs typeface="DejaVu Sans"/>
              </a:defRPr>
            </a:lvl4pPr>
            <a:lvl5pPr algn="l">
              <a:defRPr sz="1650" b="0">
                <a:solidFill>
                  <a:srgbClr val="577078"/>
                </a:solidFill>
                <a:latin typeface="DejaVu Sans"/>
                <a:ea typeface="DejaVu Sans"/>
                <a:cs typeface="DejaVu Sans"/>
              </a:defRPr>
            </a:lvl5pPr>
            <a:lvl6pPr algn="l">
              <a:defRPr sz="1650" b="0">
                <a:solidFill>
                  <a:srgbClr val="577078"/>
                </a:solidFill>
                <a:latin typeface="DejaVu Sans"/>
                <a:ea typeface="DejaVu Sans"/>
                <a:cs typeface="DejaVu Sans"/>
              </a:defRPr>
            </a:lvl6pPr>
            <a:lvl7pPr algn="l">
              <a:defRPr sz="1650" b="0">
                <a:solidFill>
                  <a:srgbClr val="577078"/>
                </a:solidFill>
                <a:latin typeface="DejaVu Sans"/>
                <a:ea typeface="DejaVu Sans"/>
                <a:cs typeface="DejaVu Sans"/>
              </a:defRPr>
            </a:lvl7pPr>
            <a:lvl8pPr algn="l">
              <a:defRPr sz="1650" b="0">
                <a:solidFill>
                  <a:srgbClr val="577078"/>
                </a:solidFill>
                <a:latin typeface="DejaVu Sans"/>
                <a:ea typeface="DejaVu Sans"/>
                <a:cs typeface="DejaVu Sans"/>
              </a:defRPr>
            </a:lvl8pPr>
            <a:lvl9pPr algn="l">
              <a:defRPr sz="1650" b="0">
                <a:solidFill>
                  <a:srgbClr val="577078"/>
                </a:solidFill>
                <a:latin typeface="DejaVu Sans"/>
                <a:ea typeface="DejaVu Sans"/>
                <a:cs typeface="DejaVu Sans"/>
              </a:defRPr>
            </a:lvl9pPr>
          </a:lstStyle>
          <a:p xmlns:a="http://schemas.openxmlformats.org/drawingml/2006/main">
            <a:pPr algn="l">
              <a:lnSpc>
                <a:spcPct val="112000"/>
              </a:lnSpc>
              <a:buNone/>
              <a:defRPr sz="1650" b="0">
                <a:solidFill>
                  <a:srgbClr val="577078"/>
                </a:solidFill>
                <a:latin typeface="DejaVu Sans"/>
                <a:ea typeface="DejaVu Sans"/>
                <a:cs typeface="DejaVu Sans"/>
              </a:defRPr>
            </a:pPr>
            <a:r>
              <a:rPr sz="1650" b="0">
                <a:solidFill>
                  <a:srgbClr val="577078"/>
                </a:solidFill>
                <a:latin typeface="DejaVu Sans"/>
                <a:ea typeface="DejaVu Sans"/>
                <a:cs typeface="DejaVu Sans"/>
              </a:rPr>
              <a:t>Convert units and distinguish price from total cost.</a:t>
            </a:r>
          </a:p>
        </p:txBody>
      </p:sp>
      <p:sp>
        <p:nvSpPr>
          <p:cNvPr id="20" name="">
            <a:extLst xmlns:a="http://schemas.openxmlformats.org/drawingml/2006/main">
              <a:ext uri="{FF2B5EF4-FFF2-40B4-BE49-F238E27FC236}">
                <a16:creationId xmlns:a16="http://schemas.microsoft.com/office/drawing/2014/main" id="{96B0C665-EB00-446C-B451-9E10073F93E5}"/>
              </a:ext>
            </a:extLst>
          </p:cNvPr>
          <p:cNvSpPr>
            <a:spLocks xmlns:a="http://schemas.openxmlformats.org/drawingml/2006/main" noGrp="1"/>
          </p:cNvSpPr>
          <p:nvPr/>
        </p:nvSpPr>
        <p:spPr>
          <a:xfrm xmlns:a="http://schemas.openxmlformats.org/drawingml/2006/main">
            <a:off x="9124950" y="2800350"/>
            <a:ext cx="2457450" cy="2762250"/>
          </a:xfrm>
          <a:prstGeom xmlns:a="http://schemas.openxmlformats.org/drawingml/2006/main" prst="rect">
            <a:avLst/>
          </a:prstGeom>
          <a:solidFill xmlns:a="http://schemas.openxmlformats.org/drawingml/2006/main">
            <a:srgbClr val="FFFDFA"/>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9864A246-6FB5-4ACE-B181-238966735606}"/>
              </a:ext>
            </a:extLst>
          </p:cNvPr>
          <p:cNvSpPr>
            <a:spLocks xmlns:a="http://schemas.openxmlformats.org/drawingml/2006/main" noGrp="1"/>
          </p:cNvSpPr>
          <p:nvPr/>
        </p:nvSpPr>
        <p:spPr>
          <a:xfrm xmlns:a="http://schemas.openxmlformats.org/drawingml/2006/main">
            <a:off x="9124950" y="2800350"/>
            <a:ext cx="38100" cy="2762250"/>
          </a:xfrm>
          <a:prstGeom xmlns:a="http://schemas.openxmlformats.org/drawingml/2006/main" prst="rect">
            <a:avLst/>
          </a:prstGeom>
          <a:solidFill xmlns:a="http://schemas.openxmlformats.org/drawingml/2006/main">
            <a:srgbClr val="5793B8"/>
          </a:solidFill>
          <a:ln xmlns:a="http://schemas.openxmlformats.org/drawingml/2006/main" w="0">
            <a:noFill/>
            <a:prstDash val="solid"/>
          </a:ln>
        </p:spPr>
      </p:sp>
      <p:sp>
        <p:nvSpPr>
          <p:cNvPr id="22" name="text-6r5q6jldst5">
            <a:extLst xmlns:a="http://schemas.openxmlformats.org/drawingml/2006/main">
              <a:ext uri="{FF2B5EF4-FFF2-40B4-BE49-F238E27FC236}">
                <a16:creationId xmlns:a16="http://schemas.microsoft.com/office/drawing/2014/main" id="{362F7CCF-3798-4151-8157-6BC2B3B4CC04}"/>
              </a:ext>
            </a:extLst>
          </p:cNvPr>
          <p:cNvSpPr>
            <a:spLocks xmlns:a="http://schemas.openxmlformats.org/drawingml/2006/main" noGrp="1"/>
          </p:cNvSpPr>
          <p:nvPr/>
        </p:nvSpPr>
        <p:spPr>
          <a:xfrm xmlns:a="http://schemas.openxmlformats.org/drawingml/2006/main">
            <a:off x="9334500" y="2971800"/>
            <a:ext cx="20383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1">
                <a:solidFill>
                  <a:srgbClr val="10242B"/>
                </a:solidFill>
                <a:latin typeface="DejaVu Sans"/>
                <a:ea typeface="DejaVu Sans"/>
                <a:cs typeface="DejaVu Sans"/>
              </a:defRPr>
            </a:defPPr>
            <a:lvl1pPr algn="l">
              <a:defRPr sz="1800" b="1">
                <a:solidFill>
                  <a:srgbClr val="10242B"/>
                </a:solidFill>
                <a:latin typeface="DejaVu Sans"/>
                <a:ea typeface="DejaVu Sans"/>
                <a:cs typeface="DejaVu Sans"/>
              </a:defRPr>
            </a:lvl1pPr>
            <a:lvl2pPr algn="l">
              <a:defRPr sz="1800" b="1">
                <a:solidFill>
                  <a:srgbClr val="10242B"/>
                </a:solidFill>
                <a:latin typeface="DejaVu Sans"/>
                <a:ea typeface="DejaVu Sans"/>
                <a:cs typeface="DejaVu Sans"/>
              </a:defRPr>
            </a:lvl2pPr>
            <a:lvl3pPr algn="l">
              <a:defRPr sz="1800" b="1">
                <a:solidFill>
                  <a:srgbClr val="10242B"/>
                </a:solidFill>
                <a:latin typeface="DejaVu Sans"/>
                <a:ea typeface="DejaVu Sans"/>
                <a:cs typeface="DejaVu Sans"/>
              </a:defRPr>
            </a:lvl3pPr>
            <a:lvl4pPr algn="l">
              <a:defRPr sz="1800" b="1">
                <a:solidFill>
                  <a:srgbClr val="10242B"/>
                </a:solidFill>
                <a:latin typeface="DejaVu Sans"/>
                <a:ea typeface="DejaVu Sans"/>
                <a:cs typeface="DejaVu Sans"/>
              </a:defRPr>
            </a:lvl4pPr>
            <a:lvl5pPr algn="l">
              <a:defRPr sz="1800" b="1">
                <a:solidFill>
                  <a:srgbClr val="10242B"/>
                </a:solidFill>
                <a:latin typeface="DejaVu Sans"/>
                <a:ea typeface="DejaVu Sans"/>
                <a:cs typeface="DejaVu Sans"/>
              </a:defRPr>
            </a:lvl5pPr>
            <a:lvl6pPr algn="l">
              <a:defRPr sz="1800" b="1">
                <a:solidFill>
                  <a:srgbClr val="10242B"/>
                </a:solidFill>
                <a:latin typeface="DejaVu Sans"/>
                <a:ea typeface="DejaVu Sans"/>
                <a:cs typeface="DejaVu Sans"/>
              </a:defRPr>
            </a:lvl6pPr>
            <a:lvl7pPr algn="l">
              <a:defRPr sz="1800" b="1">
                <a:solidFill>
                  <a:srgbClr val="10242B"/>
                </a:solidFill>
                <a:latin typeface="DejaVu Sans"/>
                <a:ea typeface="DejaVu Sans"/>
                <a:cs typeface="DejaVu Sans"/>
              </a:defRPr>
            </a:lvl7pPr>
            <a:lvl8pPr algn="l">
              <a:defRPr sz="1800" b="1">
                <a:solidFill>
                  <a:srgbClr val="10242B"/>
                </a:solidFill>
                <a:latin typeface="DejaVu Sans"/>
                <a:ea typeface="DejaVu Sans"/>
                <a:cs typeface="DejaVu Sans"/>
              </a:defRPr>
            </a:lvl8pPr>
            <a:lvl9pPr algn="l">
              <a:defRPr sz="1800" b="1">
                <a:solidFill>
                  <a:srgbClr val="10242B"/>
                </a:solidFill>
                <a:latin typeface="DejaVu Sans"/>
                <a:ea typeface="DejaVu Sans"/>
                <a:cs typeface="DejaVu Sans"/>
              </a:defRPr>
            </a:lvl9pPr>
          </a:lstStyle>
          <a:p xmlns:a="http://schemas.openxmlformats.org/drawingml/2006/main">
            <a:pPr algn="l">
              <a:lnSpc>
                <a:spcPct val="112000"/>
              </a:lnSpc>
              <a:buNone/>
              <a:defRPr sz="1800" b="1">
                <a:solidFill>
                  <a:srgbClr val="10242B"/>
                </a:solidFill>
                <a:latin typeface="DejaVu Sans"/>
                <a:ea typeface="DejaVu Sans"/>
                <a:cs typeface="DejaVu Sans"/>
              </a:defRPr>
            </a:pPr>
            <a:r>
              <a:rPr sz="1800" b="1">
                <a:solidFill>
                  <a:srgbClr val="10242B"/>
                </a:solidFill>
                <a:latin typeface="DejaVu Sans"/>
                <a:ea typeface="DejaVu Sans"/>
                <a:cs typeface="DejaVu Sans"/>
              </a:rPr>
              <a:t>Conclude</a:t>
            </a:r>
          </a:p>
        </p:txBody>
      </p:sp>
      <p:sp>
        <p:nvSpPr>
          <p:cNvPr id="23" name="text-ahl4s83h0gn">
            <a:extLst xmlns:a="http://schemas.openxmlformats.org/drawingml/2006/main">
              <a:ext uri="{FF2B5EF4-FFF2-40B4-BE49-F238E27FC236}">
                <a16:creationId xmlns:a16="http://schemas.microsoft.com/office/drawing/2014/main" id="{9926786B-80E1-49FD-9A34-4BCEA6F5D102}"/>
              </a:ext>
            </a:extLst>
          </p:cNvPr>
          <p:cNvSpPr>
            <a:spLocks xmlns:a="http://schemas.openxmlformats.org/drawingml/2006/main" noGrp="1"/>
          </p:cNvSpPr>
          <p:nvPr/>
        </p:nvSpPr>
        <p:spPr>
          <a:xfrm xmlns:a="http://schemas.openxmlformats.org/drawingml/2006/main">
            <a:off x="9334500" y="3590925"/>
            <a:ext cx="2038350" cy="1885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577078"/>
                </a:solidFill>
                <a:latin typeface="DejaVu Sans"/>
                <a:ea typeface="DejaVu Sans"/>
                <a:cs typeface="DejaVu Sans"/>
              </a:defRPr>
            </a:defPPr>
            <a:lvl1pPr algn="l">
              <a:defRPr sz="1650" b="0">
                <a:solidFill>
                  <a:srgbClr val="577078"/>
                </a:solidFill>
                <a:latin typeface="DejaVu Sans"/>
                <a:ea typeface="DejaVu Sans"/>
                <a:cs typeface="DejaVu Sans"/>
              </a:defRPr>
            </a:lvl1pPr>
            <a:lvl2pPr algn="l">
              <a:defRPr sz="1650" b="0">
                <a:solidFill>
                  <a:srgbClr val="577078"/>
                </a:solidFill>
                <a:latin typeface="DejaVu Sans"/>
                <a:ea typeface="DejaVu Sans"/>
                <a:cs typeface="DejaVu Sans"/>
              </a:defRPr>
            </a:lvl2pPr>
            <a:lvl3pPr algn="l">
              <a:defRPr sz="1650" b="0">
                <a:solidFill>
                  <a:srgbClr val="577078"/>
                </a:solidFill>
                <a:latin typeface="DejaVu Sans"/>
                <a:ea typeface="DejaVu Sans"/>
                <a:cs typeface="DejaVu Sans"/>
              </a:defRPr>
            </a:lvl3pPr>
            <a:lvl4pPr algn="l">
              <a:defRPr sz="1650" b="0">
                <a:solidFill>
                  <a:srgbClr val="577078"/>
                </a:solidFill>
                <a:latin typeface="DejaVu Sans"/>
                <a:ea typeface="DejaVu Sans"/>
                <a:cs typeface="DejaVu Sans"/>
              </a:defRPr>
            </a:lvl4pPr>
            <a:lvl5pPr algn="l">
              <a:defRPr sz="1650" b="0">
                <a:solidFill>
                  <a:srgbClr val="577078"/>
                </a:solidFill>
                <a:latin typeface="DejaVu Sans"/>
                <a:ea typeface="DejaVu Sans"/>
                <a:cs typeface="DejaVu Sans"/>
              </a:defRPr>
            </a:lvl5pPr>
            <a:lvl6pPr algn="l">
              <a:defRPr sz="1650" b="0">
                <a:solidFill>
                  <a:srgbClr val="577078"/>
                </a:solidFill>
                <a:latin typeface="DejaVu Sans"/>
                <a:ea typeface="DejaVu Sans"/>
                <a:cs typeface="DejaVu Sans"/>
              </a:defRPr>
            </a:lvl6pPr>
            <a:lvl7pPr algn="l">
              <a:defRPr sz="1650" b="0">
                <a:solidFill>
                  <a:srgbClr val="577078"/>
                </a:solidFill>
                <a:latin typeface="DejaVu Sans"/>
                <a:ea typeface="DejaVu Sans"/>
                <a:cs typeface="DejaVu Sans"/>
              </a:defRPr>
            </a:lvl7pPr>
            <a:lvl8pPr algn="l">
              <a:defRPr sz="1650" b="0">
                <a:solidFill>
                  <a:srgbClr val="577078"/>
                </a:solidFill>
                <a:latin typeface="DejaVu Sans"/>
                <a:ea typeface="DejaVu Sans"/>
                <a:cs typeface="DejaVu Sans"/>
              </a:defRPr>
            </a:lvl8pPr>
            <a:lvl9pPr algn="l">
              <a:defRPr sz="1650" b="0">
                <a:solidFill>
                  <a:srgbClr val="577078"/>
                </a:solidFill>
                <a:latin typeface="DejaVu Sans"/>
                <a:ea typeface="DejaVu Sans"/>
                <a:cs typeface="DejaVu Sans"/>
              </a:defRPr>
            </a:lvl9pPr>
          </a:lstStyle>
          <a:p xmlns:a="http://schemas.openxmlformats.org/drawingml/2006/main">
            <a:pPr algn="l">
              <a:lnSpc>
                <a:spcPct val="112000"/>
              </a:lnSpc>
              <a:buNone/>
              <a:defRPr sz="1650" b="0">
                <a:solidFill>
                  <a:srgbClr val="577078"/>
                </a:solidFill>
                <a:latin typeface="DejaVu Sans"/>
                <a:ea typeface="DejaVu Sans"/>
                <a:cs typeface="DejaVu Sans"/>
              </a:defRPr>
            </a:pPr>
            <a:r>
              <a:rPr sz="1650" b="0">
                <a:solidFill>
                  <a:srgbClr val="577078"/>
                </a:solidFill>
                <a:latin typeface="DejaVu Sans"/>
                <a:ea typeface="DejaVu Sans"/>
                <a:cs typeface="DejaVu Sans"/>
              </a:rPr>
              <a:t>Compare compatible measures and disclose uncertainty.</a:t>
            </a:r>
          </a:p>
        </p:txBody>
      </p:sp>
    </p:spTree>
    <p:extLst>
      <p:ext uri="{BB962C8B-B14F-4D97-AF65-F5344CB8AC3E}">
        <p14:creationId xmlns:p14="http://schemas.microsoft.com/office/powerpoint/2010/main" val="2143321514"/>
      </p:ext>
    </p:extLst>
  </p:cSld>
</p:sld>
</file>

<file path=ppt/slides/slide17.xml><?xml version="1.0" encoding="utf-8"?>
<p:sld xmlns:p="http://schemas.openxmlformats.org/presentationml/2006/main">
  <p:cSld>
    <p:bg>
      <p:bgPr>
        <a:solidFill xmlns:a="http://schemas.openxmlformats.org/drawingml/2006/main">
          <a:srgbClr val="071923"/>
        </a:solidFill>
      </p:bgPr>
    </p:bg>
    <p:spTree>
      <p:nvGrpSpPr>
        <p:cNvPr id="1" name=""/>
        <p:cNvGrpSpPr/>
        <p:nvPr/>
      </p:nvGrpSpPr>
      <p:grpSpPr>
        <a:xfrm xmlns:a="http://schemas.openxmlformats.org/drawingml/2006/main"/>
      </p:grpSpPr>
      <p:cxnSp>
        <p:nvCxnSpPr>
          <p:cNvPr id="27" name="">
            <a:extLst xmlns:a="http://schemas.openxmlformats.org/drawingml/2006/main">
              <a:ext uri="{FF2B5EF4-FFF2-40B4-BE49-F238E27FC236}">
                <a16:creationId xmlns:a16="http://schemas.microsoft.com/office/drawing/2014/main" id="{6B8573CD-DF5C-4B27-A1D0-ABC0F7DAB1E2}"/>
              </a:ext>
            </a:extLst>
          </p:cNvPr>
          <p:cNvCxnSpPr>
            <a:stCxn xmlns:a="http://schemas.openxmlformats.org/drawingml/2006/main" id="16" idx="3"/>
            <a:endCxn xmlns:a="http://schemas.openxmlformats.org/drawingml/2006/main" id="20" idx="1"/>
          </p:cNvCxnSpPr>
          <p:nvPr/>
        </p:nvCxnSpPr>
        <p:spPr>
          <a:xfrm xmlns:a="http://schemas.openxmlformats.org/drawingml/2006/main" flipV="1">
            <a:off x="7629525" y="4391025"/>
            <a:ext cx="1323975" cy="747713"/>
          </a:xfrm>
          <a:prstGeom xmlns:a="http://schemas.openxmlformats.org/drawingml/2006/main" prst="straightConnector1">
            <a:avLst/>
          </a:prstGeom>
          <a:ln xmlns:a="http://schemas.openxmlformats.org/drawingml/2006/main" w="28575">
            <a:solidFill>
              <a:srgbClr val="62D6C9"/>
            </a:solidFill>
            <a:prstDash val="solid"/>
            <a:tailEnd type="triangle" w="sm" len="sm"/>
          </a:ln>
        </p:spPr>
      </p:cxnSp>
      <p:cxnSp>
        <p:nvCxnSpPr>
          <p:cNvPr id="26" name="">
            <a:extLst xmlns:a="http://schemas.openxmlformats.org/drawingml/2006/main">
              <a:ext uri="{FF2B5EF4-FFF2-40B4-BE49-F238E27FC236}">
                <a16:creationId xmlns:a16="http://schemas.microsoft.com/office/drawing/2014/main" id="{31F4B9EB-5B14-4422-A534-7D197504AC3F}"/>
              </a:ext>
            </a:extLst>
          </p:cNvPr>
          <p:cNvCxnSpPr>
            <a:stCxn xmlns:a="http://schemas.openxmlformats.org/drawingml/2006/main" id="8" idx="3"/>
            <a:endCxn xmlns:a="http://schemas.openxmlformats.org/drawingml/2006/main" id="16" idx="1"/>
          </p:cNvCxnSpPr>
          <p:nvPr/>
        </p:nvCxnSpPr>
        <p:spPr>
          <a:xfrm xmlns:a="http://schemas.openxmlformats.org/drawingml/2006/main">
            <a:off x="3038475" y="4391025"/>
            <a:ext cx="1209675" cy="747713"/>
          </a:xfrm>
          <a:prstGeom xmlns:a="http://schemas.openxmlformats.org/drawingml/2006/main" prst="straightConnector1">
            <a:avLst/>
          </a:prstGeom>
          <a:ln xmlns:a="http://schemas.openxmlformats.org/drawingml/2006/main" w="28575">
            <a:solidFill>
              <a:srgbClr val="62D6C9"/>
            </a:solidFill>
            <a:prstDash val="solid"/>
            <a:tailEnd type="triangle" w="sm" len="sm"/>
          </a:ln>
        </p:spPr>
      </p:cxnSp>
      <p:cxnSp>
        <p:nvCxnSpPr>
          <p:cNvPr id="25" name="">
            <a:extLst xmlns:a="http://schemas.openxmlformats.org/drawingml/2006/main">
              <a:ext uri="{FF2B5EF4-FFF2-40B4-BE49-F238E27FC236}">
                <a16:creationId xmlns:a16="http://schemas.microsoft.com/office/drawing/2014/main" id="{B5167047-E94E-4A2B-B897-49D69A5B9CF5}"/>
              </a:ext>
            </a:extLst>
          </p:cNvPr>
          <p:cNvCxnSpPr>
            <a:stCxn xmlns:a="http://schemas.openxmlformats.org/drawingml/2006/main" id="12" idx="3"/>
            <a:endCxn xmlns:a="http://schemas.openxmlformats.org/drawingml/2006/main" id="20" idx="1"/>
          </p:cNvCxnSpPr>
          <p:nvPr/>
        </p:nvCxnSpPr>
        <p:spPr>
          <a:xfrm xmlns:a="http://schemas.openxmlformats.org/drawingml/2006/main">
            <a:off x="7629525" y="3300413"/>
            <a:ext cx="1323975" cy="1090613"/>
          </a:xfrm>
          <a:prstGeom xmlns:a="http://schemas.openxmlformats.org/drawingml/2006/main" prst="straightConnector1">
            <a:avLst/>
          </a:prstGeom>
          <a:ln xmlns:a="http://schemas.openxmlformats.org/drawingml/2006/main" w="28575">
            <a:solidFill>
              <a:srgbClr val="62D6C9"/>
            </a:solidFill>
            <a:prstDash val="solid"/>
            <a:tailEnd type="triangle" w="sm" len="sm"/>
          </a:ln>
        </p:spPr>
      </p:cxnSp>
      <p:cxnSp>
        <p:nvCxnSpPr>
          <p:cNvPr id="24" name="">
            <a:extLst xmlns:a="http://schemas.openxmlformats.org/drawingml/2006/main">
              <a:ext uri="{FF2B5EF4-FFF2-40B4-BE49-F238E27FC236}">
                <a16:creationId xmlns:a16="http://schemas.microsoft.com/office/drawing/2014/main" id="{CC9866FA-41A4-4BCB-AA82-C7084942BF08}"/>
              </a:ext>
            </a:extLst>
          </p:cNvPr>
          <p:cNvCxnSpPr>
            <a:stCxn xmlns:a="http://schemas.openxmlformats.org/drawingml/2006/main" id="8" idx="3"/>
            <a:endCxn xmlns:a="http://schemas.openxmlformats.org/drawingml/2006/main" id="12" idx="1"/>
          </p:cNvCxnSpPr>
          <p:nvPr/>
        </p:nvCxnSpPr>
        <p:spPr>
          <a:xfrm xmlns:a="http://schemas.openxmlformats.org/drawingml/2006/main" flipV="1">
            <a:off x="3038475" y="3300413"/>
            <a:ext cx="1209675" cy="1090613"/>
          </a:xfrm>
          <a:prstGeom xmlns:a="http://schemas.openxmlformats.org/drawingml/2006/main" prst="straightConnector1">
            <a:avLst/>
          </a:prstGeom>
          <a:ln xmlns:a="http://schemas.openxmlformats.org/drawingml/2006/main" w="28575">
            <a:solidFill>
              <a:srgbClr val="62D6C9"/>
            </a:solidFill>
            <a:prstDash val="solid"/>
            <a:tailEnd type="triangle" w="sm" len="sm"/>
          </a:ln>
        </p:spPr>
      </p:cxnSp>
      <p:sp>
        <p:nvSpPr>
          <p:cNvPr id="28" name="">
            <a:extLst xmlns:a="http://schemas.openxmlformats.org/drawingml/2006/main">
              <a:ext uri="{FF2B5EF4-FFF2-40B4-BE49-F238E27FC236}">
                <a16:creationId xmlns:a16="http://schemas.microsoft.com/office/drawing/2014/main" id="{AF3E309A-34F3-4228-9704-1D301507AACC}"/>
              </a:ext>
            </a:extLst>
          </p:cNvPr>
          <p:cNvSpPr>
            <a:spLocks xmlns:a="http://schemas.openxmlformats.org/drawingml/2006/main" noGrp="1"/>
          </p:cNvSpPr>
          <p:nvPr/>
        </p:nvSpPr>
        <p:spPr>
          <a:xfrm xmlns:a="http://schemas.openxmlformats.org/drawingml/2006/main">
            <a:off x="609600" y="323850"/>
            <a:ext cx="495300" cy="47625"/>
          </a:xfrm>
          <a:prstGeom xmlns:a="http://schemas.openxmlformats.org/drawingml/2006/main" prst="rect">
            <a:avLst/>
          </a:prstGeom>
          <a:solidFill xmlns:a="http://schemas.openxmlformats.org/drawingml/2006/main">
            <a:srgbClr val="D64136"/>
          </a:solidFill>
          <a:ln xmlns:a="http://schemas.openxmlformats.org/drawingml/2006/main" w="0">
            <a:noFill/>
            <a:prstDash val="solid"/>
          </a:ln>
        </p:spPr>
      </p:sp>
      <p:sp>
        <p:nvSpPr>
          <p:cNvPr id="2" name="text-gzm5eeot72j">
            <a:extLst xmlns:a="http://schemas.openxmlformats.org/drawingml/2006/main">
              <a:ext uri="{FF2B5EF4-FFF2-40B4-BE49-F238E27FC236}">
                <a16:creationId xmlns:a16="http://schemas.microsoft.com/office/drawing/2014/main" id="{DDD799C4-CA91-4561-9C71-00D76E9EAB3B}"/>
              </a:ext>
            </a:extLst>
          </p:cNvPr>
          <p:cNvSpPr>
            <a:spLocks xmlns:a="http://schemas.openxmlformats.org/drawingml/2006/main" noGrp="1"/>
          </p:cNvSpPr>
          <p:nvPr/>
        </p:nvSpPr>
        <p:spPr>
          <a:xfrm xmlns:a="http://schemas.openxmlformats.org/drawingml/2006/main">
            <a:off x="1257300" y="247650"/>
            <a:ext cx="809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50" b="1">
                <a:solidFill>
                  <a:srgbClr val="62D6C9"/>
                </a:solidFill>
                <a:latin typeface="DejaVu Sans"/>
                <a:ea typeface="DejaVu Sans"/>
                <a:cs typeface="DejaVu Sans"/>
              </a:defRPr>
            </a:defPPr>
            <a:lvl1pPr algn="l">
              <a:defRPr sz="1050" b="1">
                <a:solidFill>
                  <a:srgbClr val="62D6C9"/>
                </a:solidFill>
                <a:latin typeface="DejaVu Sans"/>
                <a:ea typeface="DejaVu Sans"/>
                <a:cs typeface="DejaVu Sans"/>
              </a:defRPr>
            </a:lvl1pPr>
            <a:lvl2pPr algn="l">
              <a:defRPr sz="1050" b="1">
                <a:solidFill>
                  <a:srgbClr val="62D6C9"/>
                </a:solidFill>
                <a:latin typeface="DejaVu Sans"/>
                <a:ea typeface="DejaVu Sans"/>
                <a:cs typeface="DejaVu Sans"/>
              </a:defRPr>
            </a:lvl2pPr>
            <a:lvl3pPr algn="l">
              <a:defRPr sz="1050" b="1">
                <a:solidFill>
                  <a:srgbClr val="62D6C9"/>
                </a:solidFill>
                <a:latin typeface="DejaVu Sans"/>
                <a:ea typeface="DejaVu Sans"/>
                <a:cs typeface="DejaVu Sans"/>
              </a:defRPr>
            </a:lvl3pPr>
            <a:lvl4pPr algn="l">
              <a:defRPr sz="1050" b="1">
                <a:solidFill>
                  <a:srgbClr val="62D6C9"/>
                </a:solidFill>
                <a:latin typeface="DejaVu Sans"/>
                <a:ea typeface="DejaVu Sans"/>
                <a:cs typeface="DejaVu Sans"/>
              </a:defRPr>
            </a:lvl4pPr>
            <a:lvl5pPr algn="l">
              <a:defRPr sz="1050" b="1">
                <a:solidFill>
                  <a:srgbClr val="62D6C9"/>
                </a:solidFill>
                <a:latin typeface="DejaVu Sans"/>
                <a:ea typeface="DejaVu Sans"/>
                <a:cs typeface="DejaVu Sans"/>
              </a:defRPr>
            </a:lvl5pPr>
            <a:lvl6pPr algn="l">
              <a:defRPr sz="1050" b="1">
                <a:solidFill>
                  <a:srgbClr val="62D6C9"/>
                </a:solidFill>
                <a:latin typeface="DejaVu Sans"/>
                <a:ea typeface="DejaVu Sans"/>
                <a:cs typeface="DejaVu Sans"/>
              </a:defRPr>
            </a:lvl6pPr>
            <a:lvl7pPr algn="l">
              <a:defRPr sz="1050" b="1">
                <a:solidFill>
                  <a:srgbClr val="62D6C9"/>
                </a:solidFill>
                <a:latin typeface="DejaVu Sans"/>
                <a:ea typeface="DejaVu Sans"/>
                <a:cs typeface="DejaVu Sans"/>
              </a:defRPr>
            </a:lvl7pPr>
            <a:lvl8pPr algn="l">
              <a:defRPr sz="1050" b="1">
                <a:solidFill>
                  <a:srgbClr val="62D6C9"/>
                </a:solidFill>
                <a:latin typeface="DejaVu Sans"/>
                <a:ea typeface="DejaVu Sans"/>
                <a:cs typeface="DejaVu Sans"/>
              </a:defRPr>
            </a:lvl8pPr>
            <a:lvl9pPr algn="l">
              <a:defRPr sz="1050" b="1">
                <a:solidFill>
                  <a:srgbClr val="62D6C9"/>
                </a:solidFill>
                <a:latin typeface="DejaVu Sans"/>
                <a:ea typeface="DejaVu Sans"/>
                <a:cs typeface="DejaVu Sans"/>
              </a:defRPr>
            </a:lvl9pPr>
          </a:lstStyle>
          <a:p xmlns:a="http://schemas.openxmlformats.org/drawingml/2006/main">
            <a:pPr algn="l">
              <a:lnSpc>
                <a:spcPct val="112000"/>
              </a:lnSpc>
              <a:buNone/>
              <a:defRPr sz="1050" b="1">
                <a:solidFill>
                  <a:srgbClr val="62D6C9"/>
                </a:solidFill>
                <a:latin typeface="DejaVu Sans"/>
                <a:ea typeface="DejaVu Sans"/>
                <a:cs typeface="DejaVu Sans"/>
              </a:defRPr>
            </a:pPr>
            <a:r>
              <a:rPr sz="1050" b="1">
                <a:solidFill>
                  <a:srgbClr val="62D6C9"/>
                </a:solidFill>
                <a:latin typeface="DejaVu Sans"/>
                <a:ea typeface="DejaVu Sans"/>
                <a:cs typeface="DejaVu Sans"/>
              </a:rPr>
              <a:t>TECHNOLOGICAL CHINA</a:t>
            </a:r>
          </a:p>
        </p:txBody>
      </p:sp>
      <p:sp>
        <p:nvSpPr>
          <p:cNvPr id="3" name="text-fclhi6u95vl">
            <a:extLst xmlns:a="http://schemas.openxmlformats.org/drawingml/2006/main">
              <a:ext uri="{FF2B5EF4-FFF2-40B4-BE49-F238E27FC236}">
                <a16:creationId xmlns:a16="http://schemas.microsoft.com/office/drawing/2014/main" id="{8611E0CD-81A1-41ED-860B-74EF0350C117}"/>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700" b="1">
                <a:solidFill>
                  <a:srgbClr val="FFFDFA"/>
                </a:solidFill>
                <a:latin typeface="DejaVu Sans"/>
                <a:ea typeface="DejaVu Sans"/>
                <a:cs typeface="DejaVu Sans"/>
              </a:defRPr>
            </a:defPPr>
            <a:lvl1pPr algn="l">
              <a:defRPr sz="2700" b="1">
                <a:solidFill>
                  <a:srgbClr val="FFFDFA"/>
                </a:solidFill>
                <a:latin typeface="DejaVu Sans"/>
                <a:ea typeface="DejaVu Sans"/>
                <a:cs typeface="DejaVu Sans"/>
              </a:defRPr>
            </a:lvl1pPr>
            <a:lvl2pPr algn="l">
              <a:defRPr sz="2700" b="1">
                <a:solidFill>
                  <a:srgbClr val="FFFDFA"/>
                </a:solidFill>
                <a:latin typeface="DejaVu Sans"/>
                <a:ea typeface="DejaVu Sans"/>
                <a:cs typeface="DejaVu Sans"/>
              </a:defRPr>
            </a:lvl2pPr>
            <a:lvl3pPr algn="l">
              <a:defRPr sz="2700" b="1">
                <a:solidFill>
                  <a:srgbClr val="FFFDFA"/>
                </a:solidFill>
                <a:latin typeface="DejaVu Sans"/>
                <a:ea typeface="DejaVu Sans"/>
                <a:cs typeface="DejaVu Sans"/>
              </a:defRPr>
            </a:lvl3pPr>
            <a:lvl4pPr algn="l">
              <a:defRPr sz="2700" b="1">
                <a:solidFill>
                  <a:srgbClr val="FFFDFA"/>
                </a:solidFill>
                <a:latin typeface="DejaVu Sans"/>
                <a:ea typeface="DejaVu Sans"/>
                <a:cs typeface="DejaVu Sans"/>
              </a:defRPr>
            </a:lvl4pPr>
            <a:lvl5pPr algn="l">
              <a:defRPr sz="2700" b="1">
                <a:solidFill>
                  <a:srgbClr val="FFFDFA"/>
                </a:solidFill>
                <a:latin typeface="DejaVu Sans"/>
                <a:ea typeface="DejaVu Sans"/>
                <a:cs typeface="DejaVu Sans"/>
              </a:defRPr>
            </a:lvl5pPr>
            <a:lvl6pPr algn="l">
              <a:defRPr sz="2700" b="1">
                <a:solidFill>
                  <a:srgbClr val="FFFDFA"/>
                </a:solidFill>
                <a:latin typeface="DejaVu Sans"/>
                <a:ea typeface="DejaVu Sans"/>
                <a:cs typeface="DejaVu Sans"/>
              </a:defRPr>
            </a:lvl6pPr>
            <a:lvl7pPr algn="l">
              <a:defRPr sz="2700" b="1">
                <a:solidFill>
                  <a:srgbClr val="FFFDFA"/>
                </a:solidFill>
                <a:latin typeface="DejaVu Sans"/>
                <a:ea typeface="DejaVu Sans"/>
                <a:cs typeface="DejaVu Sans"/>
              </a:defRPr>
            </a:lvl7pPr>
            <a:lvl8pPr algn="l">
              <a:defRPr sz="2700" b="1">
                <a:solidFill>
                  <a:srgbClr val="FFFDFA"/>
                </a:solidFill>
                <a:latin typeface="DejaVu Sans"/>
                <a:ea typeface="DejaVu Sans"/>
                <a:cs typeface="DejaVu Sans"/>
              </a:defRPr>
            </a:lvl8pPr>
            <a:lvl9pPr algn="l">
              <a:defRPr sz="2700" b="1">
                <a:solidFill>
                  <a:srgbClr val="FFFDFA"/>
                </a:solidFill>
                <a:latin typeface="DejaVu Sans"/>
                <a:ea typeface="DejaVu Sans"/>
                <a:cs typeface="DejaVu Sans"/>
              </a:defRPr>
            </a:lvl9pPr>
          </a:lstStyle>
          <a:p xmlns:a="http://schemas.openxmlformats.org/drawingml/2006/main">
            <a:pPr algn="l">
              <a:lnSpc>
                <a:spcPct val="112000"/>
              </a:lnSpc>
              <a:buNone/>
              <a:defRPr sz="2700" b="1">
                <a:solidFill>
                  <a:srgbClr val="FFFDFA"/>
                </a:solidFill>
                <a:latin typeface="DejaVu Sans"/>
                <a:ea typeface="DejaVu Sans"/>
                <a:cs typeface="DejaVu Sans"/>
              </a:defRPr>
            </a:pPr>
            <a:r>
              <a:rPr sz="2700" b="1">
                <a:solidFill>
                  <a:srgbClr val="FFFDFA"/>
                </a:solidFill>
                <a:latin typeface="DejaVu Sans"/>
                <a:ea typeface="DejaVu Sans"/>
                <a:cs typeface="DejaVu Sans"/>
              </a:rPr>
              <a:t>More agents add coordination as well as capability</a:t>
            </a:r>
          </a:p>
        </p:txBody>
      </p:sp>
      <p:sp>
        <p:nvSpPr>
          <p:cNvPr id="4" name="text-6jdzpy6ikd9">
            <a:extLst xmlns:a="http://schemas.openxmlformats.org/drawingml/2006/main">
              <a:ext uri="{FF2B5EF4-FFF2-40B4-BE49-F238E27FC236}">
                <a16:creationId xmlns:a16="http://schemas.microsoft.com/office/drawing/2014/main" id="{3117AF79-5598-4FAD-8926-CE88B7865C32}"/>
              </a:ext>
            </a:extLst>
          </p:cNvPr>
          <p:cNvSpPr>
            <a:spLocks xmlns:a="http://schemas.openxmlformats.org/drawingml/2006/main" noGrp="1"/>
          </p:cNvSpPr>
          <p:nvPr/>
        </p:nvSpPr>
        <p:spPr>
          <a:xfrm xmlns:a="http://schemas.openxmlformats.org/drawingml/2006/main">
            <a:off x="609600" y="1857375"/>
            <a:ext cx="109728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BED0D5"/>
                </a:solidFill>
                <a:latin typeface="DejaVu Sans"/>
                <a:ea typeface="DejaVu Sans"/>
                <a:cs typeface="DejaVu Sans"/>
              </a:defRPr>
            </a:defPPr>
            <a:lvl1pPr algn="l">
              <a:defRPr sz="1575" b="0">
                <a:solidFill>
                  <a:srgbClr val="BED0D5"/>
                </a:solidFill>
                <a:latin typeface="DejaVu Sans"/>
                <a:ea typeface="DejaVu Sans"/>
                <a:cs typeface="DejaVu Sans"/>
              </a:defRPr>
            </a:lvl1pPr>
            <a:lvl2pPr algn="l">
              <a:defRPr sz="1575" b="0">
                <a:solidFill>
                  <a:srgbClr val="BED0D5"/>
                </a:solidFill>
                <a:latin typeface="DejaVu Sans"/>
                <a:ea typeface="DejaVu Sans"/>
                <a:cs typeface="DejaVu Sans"/>
              </a:defRPr>
            </a:lvl2pPr>
            <a:lvl3pPr algn="l">
              <a:defRPr sz="1575" b="0">
                <a:solidFill>
                  <a:srgbClr val="BED0D5"/>
                </a:solidFill>
                <a:latin typeface="DejaVu Sans"/>
                <a:ea typeface="DejaVu Sans"/>
                <a:cs typeface="DejaVu Sans"/>
              </a:defRPr>
            </a:lvl3pPr>
            <a:lvl4pPr algn="l">
              <a:defRPr sz="1575" b="0">
                <a:solidFill>
                  <a:srgbClr val="BED0D5"/>
                </a:solidFill>
                <a:latin typeface="DejaVu Sans"/>
                <a:ea typeface="DejaVu Sans"/>
                <a:cs typeface="DejaVu Sans"/>
              </a:defRPr>
            </a:lvl4pPr>
            <a:lvl5pPr algn="l">
              <a:defRPr sz="1575" b="0">
                <a:solidFill>
                  <a:srgbClr val="BED0D5"/>
                </a:solidFill>
                <a:latin typeface="DejaVu Sans"/>
                <a:ea typeface="DejaVu Sans"/>
                <a:cs typeface="DejaVu Sans"/>
              </a:defRPr>
            </a:lvl5pPr>
            <a:lvl6pPr algn="l">
              <a:defRPr sz="1575" b="0">
                <a:solidFill>
                  <a:srgbClr val="BED0D5"/>
                </a:solidFill>
                <a:latin typeface="DejaVu Sans"/>
                <a:ea typeface="DejaVu Sans"/>
                <a:cs typeface="DejaVu Sans"/>
              </a:defRPr>
            </a:lvl6pPr>
            <a:lvl7pPr algn="l">
              <a:defRPr sz="1575" b="0">
                <a:solidFill>
                  <a:srgbClr val="BED0D5"/>
                </a:solidFill>
                <a:latin typeface="DejaVu Sans"/>
                <a:ea typeface="DejaVu Sans"/>
                <a:cs typeface="DejaVu Sans"/>
              </a:defRPr>
            </a:lvl7pPr>
            <a:lvl8pPr algn="l">
              <a:defRPr sz="1575" b="0">
                <a:solidFill>
                  <a:srgbClr val="BED0D5"/>
                </a:solidFill>
                <a:latin typeface="DejaVu Sans"/>
                <a:ea typeface="DejaVu Sans"/>
                <a:cs typeface="DejaVu Sans"/>
              </a:defRPr>
            </a:lvl8pPr>
            <a:lvl9pPr algn="l">
              <a:defRPr sz="1575" b="0">
                <a:solidFill>
                  <a:srgbClr val="BED0D5"/>
                </a:solidFill>
                <a:latin typeface="DejaVu Sans"/>
                <a:ea typeface="DejaVu Sans"/>
                <a:cs typeface="DejaVu Sans"/>
              </a:defRPr>
            </a:lvl9pPr>
          </a:lstStyle>
          <a:p xmlns:a="http://schemas.openxmlformats.org/drawingml/2006/main">
            <a:pPr algn="l">
              <a:lnSpc>
                <a:spcPct val="112000"/>
              </a:lnSpc>
              <a:buNone/>
              <a:defRPr sz="1575" b="0">
                <a:solidFill>
                  <a:srgbClr val="BED0D5"/>
                </a:solidFill>
                <a:latin typeface="DejaVu Sans"/>
                <a:ea typeface="DejaVu Sans"/>
                <a:cs typeface="DejaVu Sans"/>
              </a:defRPr>
            </a:pPr>
            <a:r>
              <a:rPr sz="1575" b="0">
                <a:solidFill>
                  <a:srgbClr val="BED0D5"/>
                </a:solidFill>
                <a:latin typeface="DejaVu Sans"/>
                <a:ea typeface="DejaVu Sans"/>
                <a:cs typeface="DejaVu Sans"/>
              </a:rPr>
              <a:t>Specialization helps when subtasks and criteria are well defined.</a:t>
            </a:r>
          </a:p>
        </p:txBody>
      </p:sp>
      <p:sp>
        <p:nvSpPr>
          <p:cNvPr id="5" name="">
            <a:extLst xmlns:a="http://schemas.openxmlformats.org/drawingml/2006/main">
              <a:ext uri="{FF2B5EF4-FFF2-40B4-BE49-F238E27FC236}">
                <a16:creationId xmlns:a16="http://schemas.microsoft.com/office/drawing/2014/main" id="{245A0420-67EA-47C5-9B24-2D32C04CAAE7}"/>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294652"/>
          </a:solidFill>
          <a:ln xmlns:a="http://schemas.openxmlformats.org/drawingml/2006/main" w="0">
            <a:noFill/>
            <a:prstDash val="solid"/>
          </a:ln>
        </p:spPr>
      </p:sp>
      <p:sp>
        <p:nvSpPr>
          <p:cNvPr id="6" name="text-3613cjns5gp">
            <a:extLst xmlns:a="http://schemas.openxmlformats.org/drawingml/2006/main">
              <a:ext uri="{FF2B5EF4-FFF2-40B4-BE49-F238E27FC236}">
                <a16:creationId xmlns:a16="http://schemas.microsoft.com/office/drawing/2014/main" id="{4A4EF115-6673-4176-8166-344B05535863}"/>
              </a:ext>
            </a:extLst>
          </p:cNvPr>
          <p:cNvSpPr>
            <a:spLocks xmlns:a="http://schemas.openxmlformats.org/drawingml/2006/main" noGrp="1"/>
          </p:cNvSpPr>
          <p:nvPr/>
        </p:nvSpPr>
        <p:spPr>
          <a:xfrm xmlns:a="http://schemas.openxmlformats.org/drawingml/2006/main">
            <a:off x="609600" y="6362700"/>
            <a:ext cx="971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975" b="0">
                <a:solidFill>
                  <a:srgbClr val="BED0D5"/>
                </a:solidFill>
                <a:latin typeface="DejaVu Sans"/>
                <a:ea typeface="DejaVu Sans"/>
                <a:cs typeface="DejaVu Sans"/>
              </a:defRPr>
            </a:defPPr>
            <a:lvl1pPr algn="l">
              <a:defRPr sz="975" b="0">
                <a:solidFill>
                  <a:srgbClr val="BED0D5"/>
                </a:solidFill>
                <a:latin typeface="DejaVu Sans"/>
                <a:ea typeface="DejaVu Sans"/>
                <a:cs typeface="DejaVu Sans"/>
              </a:defRPr>
            </a:lvl1pPr>
            <a:lvl2pPr algn="l">
              <a:defRPr sz="975" b="0">
                <a:solidFill>
                  <a:srgbClr val="BED0D5"/>
                </a:solidFill>
                <a:latin typeface="DejaVu Sans"/>
                <a:ea typeface="DejaVu Sans"/>
                <a:cs typeface="DejaVu Sans"/>
              </a:defRPr>
            </a:lvl2pPr>
            <a:lvl3pPr algn="l">
              <a:defRPr sz="975" b="0">
                <a:solidFill>
                  <a:srgbClr val="BED0D5"/>
                </a:solidFill>
                <a:latin typeface="DejaVu Sans"/>
                <a:ea typeface="DejaVu Sans"/>
                <a:cs typeface="DejaVu Sans"/>
              </a:defRPr>
            </a:lvl3pPr>
            <a:lvl4pPr algn="l">
              <a:defRPr sz="975" b="0">
                <a:solidFill>
                  <a:srgbClr val="BED0D5"/>
                </a:solidFill>
                <a:latin typeface="DejaVu Sans"/>
                <a:ea typeface="DejaVu Sans"/>
                <a:cs typeface="DejaVu Sans"/>
              </a:defRPr>
            </a:lvl4pPr>
            <a:lvl5pPr algn="l">
              <a:defRPr sz="975" b="0">
                <a:solidFill>
                  <a:srgbClr val="BED0D5"/>
                </a:solidFill>
                <a:latin typeface="DejaVu Sans"/>
                <a:ea typeface="DejaVu Sans"/>
                <a:cs typeface="DejaVu Sans"/>
              </a:defRPr>
            </a:lvl5pPr>
            <a:lvl6pPr algn="l">
              <a:defRPr sz="975" b="0">
                <a:solidFill>
                  <a:srgbClr val="BED0D5"/>
                </a:solidFill>
                <a:latin typeface="DejaVu Sans"/>
                <a:ea typeface="DejaVu Sans"/>
                <a:cs typeface="DejaVu Sans"/>
              </a:defRPr>
            </a:lvl6pPr>
            <a:lvl7pPr algn="l">
              <a:defRPr sz="975" b="0">
                <a:solidFill>
                  <a:srgbClr val="BED0D5"/>
                </a:solidFill>
                <a:latin typeface="DejaVu Sans"/>
                <a:ea typeface="DejaVu Sans"/>
                <a:cs typeface="DejaVu Sans"/>
              </a:defRPr>
            </a:lvl7pPr>
            <a:lvl8pPr algn="l">
              <a:defRPr sz="975" b="0">
                <a:solidFill>
                  <a:srgbClr val="BED0D5"/>
                </a:solidFill>
                <a:latin typeface="DejaVu Sans"/>
                <a:ea typeface="DejaVu Sans"/>
                <a:cs typeface="DejaVu Sans"/>
              </a:defRPr>
            </a:lvl8pPr>
            <a:lvl9pPr algn="l">
              <a:defRPr sz="975" b="0">
                <a:solidFill>
                  <a:srgbClr val="BED0D5"/>
                </a:solidFill>
                <a:latin typeface="DejaVu Sans"/>
                <a:ea typeface="DejaVu Sans"/>
                <a:cs typeface="DejaVu Sans"/>
              </a:defRPr>
            </a:lvl9pPr>
          </a:lstStyle>
          <a:p xmlns:a="http://schemas.openxmlformats.org/drawingml/2006/main">
            <a:pPr algn="l">
              <a:lnSpc>
                <a:spcPct val="112000"/>
              </a:lnSpc>
              <a:buNone/>
              <a:defRPr sz="975" b="0">
                <a:solidFill>
                  <a:srgbClr val="BED0D5"/>
                </a:solidFill>
                <a:latin typeface="DejaVu Sans"/>
                <a:ea typeface="DejaVu Sans"/>
                <a:cs typeface="DejaVu Sans"/>
              </a:defRPr>
            </a:pPr>
            <a:r>
              <a:rPr sz="975" b="0">
                <a:solidFill>
                  <a:srgbClr val="BED0D5"/>
                </a:solidFill>
                <a:latin typeface="DejaVu Sans"/>
                <a:ea typeface="DejaVu Sans"/>
                <a:cs typeface="DejaVu Sans"/>
              </a:rPr>
              <a:t>Sergio Gevatschnaider</a:t>
            </a:r>
          </a:p>
        </p:txBody>
      </p:sp>
      <p:sp>
        <p:nvSpPr>
          <p:cNvPr id="7" name="text-op54swzb6u">
            <a:extLst xmlns:a="http://schemas.openxmlformats.org/drawingml/2006/main">
              <a:ext uri="{FF2B5EF4-FFF2-40B4-BE49-F238E27FC236}">
                <a16:creationId xmlns:a16="http://schemas.microsoft.com/office/drawing/2014/main" id="{4CC61DA0-C5BC-4858-B490-3AC0D099EB88}"/>
              </a:ext>
            </a:extLst>
          </p:cNvPr>
          <p:cNvSpPr>
            <a:spLocks xmlns:a="http://schemas.openxmlformats.org/drawingml/2006/main" noGrp="1"/>
          </p:cNvSpPr>
          <p:nvPr/>
        </p:nvSpPr>
        <p:spPr>
          <a:xfrm xmlns:a="http://schemas.openxmlformats.org/drawingml/2006/main">
            <a:off x="10934700" y="6296025"/>
            <a:ext cx="6477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725" b="1">
                <a:solidFill>
                  <a:srgbClr val="62D6C9"/>
                </a:solidFill>
                <a:latin typeface="DejaVu Sans"/>
                <a:ea typeface="DejaVu Sans"/>
                <a:cs typeface="DejaVu Sans"/>
              </a:defRPr>
            </a:defPPr>
            <a:lvl1pPr algn="r">
              <a:defRPr sz="1725" b="1">
                <a:solidFill>
                  <a:srgbClr val="62D6C9"/>
                </a:solidFill>
                <a:latin typeface="DejaVu Sans"/>
                <a:ea typeface="DejaVu Sans"/>
                <a:cs typeface="DejaVu Sans"/>
              </a:defRPr>
            </a:lvl1pPr>
            <a:lvl2pPr algn="r">
              <a:defRPr sz="1725" b="1">
                <a:solidFill>
                  <a:srgbClr val="62D6C9"/>
                </a:solidFill>
                <a:latin typeface="DejaVu Sans"/>
                <a:ea typeface="DejaVu Sans"/>
                <a:cs typeface="DejaVu Sans"/>
              </a:defRPr>
            </a:lvl2pPr>
            <a:lvl3pPr algn="r">
              <a:defRPr sz="1725" b="1">
                <a:solidFill>
                  <a:srgbClr val="62D6C9"/>
                </a:solidFill>
                <a:latin typeface="DejaVu Sans"/>
                <a:ea typeface="DejaVu Sans"/>
                <a:cs typeface="DejaVu Sans"/>
              </a:defRPr>
            </a:lvl3pPr>
            <a:lvl4pPr algn="r">
              <a:defRPr sz="1725" b="1">
                <a:solidFill>
                  <a:srgbClr val="62D6C9"/>
                </a:solidFill>
                <a:latin typeface="DejaVu Sans"/>
                <a:ea typeface="DejaVu Sans"/>
                <a:cs typeface="DejaVu Sans"/>
              </a:defRPr>
            </a:lvl4pPr>
            <a:lvl5pPr algn="r">
              <a:defRPr sz="1725" b="1">
                <a:solidFill>
                  <a:srgbClr val="62D6C9"/>
                </a:solidFill>
                <a:latin typeface="DejaVu Sans"/>
                <a:ea typeface="DejaVu Sans"/>
                <a:cs typeface="DejaVu Sans"/>
              </a:defRPr>
            </a:lvl5pPr>
            <a:lvl6pPr algn="r">
              <a:defRPr sz="1725" b="1">
                <a:solidFill>
                  <a:srgbClr val="62D6C9"/>
                </a:solidFill>
                <a:latin typeface="DejaVu Sans"/>
                <a:ea typeface="DejaVu Sans"/>
                <a:cs typeface="DejaVu Sans"/>
              </a:defRPr>
            </a:lvl6pPr>
            <a:lvl7pPr algn="r">
              <a:defRPr sz="1725" b="1">
                <a:solidFill>
                  <a:srgbClr val="62D6C9"/>
                </a:solidFill>
                <a:latin typeface="DejaVu Sans"/>
                <a:ea typeface="DejaVu Sans"/>
                <a:cs typeface="DejaVu Sans"/>
              </a:defRPr>
            </a:lvl7pPr>
            <a:lvl8pPr algn="r">
              <a:defRPr sz="1725" b="1">
                <a:solidFill>
                  <a:srgbClr val="62D6C9"/>
                </a:solidFill>
                <a:latin typeface="DejaVu Sans"/>
                <a:ea typeface="DejaVu Sans"/>
                <a:cs typeface="DejaVu Sans"/>
              </a:defRPr>
            </a:lvl8pPr>
            <a:lvl9pPr algn="r">
              <a:defRPr sz="1725" b="1">
                <a:solidFill>
                  <a:srgbClr val="62D6C9"/>
                </a:solidFill>
                <a:latin typeface="DejaVu Sans"/>
                <a:ea typeface="DejaVu Sans"/>
                <a:cs typeface="DejaVu Sans"/>
              </a:defRPr>
            </a:lvl9pPr>
          </a:lstStyle>
          <a:p xmlns:a="http://schemas.openxmlformats.org/drawingml/2006/main">
            <a:pPr algn="r">
              <a:lnSpc>
                <a:spcPct val="112000"/>
              </a:lnSpc>
              <a:buNone/>
              <a:defRPr sz="1725" b="1">
                <a:solidFill>
                  <a:srgbClr val="62D6C9"/>
                </a:solidFill>
                <a:latin typeface="DejaVu Sans"/>
                <a:ea typeface="DejaVu Sans"/>
                <a:cs typeface="DejaVu Sans"/>
              </a:defRPr>
            </a:pPr>
            <a:r>
              <a:rPr sz="1725" b="1">
                <a:solidFill>
                  <a:srgbClr val="62D6C9"/>
                </a:solidFill>
                <a:latin typeface="DejaVu Sans"/>
                <a:ea typeface="DejaVu Sans"/>
                <a:cs typeface="DejaVu Sans"/>
              </a:rPr>
              <a:t>17</a:t>
            </a:r>
          </a:p>
        </p:txBody>
      </p:sp>
      <p:sp>
        <p:nvSpPr>
          <p:cNvPr id="8" name="">
            <a:extLst xmlns:a="http://schemas.openxmlformats.org/drawingml/2006/main">
              <a:ext uri="{FF2B5EF4-FFF2-40B4-BE49-F238E27FC236}">
                <a16:creationId xmlns:a16="http://schemas.microsoft.com/office/drawing/2014/main" id="{02CDD8ED-E7EB-461A-8A84-68388E87BF3B}"/>
              </a:ext>
            </a:extLst>
          </p:cNvPr>
          <p:cNvSpPr>
            <a:spLocks xmlns:a="http://schemas.openxmlformats.org/drawingml/2006/main" noGrp="1"/>
          </p:cNvSpPr>
          <p:nvPr/>
        </p:nvSpPr>
        <p:spPr>
          <a:xfrm xmlns:a="http://schemas.openxmlformats.org/drawingml/2006/main">
            <a:off x="609600" y="3409950"/>
            <a:ext cx="2428875" cy="1962150"/>
          </a:xfrm>
          <a:prstGeom xmlns:a="http://schemas.openxmlformats.org/drawingml/2006/main" prst="rect">
            <a:avLst/>
          </a:prstGeom>
          <a:solidFill xmlns:a="http://schemas.openxmlformats.org/drawingml/2006/main">
            <a:srgbClr val="102D3A"/>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0E877B0B-345D-4BAA-B7E1-29A4AC497B94}"/>
              </a:ext>
            </a:extLst>
          </p:cNvPr>
          <p:cNvSpPr>
            <a:spLocks xmlns:a="http://schemas.openxmlformats.org/drawingml/2006/main" noGrp="1"/>
          </p:cNvSpPr>
          <p:nvPr/>
        </p:nvSpPr>
        <p:spPr>
          <a:xfrm xmlns:a="http://schemas.openxmlformats.org/drawingml/2006/main">
            <a:off x="609600" y="3409950"/>
            <a:ext cx="38100" cy="1962150"/>
          </a:xfrm>
          <a:prstGeom xmlns:a="http://schemas.openxmlformats.org/drawingml/2006/main" prst="rect">
            <a:avLst/>
          </a:prstGeom>
          <a:solidFill xmlns:a="http://schemas.openxmlformats.org/drawingml/2006/main">
            <a:srgbClr val="62D6C9"/>
          </a:solidFill>
          <a:ln xmlns:a="http://schemas.openxmlformats.org/drawingml/2006/main" w="0">
            <a:noFill/>
            <a:prstDash val="solid"/>
          </a:ln>
        </p:spPr>
      </p:sp>
      <p:sp>
        <p:nvSpPr>
          <p:cNvPr id="10" name="text-877n0ti7t1a">
            <a:extLst xmlns:a="http://schemas.openxmlformats.org/drawingml/2006/main">
              <a:ext uri="{FF2B5EF4-FFF2-40B4-BE49-F238E27FC236}">
                <a16:creationId xmlns:a16="http://schemas.microsoft.com/office/drawing/2014/main" id="{8C03484D-91D9-486F-BCD6-18ABF2920DCE}"/>
              </a:ext>
            </a:extLst>
          </p:cNvPr>
          <p:cNvSpPr>
            <a:spLocks xmlns:a="http://schemas.openxmlformats.org/drawingml/2006/main" noGrp="1"/>
          </p:cNvSpPr>
          <p:nvPr/>
        </p:nvSpPr>
        <p:spPr>
          <a:xfrm xmlns:a="http://schemas.openxmlformats.org/drawingml/2006/main">
            <a:off x="819150" y="3581400"/>
            <a:ext cx="2009775"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1">
                <a:solidFill>
                  <a:srgbClr val="FFFDFA"/>
                </a:solidFill>
                <a:latin typeface="DejaVu Sans"/>
                <a:ea typeface="DejaVu Sans"/>
                <a:cs typeface="DejaVu Sans"/>
              </a:defRPr>
            </a:defPPr>
            <a:lvl1pPr algn="l">
              <a:defRPr sz="1800" b="1">
                <a:solidFill>
                  <a:srgbClr val="FFFDFA"/>
                </a:solidFill>
                <a:latin typeface="DejaVu Sans"/>
                <a:ea typeface="DejaVu Sans"/>
                <a:cs typeface="DejaVu Sans"/>
              </a:defRPr>
            </a:lvl1pPr>
            <a:lvl2pPr algn="l">
              <a:defRPr sz="1800" b="1">
                <a:solidFill>
                  <a:srgbClr val="FFFDFA"/>
                </a:solidFill>
                <a:latin typeface="DejaVu Sans"/>
                <a:ea typeface="DejaVu Sans"/>
                <a:cs typeface="DejaVu Sans"/>
              </a:defRPr>
            </a:lvl2pPr>
            <a:lvl3pPr algn="l">
              <a:defRPr sz="1800" b="1">
                <a:solidFill>
                  <a:srgbClr val="FFFDFA"/>
                </a:solidFill>
                <a:latin typeface="DejaVu Sans"/>
                <a:ea typeface="DejaVu Sans"/>
                <a:cs typeface="DejaVu Sans"/>
              </a:defRPr>
            </a:lvl3pPr>
            <a:lvl4pPr algn="l">
              <a:defRPr sz="1800" b="1">
                <a:solidFill>
                  <a:srgbClr val="FFFDFA"/>
                </a:solidFill>
                <a:latin typeface="DejaVu Sans"/>
                <a:ea typeface="DejaVu Sans"/>
                <a:cs typeface="DejaVu Sans"/>
              </a:defRPr>
            </a:lvl4pPr>
            <a:lvl5pPr algn="l">
              <a:defRPr sz="1800" b="1">
                <a:solidFill>
                  <a:srgbClr val="FFFDFA"/>
                </a:solidFill>
                <a:latin typeface="DejaVu Sans"/>
                <a:ea typeface="DejaVu Sans"/>
                <a:cs typeface="DejaVu Sans"/>
              </a:defRPr>
            </a:lvl5pPr>
            <a:lvl6pPr algn="l">
              <a:defRPr sz="1800" b="1">
                <a:solidFill>
                  <a:srgbClr val="FFFDFA"/>
                </a:solidFill>
                <a:latin typeface="DejaVu Sans"/>
                <a:ea typeface="DejaVu Sans"/>
                <a:cs typeface="DejaVu Sans"/>
              </a:defRPr>
            </a:lvl6pPr>
            <a:lvl7pPr algn="l">
              <a:defRPr sz="1800" b="1">
                <a:solidFill>
                  <a:srgbClr val="FFFDFA"/>
                </a:solidFill>
                <a:latin typeface="DejaVu Sans"/>
                <a:ea typeface="DejaVu Sans"/>
                <a:cs typeface="DejaVu Sans"/>
              </a:defRPr>
            </a:lvl7pPr>
            <a:lvl8pPr algn="l">
              <a:defRPr sz="1800" b="1">
                <a:solidFill>
                  <a:srgbClr val="FFFDFA"/>
                </a:solidFill>
                <a:latin typeface="DejaVu Sans"/>
                <a:ea typeface="DejaVu Sans"/>
                <a:cs typeface="DejaVu Sans"/>
              </a:defRPr>
            </a:lvl8pPr>
            <a:lvl9pPr algn="l">
              <a:defRPr sz="1800" b="1">
                <a:solidFill>
                  <a:srgbClr val="FFFDFA"/>
                </a:solidFill>
                <a:latin typeface="DejaVu Sans"/>
                <a:ea typeface="DejaVu Sans"/>
                <a:cs typeface="DejaVu Sans"/>
              </a:defRPr>
            </a:lvl9pPr>
          </a:lstStyle>
          <a:p xmlns:a="http://schemas.openxmlformats.org/drawingml/2006/main">
            <a:pPr algn="l">
              <a:lnSpc>
                <a:spcPct val="112000"/>
              </a:lnSpc>
              <a:buNone/>
              <a:defRPr sz="1800" b="1">
                <a:solidFill>
                  <a:srgbClr val="FFFDFA"/>
                </a:solidFill>
                <a:latin typeface="DejaVu Sans"/>
                <a:ea typeface="DejaVu Sans"/>
                <a:cs typeface="DejaVu Sans"/>
              </a:defRPr>
            </a:pPr>
            <a:r>
              <a:rPr sz="1800" b="1">
                <a:solidFill>
                  <a:srgbClr val="FFFDFA"/>
                </a:solidFill>
                <a:latin typeface="DejaVu Sans"/>
                <a:ea typeface="DejaVu Sans"/>
                <a:cs typeface="DejaVu Sans"/>
              </a:rPr>
              <a:t>Coordinator</a:t>
            </a:r>
          </a:p>
        </p:txBody>
      </p:sp>
      <p:sp>
        <p:nvSpPr>
          <p:cNvPr id="11" name="text-wx6ybw8vbl">
            <a:extLst xmlns:a="http://schemas.openxmlformats.org/drawingml/2006/main">
              <a:ext uri="{FF2B5EF4-FFF2-40B4-BE49-F238E27FC236}">
                <a16:creationId xmlns:a16="http://schemas.microsoft.com/office/drawing/2014/main" id="{BE466661-7235-4231-9067-1E0F0E960783}"/>
              </a:ext>
            </a:extLst>
          </p:cNvPr>
          <p:cNvSpPr>
            <a:spLocks xmlns:a="http://schemas.openxmlformats.org/drawingml/2006/main" noGrp="1"/>
          </p:cNvSpPr>
          <p:nvPr/>
        </p:nvSpPr>
        <p:spPr>
          <a:xfrm xmlns:a="http://schemas.openxmlformats.org/drawingml/2006/main">
            <a:off x="819150" y="4200525"/>
            <a:ext cx="2009775" cy="1085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BED0D5"/>
                </a:solidFill>
                <a:latin typeface="DejaVu Sans"/>
                <a:ea typeface="DejaVu Sans"/>
                <a:cs typeface="DejaVu Sans"/>
              </a:defRPr>
            </a:defPPr>
            <a:lvl1pPr algn="l">
              <a:defRPr sz="1650" b="0">
                <a:solidFill>
                  <a:srgbClr val="BED0D5"/>
                </a:solidFill>
                <a:latin typeface="DejaVu Sans"/>
                <a:ea typeface="DejaVu Sans"/>
                <a:cs typeface="DejaVu Sans"/>
              </a:defRPr>
            </a:lvl1pPr>
            <a:lvl2pPr algn="l">
              <a:defRPr sz="1650" b="0">
                <a:solidFill>
                  <a:srgbClr val="BED0D5"/>
                </a:solidFill>
                <a:latin typeface="DejaVu Sans"/>
                <a:ea typeface="DejaVu Sans"/>
                <a:cs typeface="DejaVu Sans"/>
              </a:defRPr>
            </a:lvl2pPr>
            <a:lvl3pPr algn="l">
              <a:defRPr sz="1650" b="0">
                <a:solidFill>
                  <a:srgbClr val="BED0D5"/>
                </a:solidFill>
                <a:latin typeface="DejaVu Sans"/>
                <a:ea typeface="DejaVu Sans"/>
                <a:cs typeface="DejaVu Sans"/>
              </a:defRPr>
            </a:lvl3pPr>
            <a:lvl4pPr algn="l">
              <a:defRPr sz="1650" b="0">
                <a:solidFill>
                  <a:srgbClr val="BED0D5"/>
                </a:solidFill>
                <a:latin typeface="DejaVu Sans"/>
                <a:ea typeface="DejaVu Sans"/>
                <a:cs typeface="DejaVu Sans"/>
              </a:defRPr>
            </a:lvl4pPr>
            <a:lvl5pPr algn="l">
              <a:defRPr sz="1650" b="0">
                <a:solidFill>
                  <a:srgbClr val="BED0D5"/>
                </a:solidFill>
                <a:latin typeface="DejaVu Sans"/>
                <a:ea typeface="DejaVu Sans"/>
                <a:cs typeface="DejaVu Sans"/>
              </a:defRPr>
            </a:lvl5pPr>
            <a:lvl6pPr algn="l">
              <a:defRPr sz="1650" b="0">
                <a:solidFill>
                  <a:srgbClr val="BED0D5"/>
                </a:solidFill>
                <a:latin typeface="DejaVu Sans"/>
                <a:ea typeface="DejaVu Sans"/>
                <a:cs typeface="DejaVu Sans"/>
              </a:defRPr>
            </a:lvl6pPr>
            <a:lvl7pPr algn="l">
              <a:defRPr sz="1650" b="0">
                <a:solidFill>
                  <a:srgbClr val="BED0D5"/>
                </a:solidFill>
                <a:latin typeface="DejaVu Sans"/>
                <a:ea typeface="DejaVu Sans"/>
                <a:cs typeface="DejaVu Sans"/>
              </a:defRPr>
            </a:lvl7pPr>
            <a:lvl8pPr algn="l">
              <a:defRPr sz="1650" b="0">
                <a:solidFill>
                  <a:srgbClr val="BED0D5"/>
                </a:solidFill>
                <a:latin typeface="DejaVu Sans"/>
                <a:ea typeface="DejaVu Sans"/>
                <a:cs typeface="DejaVu Sans"/>
              </a:defRPr>
            </a:lvl8pPr>
            <a:lvl9pPr algn="l">
              <a:defRPr sz="1650" b="0">
                <a:solidFill>
                  <a:srgbClr val="BED0D5"/>
                </a:solidFill>
                <a:latin typeface="DejaVu Sans"/>
                <a:ea typeface="DejaVu Sans"/>
                <a:cs typeface="DejaVu Sans"/>
              </a:defRPr>
            </a:lvl9pPr>
          </a:lstStyle>
          <a:p xmlns:a="http://schemas.openxmlformats.org/drawingml/2006/main">
            <a:pPr algn="l">
              <a:lnSpc>
                <a:spcPct val="112000"/>
              </a:lnSpc>
              <a:buNone/>
              <a:defRPr sz="1650" b="0">
                <a:solidFill>
                  <a:srgbClr val="BED0D5"/>
                </a:solidFill>
                <a:latin typeface="DejaVu Sans"/>
                <a:ea typeface="DejaVu Sans"/>
                <a:cs typeface="DejaVu Sans"/>
              </a:defRPr>
            </a:pPr>
            <a:r>
              <a:rPr sz="1650" b="0">
                <a:solidFill>
                  <a:srgbClr val="BED0D5"/>
                </a:solidFill>
                <a:latin typeface="DejaVu Sans"/>
                <a:ea typeface="DejaVu Sans"/>
                <a:cs typeface="DejaVu Sans"/>
              </a:rPr>
              <a:t>Assigns scope and budget.</a:t>
            </a:r>
          </a:p>
        </p:txBody>
      </p:sp>
      <p:sp>
        <p:nvSpPr>
          <p:cNvPr id="12" name="">
            <a:extLst xmlns:a="http://schemas.openxmlformats.org/drawingml/2006/main">
              <a:ext uri="{FF2B5EF4-FFF2-40B4-BE49-F238E27FC236}">
                <a16:creationId xmlns:a16="http://schemas.microsoft.com/office/drawing/2014/main" id="{55975BF1-33A1-40B3-946A-9824D12732C3}"/>
              </a:ext>
            </a:extLst>
          </p:cNvPr>
          <p:cNvSpPr>
            <a:spLocks xmlns:a="http://schemas.openxmlformats.org/drawingml/2006/main" noGrp="1"/>
          </p:cNvSpPr>
          <p:nvPr/>
        </p:nvSpPr>
        <p:spPr>
          <a:xfrm xmlns:a="http://schemas.openxmlformats.org/drawingml/2006/main">
            <a:off x="4248150" y="2571750"/>
            <a:ext cx="3381375" cy="1457325"/>
          </a:xfrm>
          <a:prstGeom xmlns:a="http://schemas.openxmlformats.org/drawingml/2006/main" prst="rect">
            <a:avLst/>
          </a:prstGeom>
          <a:solidFill xmlns:a="http://schemas.openxmlformats.org/drawingml/2006/main">
            <a:srgbClr val="102D3A"/>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CC8CC84C-0F0B-402C-B312-880086E528F4}"/>
              </a:ext>
            </a:extLst>
          </p:cNvPr>
          <p:cNvSpPr>
            <a:spLocks xmlns:a="http://schemas.openxmlformats.org/drawingml/2006/main" noGrp="1"/>
          </p:cNvSpPr>
          <p:nvPr/>
        </p:nvSpPr>
        <p:spPr>
          <a:xfrm xmlns:a="http://schemas.openxmlformats.org/drawingml/2006/main">
            <a:off x="4248150" y="2571750"/>
            <a:ext cx="38100" cy="1457325"/>
          </a:xfrm>
          <a:prstGeom xmlns:a="http://schemas.openxmlformats.org/drawingml/2006/main" prst="rect">
            <a:avLst/>
          </a:prstGeom>
          <a:solidFill xmlns:a="http://schemas.openxmlformats.org/drawingml/2006/main">
            <a:srgbClr val="D64136"/>
          </a:solidFill>
          <a:ln xmlns:a="http://schemas.openxmlformats.org/drawingml/2006/main" w="0">
            <a:noFill/>
            <a:prstDash val="solid"/>
          </a:ln>
        </p:spPr>
      </p:sp>
      <p:sp>
        <p:nvSpPr>
          <p:cNvPr id="14" name="text-8v35emgbg7">
            <a:extLst xmlns:a="http://schemas.openxmlformats.org/drawingml/2006/main">
              <a:ext uri="{FF2B5EF4-FFF2-40B4-BE49-F238E27FC236}">
                <a16:creationId xmlns:a16="http://schemas.microsoft.com/office/drawing/2014/main" id="{46BA75D9-7D80-4254-8D82-91DCC3959E56}"/>
              </a:ext>
            </a:extLst>
          </p:cNvPr>
          <p:cNvSpPr>
            <a:spLocks xmlns:a="http://schemas.openxmlformats.org/drawingml/2006/main" noGrp="1"/>
          </p:cNvSpPr>
          <p:nvPr/>
        </p:nvSpPr>
        <p:spPr>
          <a:xfrm xmlns:a="http://schemas.openxmlformats.org/drawingml/2006/main">
            <a:off x="4457700" y="2743200"/>
            <a:ext cx="2962275"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1">
                <a:solidFill>
                  <a:srgbClr val="FFFDFA"/>
                </a:solidFill>
                <a:latin typeface="DejaVu Sans"/>
                <a:ea typeface="DejaVu Sans"/>
                <a:cs typeface="DejaVu Sans"/>
              </a:defRPr>
            </a:defPPr>
            <a:lvl1pPr algn="l">
              <a:defRPr sz="1800" b="1">
                <a:solidFill>
                  <a:srgbClr val="FFFDFA"/>
                </a:solidFill>
                <a:latin typeface="DejaVu Sans"/>
                <a:ea typeface="DejaVu Sans"/>
                <a:cs typeface="DejaVu Sans"/>
              </a:defRPr>
            </a:lvl1pPr>
            <a:lvl2pPr algn="l">
              <a:defRPr sz="1800" b="1">
                <a:solidFill>
                  <a:srgbClr val="FFFDFA"/>
                </a:solidFill>
                <a:latin typeface="DejaVu Sans"/>
                <a:ea typeface="DejaVu Sans"/>
                <a:cs typeface="DejaVu Sans"/>
              </a:defRPr>
            </a:lvl2pPr>
            <a:lvl3pPr algn="l">
              <a:defRPr sz="1800" b="1">
                <a:solidFill>
                  <a:srgbClr val="FFFDFA"/>
                </a:solidFill>
                <a:latin typeface="DejaVu Sans"/>
                <a:ea typeface="DejaVu Sans"/>
                <a:cs typeface="DejaVu Sans"/>
              </a:defRPr>
            </a:lvl3pPr>
            <a:lvl4pPr algn="l">
              <a:defRPr sz="1800" b="1">
                <a:solidFill>
                  <a:srgbClr val="FFFDFA"/>
                </a:solidFill>
                <a:latin typeface="DejaVu Sans"/>
                <a:ea typeface="DejaVu Sans"/>
                <a:cs typeface="DejaVu Sans"/>
              </a:defRPr>
            </a:lvl4pPr>
            <a:lvl5pPr algn="l">
              <a:defRPr sz="1800" b="1">
                <a:solidFill>
                  <a:srgbClr val="FFFDFA"/>
                </a:solidFill>
                <a:latin typeface="DejaVu Sans"/>
                <a:ea typeface="DejaVu Sans"/>
                <a:cs typeface="DejaVu Sans"/>
              </a:defRPr>
            </a:lvl5pPr>
            <a:lvl6pPr algn="l">
              <a:defRPr sz="1800" b="1">
                <a:solidFill>
                  <a:srgbClr val="FFFDFA"/>
                </a:solidFill>
                <a:latin typeface="DejaVu Sans"/>
                <a:ea typeface="DejaVu Sans"/>
                <a:cs typeface="DejaVu Sans"/>
              </a:defRPr>
            </a:lvl6pPr>
            <a:lvl7pPr algn="l">
              <a:defRPr sz="1800" b="1">
                <a:solidFill>
                  <a:srgbClr val="FFFDFA"/>
                </a:solidFill>
                <a:latin typeface="DejaVu Sans"/>
                <a:ea typeface="DejaVu Sans"/>
                <a:cs typeface="DejaVu Sans"/>
              </a:defRPr>
            </a:lvl7pPr>
            <a:lvl8pPr algn="l">
              <a:defRPr sz="1800" b="1">
                <a:solidFill>
                  <a:srgbClr val="FFFDFA"/>
                </a:solidFill>
                <a:latin typeface="DejaVu Sans"/>
                <a:ea typeface="DejaVu Sans"/>
                <a:cs typeface="DejaVu Sans"/>
              </a:defRPr>
            </a:lvl8pPr>
            <a:lvl9pPr algn="l">
              <a:defRPr sz="1800" b="1">
                <a:solidFill>
                  <a:srgbClr val="FFFDFA"/>
                </a:solidFill>
                <a:latin typeface="DejaVu Sans"/>
                <a:ea typeface="DejaVu Sans"/>
                <a:cs typeface="DejaVu Sans"/>
              </a:defRPr>
            </a:lvl9pPr>
          </a:lstStyle>
          <a:p xmlns:a="http://schemas.openxmlformats.org/drawingml/2006/main">
            <a:pPr algn="l">
              <a:lnSpc>
                <a:spcPct val="112000"/>
              </a:lnSpc>
              <a:buNone/>
              <a:defRPr sz="1800" b="1">
                <a:solidFill>
                  <a:srgbClr val="FFFDFA"/>
                </a:solidFill>
                <a:latin typeface="DejaVu Sans"/>
                <a:ea typeface="DejaVu Sans"/>
                <a:cs typeface="DejaVu Sans"/>
              </a:defRPr>
            </a:pPr>
            <a:r>
              <a:rPr sz="1800" b="1">
                <a:solidFill>
                  <a:srgbClr val="FFFDFA"/>
                </a:solidFill>
                <a:latin typeface="DejaVu Sans"/>
                <a:ea typeface="DejaVu Sans"/>
                <a:cs typeface="DejaVu Sans"/>
              </a:rPr>
              <a:t>Researcher</a:t>
            </a:r>
          </a:p>
        </p:txBody>
      </p:sp>
      <p:sp>
        <p:nvSpPr>
          <p:cNvPr id="15" name="text-tvhhdht8p5o">
            <a:extLst xmlns:a="http://schemas.openxmlformats.org/drawingml/2006/main">
              <a:ext uri="{FF2B5EF4-FFF2-40B4-BE49-F238E27FC236}">
                <a16:creationId xmlns:a16="http://schemas.microsoft.com/office/drawing/2014/main" id="{6D159C98-5356-4E1A-94A7-DE2A55F04509}"/>
              </a:ext>
            </a:extLst>
          </p:cNvPr>
          <p:cNvSpPr>
            <a:spLocks xmlns:a="http://schemas.openxmlformats.org/drawingml/2006/main" noGrp="1"/>
          </p:cNvSpPr>
          <p:nvPr/>
        </p:nvSpPr>
        <p:spPr>
          <a:xfrm xmlns:a="http://schemas.openxmlformats.org/drawingml/2006/main">
            <a:off x="4457700" y="3362325"/>
            <a:ext cx="2962275" cy="581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BED0D5"/>
                </a:solidFill>
                <a:latin typeface="DejaVu Sans"/>
                <a:ea typeface="DejaVu Sans"/>
                <a:cs typeface="DejaVu Sans"/>
              </a:defRPr>
            </a:defPPr>
            <a:lvl1pPr algn="l">
              <a:defRPr sz="1650" b="0">
                <a:solidFill>
                  <a:srgbClr val="BED0D5"/>
                </a:solidFill>
                <a:latin typeface="DejaVu Sans"/>
                <a:ea typeface="DejaVu Sans"/>
                <a:cs typeface="DejaVu Sans"/>
              </a:defRPr>
            </a:lvl1pPr>
            <a:lvl2pPr algn="l">
              <a:defRPr sz="1650" b="0">
                <a:solidFill>
                  <a:srgbClr val="BED0D5"/>
                </a:solidFill>
                <a:latin typeface="DejaVu Sans"/>
                <a:ea typeface="DejaVu Sans"/>
                <a:cs typeface="DejaVu Sans"/>
              </a:defRPr>
            </a:lvl2pPr>
            <a:lvl3pPr algn="l">
              <a:defRPr sz="1650" b="0">
                <a:solidFill>
                  <a:srgbClr val="BED0D5"/>
                </a:solidFill>
                <a:latin typeface="DejaVu Sans"/>
                <a:ea typeface="DejaVu Sans"/>
                <a:cs typeface="DejaVu Sans"/>
              </a:defRPr>
            </a:lvl3pPr>
            <a:lvl4pPr algn="l">
              <a:defRPr sz="1650" b="0">
                <a:solidFill>
                  <a:srgbClr val="BED0D5"/>
                </a:solidFill>
                <a:latin typeface="DejaVu Sans"/>
                <a:ea typeface="DejaVu Sans"/>
                <a:cs typeface="DejaVu Sans"/>
              </a:defRPr>
            </a:lvl4pPr>
            <a:lvl5pPr algn="l">
              <a:defRPr sz="1650" b="0">
                <a:solidFill>
                  <a:srgbClr val="BED0D5"/>
                </a:solidFill>
                <a:latin typeface="DejaVu Sans"/>
                <a:ea typeface="DejaVu Sans"/>
                <a:cs typeface="DejaVu Sans"/>
              </a:defRPr>
            </a:lvl5pPr>
            <a:lvl6pPr algn="l">
              <a:defRPr sz="1650" b="0">
                <a:solidFill>
                  <a:srgbClr val="BED0D5"/>
                </a:solidFill>
                <a:latin typeface="DejaVu Sans"/>
                <a:ea typeface="DejaVu Sans"/>
                <a:cs typeface="DejaVu Sans"/>
              </a:defRPr>
            </a:lvl6pPr>
            <a:lvl7pPr algn="l">
              <a:defRPr sz="1650" b="0">
                <a:solidFill>
                  <a:srgbClr val="BED0D5"/>
                </a:solidFill>
                <a:latin typeface="DejaVu Sans"/>
                <a:ea typeface="DejaVu Sans"/>
                <a:cs typeface="DejaVu Sans"/>
              </a:defRPr>
            </a:lvl7pPr>
            <a:lvl8pPr algn="l">
              <a:defRPr sz="1650" b="0">
                <a:solidFill>
                  <a:srgbClr val="BED0D5"/>
                </a:solidFill>
                <a:latin typeface="DejaVu Sans"/>
                <a:ea typeface="DejaVu Sans"/>
                <a:cs typeface="DejaVu Sans"/>
              </a:defRPr>
            </a:lvl8pPr>
            <a:lvl9pPr algn="l">
              <a:defRPr sz="1650" b="0">
                <a:solidFill>
                  <a:srgbClr val="BED0D5"/>
                </a:solidFill>
                <a:latin typeface="DejaVu Sans"/>
                <a:ea typeface="DejaVu Sans"/>
                <a:cs typeface="DejaVu Sans"/>
              </a:defRPr>
            </a:lvl9pPr>
          </a:lstStyle>
          <a:p xmlns:a="http://schemas.openxmlformats.org/drawingml/2006/main">
            <a:pPr algn="l">
              <a:lnSpc>
                <a:spcPct val="112000"/>
              </a:lnSpc>
              <a:buNone/>
              <a:defRPr sz="1650" b="0">
                <a:solidFill>
                  <a:srgbClr val="BED0D5"/>
                </a:solidFill>
                <a:latin typeface="DejaVu Sans"/>
                <a:ea typeface="DejaVu Sans"/>
                <a:cs typeface="DejaVu Sans"/>
              </a:defRPr>
            </a:pPr>
            <a:r>
              <a:rPr sz="1650" b="0">
                <a:solidFill>
                  <a:srgbClr val="BED0D5"/>
                </a:solidFill>
                <a:latin typeface="DejaVu Sans"/>
                <a:ea typeface="DejaVu Sans"/>
                <a:cs typeface="DejaVu Sans"/>
              </a:rPr>
              <a:t>Collects traceable evidence.</a:t>
            </a:r>
          </a:p>
        </p:txBody>
      </p:sp>
      <p:sp>
        <p:nvSpPr>
          <p:cNvPr id="16" name="">
            <a:extLst xmlns:a="http://schemas.openxmlformats.org/drawingml/2006/main">
              <a:ext uri="{FF2B5EF4-FFF2-40B4-BE49-F238E27FC236}">
                <a16:creationId xmlns:a16="http://schemas.microsoft.com/office/drawing/2014/main" id="{4DCEB7E3-173C-478C-9A01-A728D4F463D2}"/>
              </a:ext>
            </a:extLst>
          </p:cNvPr>
          <p:cNvSpPr>
            <a:spLocks xmlns:a="http://schemas.openxmlformats.org/drawingml/2006/main" noGrp="1"/>
          </p:cNvSpPr>
          <p:nvPr/>
        </p:nvSpPr>
        <p:spPr>
          <a:xfrm xmlns:a="http://schemas.openxmlformats.org/drawingml/2006/main">
            <a:off x="4248150" y="4410075"/>
            <a:ext cx="3381375" cy="1457325"/>
          </a:xfrm>
          <a:prstGeom xmlns:a="http://schemas.openxmlformats.org/drawingml/2006/main" prst="rect">
            <a:avLst/>
          </a:prstGeom>
          <a:solidFill xmlns:a="http://schemas.openxmlformats.org/drawingml/2006/main">
            <a:srgbClr val="102D3A"/>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06EDF673-F1C0-4E57-9FD9-ED82ED0FAA59}"/>
              </a:ext>
            </a:extLst>
          </p:cNvPr>
          <p:cNvSpPr>
            <a:spLocks xmlns:a="http://schemas.openxmlformats.org/drawingml/2006/main" noGrp="1"/>
          </p:cNvSpPr>
          <p:nvPr/>
        </p:nvSpPr>
        <p:spPr>
          <a:xfrm xmlns:a="http://schemas.openxmlformats.org/drawingml/2006/main">
            <a:off x="4248150" y="4410075"/>
            <a:ext cx="38100" cy="1457325"/>
          </a:xfrm>
          <a:prstGeom xmlns:a="http://schemas.openxmlformats.org/drawingml/2006/main" prst="rect">
            <a:avLst/>
          </a:prstGeom>
          <a:solidFill xmlns:a="http://schemas.openxmlformats.org/drawingml/2006/main">
            <a:srgbClr val="E5B64B"/>
          </a:solidFill>
          <a:ln xmlns:a="http://schemas.openxmlformats.org/drawingml/2006/main" w="0">
            <a:noFill/>
            <a:prstDash val="solid"/>
          </a:ln>
        </p:spPr>
      </p:sp>
      <p:sp>
        <p:nvSpPr>
          <p:cNvPr id="18" name="text-j54q9rc3dh">
            <a:extLst xmlns:a="http://schemas.openxmlformats.org/drawingml/2006/main">
              <a:ext uri="{FF2B5EF4-FFF2-40B4-BE49-F238E27FC236}">
                <a16:creationId xmlns:a16="http://schemas.microsoft.com/office/drawing/2014/main" id="{5A0ABFCF-6D9A-4EE7-A2C0-C8D10D9B33E2}"/>
              </a:ext>
            </a:extLst>
          </p:cNvPr>
          <p:cNvSpPr>
            <a:spLocks xmlns:a="http://schemas.openxmlformats.org/drawingml/2006/main" noGrp="1"/>
          </p:cNvSpPr>
          <p:nvPr/>
        </p:nvSpPr>
        <p:spPr>
          <a:xfrm xmlns:a="http://schemas.openxmlformats.org/drawingml/2006/main">
            <a:off x="4457700" y="4581525"/>
            <a:ext cx="2962275"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1">
                <a:solidFill>
                  <a:srgbClr val="FFFDFA"/>
                </a:solidFill>
                <a:latin typeface="DejaVu Sans"/>
                <a:ea typeface="DejaVu Sans"/>
                <a:cs typeface="DejaVu Sans"/>
              </a:defRPr>
            </a:defPPr>
            <a:lvl1pPr algn="l">
              <a:defRPr sz="1800" b="1">
                <a:solidFill>
                  <a:srgbClr val="FFFDFA"/>
                </a:solidFill>
                <a:latin typeface="DejaVu Sans"/>
                <a:ea typeface="DejaVu Sans"/>
                <a:cs typeface="DejaVu Sans"/>
              </a:defRPr>
            </a:lvl1pPr>
            <a:lvl2pPr algn="l">
              <a:defRPr sz="1800" b="1">
                <a:solidFill>
                  <a:srgbClr val="FFFDFA"/>
                </a:solidFill>
                <a:latin typeface="DejaVu Sans"/>
                <a:ea typeface="DejaVu Sans"/>
                <a:cs typeface="DejaVu Sans"/>
              </a:defRPr>
            </a:lvl2pPr>
            <a:lvl3pPr algn="l">
              <a:defRPr sz="1800" b="1">
                <a:solidFill>
                  <a:srgbClr val="FFFDFA"/>
                </a:solidFill>
                <a:latin typeface="DejaVu Sans"/>
                <a:ea typeface="DejaVu Sans"/>
                <a:cs typeface="DejaVu Sans"/>
              </a:defRPr>
            </a:lvl3pPr>
            <a:lvl4pPr algn="l">
              <a:defRPr sz="1800" b="1">
                <a:solidFill>
                  <a:srgbClr val="FFFDFA"/>
                </a:solidFill>
                <a:latin typeface="DejaVu Sans"/>
                <a:ea typeface="DejaVu Sans"/>
                <a:cs typeface="DejaVu Sans"/>
              </a:defRPr>
            </a:lvl4pPr>
            <a:lvl5pPr algn="l">
              <a:defRPr sz="1800" b="1">
                <a:solidFill>
                  <a:srgbClr val="FFFDFA"/>
                </a:solidFill>
                <a:latin typeface="DejaVu Sans"/>
                <a:ea typeface="DejaVu Sans"/>
                <a:cs typeface="DejaVu Sans"/>
              </a:defRPr>
            </a:lvl5pPr>
            <a:lvl6pPr algn="l">
              <a:defRPr sz="1800" b="1">
                <a:solidFill>
                  <a:srgbClr val="FFFDFA"/>
                </a:solidFill>
                <a:latin typeface="DejaVu Sans"/>
                <a:ea typeface="DejaVu Sans"/>
                <a:cs typeface="DejaVu Sans"/>
              </a:defRPr>
            </a:lvl6pPr>
            <a:lvl7pPr algn="l">
              <a:defRPr sz="1800" b="1">
                <a:solidFill>
                  <a:srgbClr val="FFFDFA"/>
                </a:solidFill>
                <a:latin typeface="DejaVu Sans"/>
                <a:ea typeface="DejaVu Sans"/>
                <a:cs typeface="DejaVu Sans"/>
              </a:defRPr>
            </a:lvl7pPr>
            <a:lvl8pPr algn="l">
              <a:defRPr sz="1800" b="1">
                <a:solidFill>
                  <a:srgbClr val="FFFDFA"/>
                </a:solidFill>
                <a:latin typeface="DejaVu Sans"/>
                <a:ea typeface="DejaVu Sans"/>
                <a:cs typeface="DejaVu Sans"/>
              </a:defRPr>
            </a:lvl8pPr>
            <a:lvl9pPr algn="l">
              <a:defRPr sz="1800" b="1">
                <a:solidFill>
                  <a:srgbClr val="FFFDFA"/>
                </a:solidFill>
                <a:latin typeface="DejaVu Sans"/>
                <a:ea typeface="DejaVu Sans"/>
                <a:cs typeface="DejaVu Sans"/>
              </a:defRPr>
            </a:lvl9pPr>
          </a:lstStyle>
          <a:p xmlns:a="http://schemas.openxmlformats.org/drawingml/2006/main">
            <a:pPr algn="l">
              <a:lnSpc>
                <a:spcPct val="112000"/>
              </a:lnSpc>
              <a:buNone/>
              <a:defRPr sz="1800" b="1">
                <a:solidFill>
                  <a:srgbClr val="FFFDFA"/>
                </a:solidFill>
                <a:latin typeface="DejaVu Sans"/>
                <a:ea typeface="DejaVu Sans"/>
                <a:cs typeface="DejaVu Sans"/>
              </a:defRPr>
            </a:pPr>
            <a:r>
              <a:rPr sz="1800" b="1">
                <a:solidFill>
                  <a:srgbClr val="FFFDFA"/>
                </a:solidFill>
                <a:latin typeface="DejaVu Sans"/>
                <a:ea typeface="DejaVu Sans"/>
                <a:cs typeface="DejaVu Sans"/>
              </a:rPr>
              <a:t>Calculator</a:t>
            </a:r>
          </a:p>
        </p:txBody>
      </p:sp>
      <p:sp>
        <p:nvSpPr>
          <p:cNvPr id="19" name="text-6prlac8w5dp">
            <a:extLst xmlns:a="http://schemas.openxmlformats.org/drawingml/2006/main">
              <a:ext uri="{FF2B5EF4-FFF2-40B4-BE49-F238E27FC236}">
                <a16:creationId xmlns:a16="http://schemas.microsoft.com/office/drawing/2014/main" id="{ECF36402-892A-4AB7-9181-567D6AFDCF27}"/>
              </a:ext>
            </a:extLst>
          </p:cNvPr>
          <p:cNvSpPr>
            <a:spLocks xmlns:a="http://schemas.openxmlformats.org/drawingml/2006/main" noGrp="1"/>
          </p:cNvSpPr>
          <p:nvPr/>
        </p:nvSpPr>
        <p:spPr>
          <a:xfrm xmlns:a="http://schemas.openxmlformats.org/drawingml/2006/main">
            <a:off x="4457700" y="5200650"/>
            <a:ext cx="2962275" cy="581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BED0D5"/>
                </a:solidFill>
                <a:latin typeface="DejaVu Sans"/>
                <a:ea typeface="DejaVu Sans"/>
                <a:cs typeface="DejaVu Sans"/>
              </a:defRPr>
            </a:defPPr>
            <a:lvl1pPr algn="l">
              <a:defRPr sz="1650" b="0">
                <a:solidFill>
                  <a:srgbClr val="BED0D5"/>
                </a:solidFill>
                <a:latin typeface="DejaVu Sans"/>
                <a:ea typeface="DejaVu Sans"/>
                <a:cs typeface="DejaVu Sans"/>
              </a:defRPr>
            </a:lvl1pPr>
            <a:lvl2pPr algn="l">
              <a:defRPr sz="1650" b="0">
                <a:solidFill>
                  <a:srgbClr val="BED0D5"/>
                </a:solidFill>
                <a:latin typeface="DejaVu Sans"/>
                <a:ea typeface="DejaVu Sans"/>
                <a:cs typeface="DejaVu Sans"/>
              </a:defRPr>
            </a:lvl2pPr>
            <a:lvl3pPr algn="l">
              <a:defRPr sz="1650" b="0">
                <a:solidFill>
                  <a:srgbClr val="BED0D5"/>
                </a:solidFill>
                <a:latin typeface="DejaVu Sans"/>
                <a:ea typeface="DejaVu Sans"/>
                <a:cs typeface="DejaVu Sans"/>
              </a:defRPr>
            </a:lvl3pPr>
            <a:lvl4pPr algn="l">
              <a:defRPr sz="1650" b="0">
                <a:solidFill>
                  <a:srgbClr val="BED0D5"/>
                </a:solidFill>
                <a:latin typeface="DejaVu Sans"/>
                <a:ea typeface="DejaVu Sans"/>
                <a:cs typeface="DejaVu Sans"/>
              </a:defRPr>
            </a:lvl4pPr>
            <a:lvl5pPr algn="l">
              <a:defRPr sz="1650" b="0">
                <a:solidFill>
                  <a:srgbClr val="BED0D5"/>
                </a:solidFill>
                <a:latin typeface="DejaVu Sans"/>
                <a:ea typeface="DejaVu Sans"/>
                <a:cs typeface="DejaVu Sans"/>
              </a:defRPr>
            </a:lvl5pPr>
            <a:lvl6pPr algn="l">
              <a:defRPr sz="1650" b="0">
                <a:solidFill>
                  <a:srgbClr val="BED0D5"/>
                </a:solidFill>
                <a:latin typeface="DejaVu Sans"/>
                <a:ea typeface="DejaVu Sans"/>
                <a:cs typeface="DejaVu Sans"/>
              </a:defRPr>
            </a:lvl6pPr>
            <a:lvl7pPr algn="l">
              <a:defRPr sz="1650" b="0">
                <a:solidFill>
                  <a:srgbClr val="BED0D5"/>
                </a:solidFill>
                <a:latin typeface="DejaVu Sans"/>
                <a:ea typeface="DejaVu Sans"/>
                <a:cs typeface="DejaVu Sans"/>
              </a:defRPr>
            </a:lvl7pPr>
            <a:lvl8pPr algn="l">
              <a:defRPr sz="1650" b="0">
                <a:solidFill>
                  <a:srgbClr val="BED0D5"/>
                </a:solidFill>
                <a:latin typeface="DejaVu Sans"/>
                <a:ea typeface="DejaVu Sans"/>
                <a:cs typeface="DejaVu Sans"/>
              </a:defRPr>
            </a:lvl8pPr>
            <a:lvl9pPr algn="l">
              <a:defRPr sz="1650" b="0">
                <a:solidFill>
                  <a:srgbClr val="BED0D5"/>
                </a:solidFill>
                <a:latin typeface="DejaVu Sans"/>
                <a:ea typeface="DejaVu Sans"/>
                <a:cs typeface="DejaVu Sans"/>
              </a:defRPr>
            </a:lvl9pPr>
          </a:lstStyle>
          <a:p xmlns:a="http://schemas.openxmlformats.org/drawingml/2006/main">
            <a:pPr algn="l">
              <a:lnSpc>
                <a:spcPct val="112000"/>
              </a:lnSpc>
              <a:buNone/>
              <a:defRPr sz="1650" b="0">
                <a:solidFill>
                  <a:srgbClr val="BED0D5"/>
                </a:solidFill>
                <a:latin typeface="DejaVu Sans"/>
                <a:ea typeface="DejaVu Sans"/>
                <a:cs typeface="DejaVu Sans"/>
              </a:defRPr>
            </a:pPr>
            <a:r>
              <a:rPr sz="1650" b="0">
                <a:solidFill>
                  <a:srgbClr val="BED0D5"/>
                </a:solidFill>
                <a:latin typeface="DejaVu Sans"/>
                <a:ea typeface="DejaVu Sans"/>
                <a:cs typeface="DejaVu Sans"/>
              </a:rPr>
              <a:t>Normalizes units and reproduces calculations.</a:t>
            </a:r>
          </a:p>
        </p:txBody>
      </p:sp>
      <p:sp>
        <p:nvSpPr>
          <p:cNvPr id="20" name="">
            <a:extLst xmlns:a="http://schemas.openxmlformats.org/drawingml/2006/main">
              <a:ext uri="{FF2B5EF4-FFF2-40B4-BE49-F238E27FC236}">
                <a16:creationId xmlns:a16="http://schemas.microsoft.com/office/drawing/2014/main" id="{66C90923-6BE6-41AC-AD79-B3D72AD2379D}"/>
              </a:ext>
            </a:extLst>
          </p:cNvPr>
          <p:cNvSpPr>
            <a:spLocks xmlns:a="http://schemas.openxmlformats.org/drawingml/2006/main" noGrp="1"/>
          </p:cNvSpPr>
          <p:nvPr/>
        </p:nvSpPr>
        <p:spPr>
          <a:xfrm xmlns:a="http://schemas.openxmlformats.org/drawingml/2006/main">
            <a:off x="8953500" y="3409950"/>
            <a:ext cx="2628900" cy="1962150"/>
          </a:xfrm>
          <a:prstGeom xmlns:a="http://schemas.openxmlformats.org/drawingml/2006/main" prst="rect">
            <a:avLst/>
          </a:prstGeom>
          <a:solidFill xmlns:a="http://schemas.openxmlformats.org/drawingml/2006/main">
            <a:srgbClr val="102D3A"/>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03C56A07-EB03-46FF-B6EC-B49E0C4E7277}"/>
              </a:ext>
            </a:extLst>
          </p:cNvPr>
          <p:cNvSpPr>
            <a:spLocks xmlns:a="http://schemas.openxmlformats.org/drawingml/2006/main" noGrp="1"/>
          </p:cNvSpPr>
          <p:nvPr/>
        </p:nvSpPr>
        <p:spPr>
          <a:xfrm xmlns:a="http://schemas.openxmlformats.org/drawingml/2006/main">
            <a:off x="8953500" y="3409950"/>
            <a:ext cx="38100" cy="1962150"/>
          </a:xfrm>
          <a:prstGeom xmlns:a="http://schemas.openxmlformats.org/drawingml/2006/main" prst="rect">
            <a:avLst/>
          </a:prstGeom>
          <a:solidFill xmlns:a="http://schemas.openxmlformats.org/drawingml/2006/main">
            <a:srgbClr val="5793B8"/>
          </a:solidFill>
          <a:ln xmlns:a="http://schemas.openxmlformats.org/drawingml/2006/main" w="0">
            <a:noFill/>
            <a:prstDash val="solid"/>
          </a:ln>
        </p:spPr>
      </p:sp>
      <p:sp>
        <p:nvSpPr>
          <p:cNvPr id="22" name="text-c39u8nrw3gi">
            <a:extLst xmlns:a="http://schemas.openxmlformats.org/drawingml/2006/main">
              <a:ext uri="{FF2B5EF4-FFF2-40B4-BE49-F238E27FC236}">
                <a16:creationId xmlns:a16="http://schemas.microsoft.com/office/drawing/2014/main" id="{1EBCCF3E-BE78-407D-BA83-4121AF755FDC}"/>
              </a:ext>
            </a:extLst>
          </p:cNvPr>
          <p:cNvSpPr>
            <a:spLocks xmlns:a="http://schemas.openxmlformats.org/drawingml/2006/main" noGrp="1"/>
          </p:cNvSpPr>
          <p:nvPr/>
        </p:nvSpPr>
        <p:spPr>
          <a:xfrm xmlns:a="http://schemas.openxmlformats.org/drawingml/2006/main">
            <a:off x="9163050" y="3581400"/>
            <a:ext cx="22098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1">
                <a:solidFill>
                  <a:srgbClr val="FFFDFA"/>
                </a:solidFill>
                <a:latin typeface="DejaVu Sans"/>
                <a:ea typeface="DejaVu Sans"/>
                <a:cs typeface="DejaVu Sans"/>
              </a:defRPr>
            </a:defPPr>
            <a:lvl1pPr algn="l">
              <a:defRPr sz="1800" b="1">
                <a:solidFill>
                  <a:srgbClr val="FFFDFA"/>
                </a:solidFill>
                <a:latin typeface="DejaVu Sans"/>
                <a:ea typeface="DejaVu Sans"/>
                <a:cs typeface="DejaVu Sans"/>
              </a:defRPr>
            </a:lvl1pPr>
            <a:lvl2pPr algn="l">
              <a:defRPr sz="1800" b="1">
                <a:solidFill>
                  <a:srgbClr val="FFFDFA"/>
                </a:solidFill>
                <a:latin typeface="DejaVu Sans"/>
                <a:ea typeface="DejaVu Sans"/>
                <a:cs typeface="DejaVu Sans"/>
              </a:defRPr>
            </a:lvl2pPr>
            <a:lvl3pPr algn="l">
              <a:defRPr sz="1800" b="1">
                <a:solidFill>
                  <a:srgbClr val="FFFDFA"/>
                </a:solidFill>
                <a:latin typeface="DejaVu Sans"/>
                <a:ea typeface="DejaVu Sans"/>
                <a:cs typeface="DejaVu Sans"/>
              </a:defRPr>
            </a:lvl3pPr>
            <a:lvl4pPr algn="l">
              <a:defRPr sz="1800" b="1">
                <a:solidFill>
                  <a:srgbClr val="FFFDFA"/>
                </a:solidFill>
                <a:latin typeface="DejaVu Sans"/>
                <a:ea typeface="DejaVu Sans"/>
                <a:cs typeface="DejaVu Sans"/>
              </a:defRPr>
            </a:lvl4pPr>
            <a:lvl5pPr algn="l">
              <a:defRPr sz="1800" b="1">
                <a:solidFill>
                  <a:srgbClr val="FFFDFA"/>
                </a:solidFill>
                <a:latin typeface="DejaVu Sans"/>
                <a:ea typeface="DejaVu Sans"/>
                <a:cs typeface="DejaVu Sans"/>
              </a:defRPr>
            </a:lvl5pPr>
            <a:lvl6pPr algn="l">
              <a:defRPr sz="1800" b="1">
                <a:solidFill>
                  <a:srgbClr val="FFFDFA"/>
                </a:solidFill>
                <a:latin typeface="DejaVu Sans"/>
                <a:ea typeface="DejaVu Sans"/>
                <a:cs typeface="DejaVu Sans"/>
              </a:defRPr>
            </a:lvl6pPr>
            <a:lvl7pPr algn="l">
              <a:defRPr sz="1800" b="1">
                <a:solidFill>
                  <a:srgbClr val="FFFDFA"/>
                </a:solidFill>
                <a:latin typeface="DejaVu Sans"/>
                <a:ea typeface="DejaVu Sans"/>
                <a:cs typeface="DejaVu Sans"/>
              </a:defRPr>
            </a:lvl7pPr>
            <a:lvl8pPr algn="l">
              <a:defRPr sz="1800" b="1">
                <a:solidFill>
                  <a:srgbClr val="FFFDFA"/>
                </a:solidFill>
                <a:latin typeface="DejaVu Sans"/>
                <a:ea typeface="DejaVu Sans"/>
                <a:cs typeface="DejaVu Sans"/>
              </a:defRPr>
            </a:lvl8pPr>
            <a:lvl9pPr algn="l">
              <a:defRPr sz="1800" b="1">
                <a:solidFill>
                  <a:srgbClr val="FFFDFA"/>
                </a:solidFill>
                <a:latin typeface="DejaVu Sans"/>
                <a:ea typeface="DejaVu Sans"/>
                <a:cs typeface="DejaVu Sans"/>
              </a:defRPr>
            </a:lvl9pPr>
          </a:lstStyle>
          <a:p xmlns:a="http://schemas.openxmlformats.org/drawingml/2006/main">
            <a:pPr algn="l">
              <a:lnSpc>
                <a:spcPct val="112000"/>
              </a:lnSpc>
              <a:buNone/>
              <a:defRPr sz="1800" b="1">
                <a:solidFill>
                  <a:srgbClr val="FFFDFA"/>
                </a:solidFill>
                <a:latin typeface="DejaVu Sans"/>
                <a:ea typeface="DejaVu Sans"/>
                <a:cs typeface="DejaVu Sans"/>
              </a:defRPr>
            </a:pPr>
            <a:r>
              <a:rPr sz="1800" b="1">
                <a:solidFill>
                  <a:srgbClr val="FFFDFA"/>
                </a:solidFill>
                <a:latin typeface="DejaVu Sans"/>
                <a:ea typeface="DejaVu Sans"/>
                <a:cs typeface="DejaVu Sans"/>
              </a:rPr>
              <a:t>Reviewer</a:t>
            </a:r>
          </a:p>
        </p:txBody>
      </p:sp>
      <p:sp>
        <p:nvSpPr>
          <p:cNvPr id="23" name="text-818b11ubyla">
            <a:extLst xmlns:a="http://schemas.openxmlformats.org/drawingml/2006/main">
              <a:ext uri="{FF2B5EF4-FFF2-40B4-BE49-F238E27FC236}">
                <a16:creationId xmlns:a16="http://schemas.microsoft.com/office/drawing/2014/main" id="{E2F791BA-C22D-4D72-8100-3BF8BBD72B49}"/>
              </a:ext>
            </a:extLst>
          </p:cNvPr>
          <p:cNvSpPr>
            <a:spLocks xmlns:a="http://schemas.openxmlformats.org/drawingml/2006/main" noGrp="1"/>
          </p:cNvSpPr>
          <p:nvPr/>
        </p:nvSpPr>
        <p:spPr>
          <a:xfrm xmlns:a="http://schemas.openxmlformats.org/drawingml/2006/main">
            <a:off x="9163050" y="4200525"/>
            <a:ext cx="2209800" cy="1085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BED0D5"/>
                </a:solidFill>
                <a:latin typeface="DejaVu Sans"/>
                <a:ea typeface="DejaVu Sans"/>
                <a:cs typeface="DejaVu Sans"/>
              </a:defRPr>
            </a:defPPr>
            <a:lvl1pPr algn="l">
              <a:defRPr sz="1650" b="0">
                <a:solidFill>
                  <a:srgbClr val="BED0D5"/>
                </a:solidFill>
                <a:latin typeface="DejaVu Sans"/>
                <a:ea typeface="DejaVu Sans"/>
                <a:cs typeface="DejaVu Sans"/>
              </a:defRPr>
            </a:lvl1pPr>
            <a:lvl2pPr algn="l">
              <a:defRPr sz="1650" b="0">
                <a:solidFill>
                  <a:srgbClr val="BED0D5"/>
                </a:solidFill>
                <a:latin typeface="DejaVu Sans"/>
                <a:ea typeface="DejaVu Sans"/>
                <a:cs typeface="DejaVu Sans"/>
              </a:defRPr>
            </a:lvl2pPr>
            <a:lvl3pPr algn="l">
              <a:defRPr sz="1650" b="0">
                <a:solidFill>
                  <a:srgbClr val="BED0D5"/>
                </a:solidFill>
                <a:latin typeface="DejaVu Sans"/>
                <a:ea typeface="DejaVu Sans"/>
                <a:cs typeface="DejaVu Sans"/>
              </a:defRPr>
            </a:lvl3pPr>
            <a:lvl4pPr algn="l">
              <a:defRPr sz="1650" b="0">
                <a:solidFill>
                  <a:srgbClr val="BED0D5"/>
                </a:solidFill>
                <a:latin typeface="DejaVu Sans"/>
                <a:ea typeface="DejaVu Sans"/>
                <a:cs typeface="DejaVu Sans"/>
              </a:defRPr>
            </a:lvl4pPr>
            <a:lvl5pPr algn="l">
              <a:defRPr sz="1650" b="0">
                <a:solidFill>
                  <a:srgbClr val="BED0D5"/>
                </a:solidFill>
                <a:latin typeface="DejaVu Sans"/>
                <a:ea typeface="DejaVu Sans"/>
                <a:cs typeface="DejaVu Sans"/>
              </a:defRPr>
            </a:lvl5pPr>
            <a:lvl6pPr algn="l">
              <a:defRPr sz="1650" b="0">
                <a:solidFill>
                  <a:srgbClr val="BED0D5"/>
                </a:solidFill>
                <a:latin typeface="DejaVu Sans"/>
                <a:ea typeface="DejaVu Sans"/>
                <a:cs typeface="DejaVu Sans"/>
              </a:defRPr>
            </a:lvl6pPr>
            <a:lvl7pPr algn="l">
              <a:defRPr sz="1650" b="0">
                <a:solidFill>
                  <a:srgbClr val="BED0D5"/>
                </a:solidFill>
                <a:latin typeface="DejaVu Sans"/>
                <a:ea typeface="DejaVu Sans"/>
                <a:cs typeface="DejaVu Sans"/>
              </a:defRPr>
            </a:lvl7pPr>
            <a:lvl8pPr algn="l">
              <a:defRPr sz="1650" b="0">
                <a:solidFill>
                  <a:srgbClr val="BED0D5"/>
                </a:solidFill>
                <a:latin typeface="DejaVu Sans"/>
                <a:ea typeface="DejaVu Sans"/>
                <a:cs typeface="DejaVu Sans"/>
              </a:defRPr>
            </a:lvl8pPr>
            <a:lvl9pPr algn="l">
              <a:defRPr sz="1650" b="0">
                <a:solidFill>
                  <a:srgbClr val="BED0D5"/>
                </a:solidFill>
                <a:latin typeface="DejaVu Sans"/>
                <a:ea typeface="DejaVu Sans"/>
                <a:cs typeface="DejaVu Sans"/>
              </a:defRPr>
            </a:lvl9pPr>
          </a:lstStyle>
          <a:p xmlns:a="http://schemas.openxmlformats.org/drawingml/2006/main">
            <a:pPr algn="l">
              <a:lnSpc>
                <a:spcPct val="112000"/>
              </a:lnSpc>
              <a:buNone/>
              <a:defRPr sz="1650" b="0">
                <a:solidFill>
                  <a:srgbClr val="BED0D5"/>
                </a:solidFill>
                <a:latin typeface="DejaVu Sans"/>
                <a:ea typeface="DejaVu Sans"/>
                <a:cs typeface="DejaVu Sans"/>
              </a:defRPr>
            </a:pPr>
            <a:r>
              <a:rPr sz="1650" b="0">
                <a:solidFill>
                  <a:srgbClr val="BED0D5"/>
                </a:solidFill>
                <a:latin typeface="DejaVu Sans"/>
                <a:ea typeface="DejaVu Sans"/>
                <a:cs typeface="DejaVu Sans"/>
              </a:rPr>
              <a:t>Checks sources, assumptions and contradictions.</a:t>
            </a:r>
          </a:p>
        </p:txBody>
      </p:sp>
    </p:spTree>
    <p:extLst>
      <p:ext uri="{BB962C8B-B14F-4D97-AF65-F5344CB8AC3E}">
        <p14:creationId xmlns:p14="http://schemas.microsoft.com/office/powerpoint/2010/main" val="1868862115"/>
      </p:ext>
    </p:extLst>
  </p:cSld>
</p:sld>
</file>

<file path=ppt/slides/slide18.xml><?xml version="1.0" encoding="utf-8"?>
<p:sld xmlns:p="http://schemas.openxmlformats.org/presentationml/2006/main">
  <p:cSld>
    <p:bg>
      <p:bgPr>
        <a:solidFill xmlns:a="http://schemas.openxmlformats.org/drawingml/2006/main">
          <a:srgbClr val="F4F1E9"/>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06F3C286-2229-4CC4-9F1A-EC7DB5467B3E}"/>
              </a:ext>
            </a:extLst>
          </p:cNvPr>
          <p:cNvSpPr>
            <a:spLocks xmlns:a="http://schemas.openxmlformats.org/drawingml/2006/main" noGrp="1"/>
          </p:cNvSpPr>
          <p:nvPr/>
        </p:nvSpPr>
        <p:spPr>
          <a:xfrm xmlns:a="http://schemas.openxmlformats.org/drawingml/2006/main">
            <a:off x="609600" y="323850"/>
            <a:ext cx="495300" cy="47625"/>
          </a:xfrm>
          <a:prstGeom xmlns:a="http://schemas.openxmlformats.org/drawingml/2006/main" prst="rect">
            <a:avLst/>
          </a:prstGeom>
          <a:solidFill xmlns:a="http://schemas.openxmlformats.org/drawingml/2006/main">
            <a:srgbClr val="D64136"/>
          </a:solidFill>
          <a:ln xmlns:a="http://schemas.openxmlformats.org/drawingml/2006/main" w="0">
            <a:noFill/>
            <a:prstDash val="solid"/>
          </a:ln>
        </p:spPr>
      </p:sp>
      <p:sp>
        <p:nvSpPr>
          <p:cNvPr id="2" name="text-a1venwvsd7b">
            <a:extLst xmlns:a="http://schemas.openxmlformats.org/drawingml/2006/main">
              <a:ext uri="{FF2B5EF4-FFF2-40B4-BE49-F238E27FC236}">
                <a16:creationId xmlns:a16="http://schemas.microsoft.com/office/drawing/2014/main" id="{EBC5208E-D8DF-400D-9BBC-854929C8C968}"/>
              </a:ext>
            </a:extLst>
          </p:cNvPr>
          <p:cNvSpPr>
            <a:spLocks xmlns:a="http://schemas.openxmlformats.org/drawingml/2006/main" noGrp="1"/>
          </p:cNvSpPr>
          <p:nvPr/>
        </p:nvSpPr>
        <p:spPr>
          <a:xfrm xmlns:a="http://schemas.openxmlformats.org/drawingml/2006/main">
            <a:off x="1257300" y="247650"/>
            <a:ext cx="809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50" b="1">
                <a:solidFill>
                  <a:srgbClr val="087D78"/>
                </a:solidFill>
                <a:latin typeface="DejaVu Sans"/>
                <a:ea typeface="DejaVu Sans"/>
                <a:cs typeface="DejaVu Sans"/>
              </a:defRPr>
            </a:defPPr>
            <a:lvl1pPr algn="l">
              <a:defRPr sz="1050" b="1">
                <a:solidFill>
                  <a:srgbClr val="087D78"/>
                </a:solidFill>
                <a:latin typeface="DejaVu Sans"/>
                <a:ea typeface="DejaVu Sans"/>
                <a:cs typeface="DejaVu Sans"/>
              </a:defRPr>
            </a:lvl1pPr>
            <a:lvl2pPr algn="l">
              <a:defRPr sz="1050" b="1">
                <a:solidFill>
                  <a:srgbClr val="087D78"/>
                </a:solidFill>
                <a:latin typeface="DejaVu Sans"/>
                <a:ea typeface="DejaVu Sans"/>
                <a:cs typeface="DejaVu Sans"/>
              </a:defRPr>
            </a:lvl2pPr>
            <a:lvl3pPr algn="l">
              <a:defRPr sz="1050" b="1">
                <a:solidFill>
                  <a:srgbClr val="087D78"/>
                </a:solidFill>
                <a:latin typeface="DejaVu Sans"/>
                <a:ea typeface="DejaVu Sans"/>
                <a:cs typeface="DejaVu Sans"/>
              </a:defRPr>
            </a:lvl3pPr>
            <a:lvl4pPr algn="l">
              <a:defRPr sz="1050" b="1">
                <a:solidFill>
                  <a:srgbClr val="087D78"/>
                </a:solidFill>
                <a:latin typeface="DejaVu Sans"/>
                <a:ea typeface="DejaVu Sans"/>
                <a:cs typeface="DejaVu Sans"/>
              </a:defRPr>
            </a:lvl4pPr>
            <a:lvl5pPr algn="l">
              <a:defRPr sz="1050" b="1">
                <a:solidFill>
                  <a:srgbClr val="087D78"/>
                </a:solidFill>
                <a:latin typeface="DejaVu Sans"/>
                <a:ea typeface="DejaVu Sans"/>
                <a:cs typeface="DejaVu Sans"/>
              </a:defRPr>
            </a:lvl5pPr>
            <a:lvl6pPr algn="l">
              <a:defRPr sz="1050" b="1">
                <a:solidFill>
                  <a:srgbClr val="087D78"/>
                </a:solidFill>
                <a:latin typeface="DejaVu Sans"/>
                <a:ea typeface="DejaVu Sans"/>
                <a:cs typeface="DejaVu Sans"/>
              </a:defRPr>
            </a:lvl6pPr>
            <a:lvl7pPr algn="l">
              <a:defRPr sz="1050" b="1">
                <a:solidFill>
                  <a:srgbClr val="087D78"/>
                </a:solidFill>
                <a:latin typeface="DejaVu Sans"/>
                <a:ea typeface="DejaVu Sans"/>
                <a:cs typeface="DejaVu Sans"/>
              </a:defRPr>
            </a:lvl7pPr>
            <a:lvl8pPr algn="l">
              <a:defRPr sz="1050" b="1">
                <a:solidFill>
                  <a:srgbClr val="087D78"/>
                </a:solidFill>
                <a:latin typeface="DejaVu Sans"/>
                <a:ea typeface="DejaVu Sans"/>
                <a:cs typeface="DejaVu Sans"/>
              </a:defRPr>
            </a:lvl8pPr>
            <a:lvl9pPr algn="l">
              <a:defRPr sz="1050" b="1">
                <a:solidFill>
                  <a:srgbClr val="087D78"/>
                </a:solidFill>
                <a:latin typeface="DejaVu Sans"/>
                <a:ea typeface="DejaVu Sans"/>
                <a:cs typeface="DejaVu Sans"/>
              </a:defRPr>
            </a:lvl9pPr>
          </a:lstStyle>
          <a:p xmlns:a="http://schemas.openxmlformats.org/drawingml/2006/main">
            <a:pPr algn="l">
              <a:lnSpc>
                <a:spcPct val="112000"/>
              </a:lnSpc>
              <a:buNone/>
              <a:defRPr sz="1050" b="1">
                <a:solidFill>
                  <a:srgbClr val="087D78"/>
                </a:solidFill>
                <a:latin typeface="DejaVu Sans"/>
                <a:ea typeface="DejaVu Sans"/>
                <a:cs typeface="DejaVu Sans"/>
              </a:defRPr>
            </a:pPr>
            <a:r>
              <a:rPr sz="1050" b="1">
                <a:solidFill>
                  <a:srgbClr val="087D78"/>
                </a:solidFill>
                <a:latin typeface="DejaVu Sans"/>
                <a:ea typeface="DejaVu Sans"/>
                <a:cs typeface="DejaVu Sans"/>
              </a:rPr>
              <a:t>TECHNOLOGICAL CHINA</a:t>
            </a:r>
          </a:p>
        </p:txBody>
      </p:sp>
      <p:sp>
        <p:nvSpPr>
          <p:cNvPr id="3" name="text-chorpanjueb">
            <a:extLst xmlns:a="http://schemas.openxmlformats.org/drawingml/2006/main">
              <a:ext uri="{FF2B5EF4-FFF2-40B4-BE49-F238E27FC236}">
                <a16:creationId xmlns:a16="http://schemas.microsoft.com/office/drawing/2014/main" id="{BE3F0CED-A068-45C4-ACFC-BFA1E3E691E2}"/>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700" b="1">
                <a:solidFill>
                  <a:srgbClr val="10242B"/>
                </a:solidFill>
                <a:latin typeface="DejaVu Sans"/>
                <a:ea typeface="DejaVu Sans"/>
                <a:cs typeface="DejaVu Sans"/>
              </a:defRPr>
            </a:defPPr>
            <a:lvl1pPr algn="l">
              <a:defRPr sz="2700" b="1">
                <a:solidFill>
                  <a:srgbClr val="10242B"/>
                </a:solidFill>
                <a:latin typeface="DejaVu Sans"/>
                <a:ea typeface="DejaVu Sans"/>
                <a:cs typeface="DejaVu Sans"/>
              </a:defRPr>
            </a:lvl1pPr>
            <a:lvl2pPr algn="l">
              <a:defRPr sz="2700" b="1">
                <a:solidFill>
                  <a:srgbClr val="10242B"/>
                </a:solidFill>
                <a:latin typeface="DejaVu Sans"/>
                <a:ea typeface="DejaVu Sans"/>
                <a:cs typeface="DejaVu Sans"/>
              </a:defRPr>
            </a:lvl2pPr>
            <a:lvl3pPr algn="l">
              <a:defRPr sz="2700" b="1">
                <a:solidFill>
                  <a:srgbClr val="10242B"/>
                </a:solidFill>
                <a:latin typeface="DejaVu Sans"/>
                <a:ea typeface="DejaVu Sans"/>
                <a:cs typeface="DejaVu Sans"/>
              </a:defRPr>
            </a:lvl3pPr>
            <a:lvl4pPr algn="l">
              <a:defRPr sz="2700" b="1">
                <a:solidFill>
                  <a:srgbClr val="10242B"/>
                </a:solidFill>
                <a:latin typeface="DejaVu Sans"/>
                <a:ea typeface="DejaVu Sans"/>
                <a:cs typeface="DejaVu Sans"/>
              </a:defRPr>
            </a:lvl4pPr>
            <a:lvl5pPr algn="l">
              <a:defRPr sz="2700" b="1">
                <a:solidFill>
                  <a:srgbClr val="10242B"/>
                </a:solidFill>
                <a:latin typeface="DejaVu Sans"/>
                <a:ea typeface="DejaVu Sans"/>
                <a:cs typeface="DejaVu Sans"/>
              </a:defRPr>
            </a:lvl5pPr>
            <a:lvl6pPr algn="l">
              <a:defRPr sz="2700" b="1">
                <a:solidFill>
                  <a:srgbClr val="10242B"/>
                </a:solidFill>
                <a:latin typeface="DejaVu Sans"/>
                <a:ea typeface="DejaVu Sans"/>
                <a:cs typeface="DejaVu Sans"/>
              </a:defRPr>
            </a:lvl6pPr>
            <a:lvl7pPr algn="l">
              <a:defRPr sz="2700" b="1">
                <a:solidFill>
                  <a:srgbClr val="10242B"/>
                </a:solidFill>
                <a:latin typeface="DejaVu Sans"/>
                <a:ea typeface="DejaVu Sans"/>
                <a:cs typeface="DejaVu Sans"/>
              </a:defRPr>
            </a:lvl7pPr>
            <a:lvl8pPr algn="l">
              <a:defRPr sz="2700" b="1">
                <a:solidFill>
                  <a:srgbClr val="10242B"/>
                </a:solidFill>
                <a:latin typeface="DejaVu Sans"/>
                <a:ea typeface="DejaVu Sans"/>
                <a:cs typeface="DejaVu Sans"/>
              </a:defRPr>
            </a:lvl8pPr>
            <a:lvl9pPr algn="l">
              <a:defRPr sz="2700" b="1">
                <a:solidFill>
                  <a:srgbClr val="10242B"/>
                </a:solidFill>
                <a:latin typeface="DejaVu Sans"/>
                <a:ea typeface="DejaVu Sans"/>
                <a:cs typeface="DejaVu Sans"/>
              </a:defRPr>
            </a:lvl9pPr>
          </a:lstStyle>
          <a:p xmlns:a="http://schemas.openxmlformats.org/drawingml/2006/main">
            <a:pPr algn="l">
              <a:lnSpc>
                <a:spcPct val="112000"/>
              </a:lnSpc>
              <a:buNone/>
              <a:defRPr sz="2700" b="1">
                <a:solidFill>
                  <a:srgbClr val="10242B"/>
                </a:solidFill>
                <a:latin typeface="DejaVu Sans"/>
                <a:ea typeface="DejaVu Sans"/>
                <a:cs typeface="DejaVu Sans"/>
              </a:defRPr>
            </a:pPr>
            <a:r>
              <a:rPr sz="2700" b="1">
                <a:solidFill>
                  <a:srgbClr val="10242B"/>
                </a:solidFill>
                <a:latin typeface="DejaVu Sans"/>
                <a:ea typeface="DejaVu Sans"/>
                <a:cs typeface="DejaVu Sans"/>
              </a:rPr>
              <a:t>Reliability must be measured on complete tasks</a:t>
            </a:r>
          </a:p>
        </p:txBody>
      </p:sp>
      <p:sp>
        <p:nvSpPr>
          <p:cNvPr id="4" name="text-y51dpenehw">
            <a:extLst xmlns:a="http://schemas.openxmlformats.org/drawingml/2006/main">
              <a:ext uri="{FF2B5EF4-FFF2-40B4-BE49-F238E27FC236}">
                <a16:creationId xmlns:a16="http://schemas.microsoft.com/office/drawing/2014/main" id="{169A9719-33EE-4013-9F47-58071017323A}"/>
              </a:ext>
            </a:extLst>
          </p:cNvPr>
          <p:cNvSpPr>
            <a:spLocks xmlns:a="http://schemas.openxmlformats.org/drawingml/2006/main" noGrp="1"/>
          </p:cNvSpPr>
          <p:nvPr/>
        </p:nvSpPr>
        <p:spPr>
          <a:xfrm xmlns:a="http://schemas.openxmlformats.org/drawingml/2006/main">
            <a:off x="609600" y="1857375"/>
            <a:ext cx="109728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577078"/>
                </a:solidFill>
                <a:latin typeface="DejaVu Sans"/>
                <a:ea typeface="DejaVu Sans"/>
                <a:cs typeface="DejaVu Sans"/>
              </a:defRPr>
            </a:defPPr>
            <a:lvl1pPr algn="l">
              <a:defRPr sz="1575" b="0">
                <a:solidFill>
                  <a:srgbClr val="577078"/>
                </a:solidFill>
                <a:latin typeface="DejaVu Sans"/>
                <a:ea typeface="DejaVu Sans"/>
                <a:cs typeface="DejaVu Sans"/>
              </a:defRPr>
            </a:lvl1pPr>
            <a:lvl2pPr algn="l">
              <a:defRPr sz="1575" b="0">
                <a:solidFill>
                  <a:srgbClr val="577078"/>
                </a:solidFill>
                <a:latin typeface="DejaVu Sans"/>
                <a:ea typeface="DejaVu Sans"/>
                <a:cs typeface="DejaVu Sans"/>
              </a:defRPr>
            </a:lvl2pPr>
            <a:lvl3pPr algn="l">
              <a:defRPr sz="1575" b="0">
                <a:solidFill>
                  <a:srgbClr val="577078"/>
                </a:solidFill>
                <a:latin typeface="DejaVu Sans"/>
                <a:ea typeface="DejaVu Sans"/>
                <a:cs typeface="DejaVu Sans"/>
              </a:defRPr>
            </a:lvl3pPr>
            <a:lvl4pPr algn="l">
              <a:defRPr sz="1575" b="0">
                <a:solidFill>
                  <a:srgbClr val="577078"/>
                </a:solidFill>
                <a:latin typeface="DejaVu Sans"/>
                <a:ea typeface="DejaVu Sans"/>
                <a:cs typeface="DejaVu Sans"/>
              </a:defRPr>
            </a:lvl4pPr>
            <a:lvl5pPr algn="l">
              <a:defRPr sz="1575" b="0">
                <a:solidFill>
                  <a:srgbClr val="577078"/>
                </a:solidFill>
                <a:latin typeface="DejaVu Sans"/>
                <a:ea typeface="DejaVu Sans"/>
                <a:cs typeface="DejaVu Sans"/>
              </a:defRPr>
            </a:lvl5pPr>
            <a:lvl6pPr algn="l">
              <a:defRPr sz="1575" b="0">
                <a:solidFill>
                  <a:srgbClr val="577078"/>
                </a:solidFill>
                <a:latin typeface="DejaVu Sans"/>
                <a:ea typeface="DejaVu Sans"/>
                <a:cs typeface="DejaVu Sans"/>
              </a:defRPr>
            </a:lvl6pPr>
            <a:lvl7pPr algn="l">
              <a:defRPr sz="1575" b="0">
                <a:solidFill>
                  <a:srgbClr val="577078"/>
                </a:solidFill>
                <a:latin typeface="DejaVu Sans"/>
                <a:ea typeface="DejaVu Sans"/>
                <a:cs typeface="DejaVu Sans"/>
              </a:defRPr>
            </a:lvl7pPr>
            <a:lvl8pPr algn="l">
              <a:defRPr sz="1575" b="0">
                <a:solidFill>
                  <a:srgbClr val="577078"/>
                </a:solidFill>
                <a:latin typeface="DejaVu Sans"/>
                <a:ea typeface="DejaVu Sans"/>
                <a:cs typeface="DejaVu Sans"/>
              </a:defRPr>
            </a:lvl8pPr>
            <a:lvl9pPr algn="l">
              <a:defRPr sz="1575" b="0">
                <a:solidFill>
                  <a:srgbClr val="577078"/>
                </a:solidFill>
                <a:latin typeface="DejaVu Sans"/>
                <a:ea typeface="DejaVu Sans"/>
                <a:cs typeface="DejaVu Sans"/>
              </a:defRPr>
            </a:lvl9pPr>
          </a:lstStyle>
          <a:p xmlns:a="http://schemas.openxmlformats.org/drawingml/2006/main">
            <a:pPr algn="l">
              <a:lnSpc>
                <a:spcPct val="112000"/>
              </a:lnSpc>
              <a:buNone/>
              <a:defRPr sz="1575" b="0">
                <a:solidFill>
                  <a:srgbClr val="577078"/>
                </a:solidFill>
                <a:latin typeface="DejaVu Sans"/>
                <a:ea typeface="DejaVu Sans"/>
                <a:cs typeface="DejaVu Sans"/>
              </a:defRPr>
            </a:pPr>
            <a:r>
              <a:rPr sz="1575" b="0">
                <a:solidFill>
                  <a:srgbClr val="577078"/>
                </a:solidFill>
                <a:latin typeface="DejaVu Sans"/>
                <a:ea typeface="DejaVu Sans"/>
                <a:cs typeface="DejaVu Sans"/>
              </a:rPr>
              <a:t>Errors accumulate when a task depends on many steps.</a:t>
            </a:r>
          </a:p>
        </p:txBody>
      </p:sp>
      <p:sp>
        <p:nvSpPr>
          <p:cNvPr id="5" name="">
            <a:extLst xmlns:a="http://schemas.openxmlformats.org/drawingml/2006/main">
              <a:ext uri="{FF2B5EF4-FFF2-40B4-BE49-F238E27FC236}">
                <a16:creationId xmlns:a16="http://schemas.microsoft.com/office/drawing/2014/main" id="{657C2DE6-A769-45D5-9FBA-9C357F1330DE}"/>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CCD8D6"/>
          </a:solidFill>
          <a:ln xmlns:a="http://schemas.openxmlformats.org/drawingml/2006/main" w="0">
            <a:noFill/>
            <a:prstDash val="solid"/>
          </a:ln>
        </p:spPr>
      </p:sp>
      <p:sp>
        <p:nvSpPr>
          <p:cNvPr id="6" name="text-1619kjst7en">
            <a:extLst xmlns:a="http://schemas.openxmlformats.org/drawingml/2006/main">
              <a:ext uri="{FF2B5EF4-FFF2-40B4-BE49-F238E27FC236}">
                <a16:creationId xmlns:a16="http://schemas.microsoft.com/office/drawing/2014/main" id="{5B37DED0-DE4D-4466-B8A9-70B0FC61780B}"/>
              </a:ext>
            </a:extLst>
          </p:cNvPr>
          <p:cNvSpPr>
            <a:spLocks xmlns:a="http://schemas.openxmlformats.org/drawingml/2006/main" noGrp="1"/>
          </p:cNvSpPr>
          <p:nvPr/>
        </p:nvSpPr>
        <p:spPr>
          <a:xfrm xmlns:a="http://schemas.openxmlformats.org/drawingml/2006/main">
            <a:off x="609600" y="6362700"/>
            <a:ext cx="971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975" b="0">
                <a:solidFill>
                  <a:srgbClr val="577078"/>
                </a:solidFill>
                <a:latin typeface="DejaVu Sans"/>
                <a:ea typeface="DejaVu Sans"/>
                <a:cs typeface="DejaVu Sans"/>
              </a:defRPr>
            </a:defPPr>
            <a:lvl1pPr algn="l">
              <a:defRPr sz="975" b="0">
                <a:solidFill>
                  <a:srgbClr val="577078"/>
                </a:solidFill>
                <a:latin typeface="DejaVu Sans"/>
                <a:ea typeface="DejaVu Sans"/>
                <a:cs typeface="DejaVu Sans"/>
              </a:defRPr>
            </a:lvl1pPr>
            <a:lvl2pPr algn="l">
              <a:defRPr sz="975" b="0">
                <a:solidFill>
                  <a:srgbClr val="577078"/>
                </a:solidFill>
                <a:latin typeface="DejaVu Sans"/>
                <a:ea typeface="DejaVu Sans"/>
                <a:cs typeface="DejaVu Sans"/>
              </a:defRPr>
            </a:lvl2pPr>
            <a:lvl3pPr algn="l">
              <a:defRPr sz="975" b="0">
                <a:solidFill>
                  <a:srgbClr val="577078"/>
                </a:solidFill>
                <a:latin typeface="DejaVu Sans"/>
                <a:ea typeface="DejaVu Sans"/>
                <a:cs typeface="DejaVu Sans"/>
              </a:defRPr>
            </a:lvl3pPr>
            <a:lvl4pPr algn="l">
              <a:defRPr sz="975" b="0">
                <a:solidFill>
                  <a:srgbClr val="577078"/>
                </a:solidFill>
                <a:latin typeface="DejaVu Sans"/>
                <a:ea typeface="DejaVu Sans"/>
                <a:cs typeface="DejaVu Sans"/>
              </a:defRPr>
            </a:lvl4pPr>
            <a:lvl5pPr algn="l">
              <a:defRPr sz="975" b="0">
                <a:solidFill>
                  <a:srgbClr val="577078"/>
                </a:solidFill>
                <a:latin typeface="DejaVu Sans"/>
                <a:ea typeface="DejaVu Sans"/>
                <a:cs typeface="DejaVu Sans"/>
              </a:defRPr>
            </a:lvl5pPr>
            <a:lvl6pPr algn="l">
              <a:defRPr sz="975" b="0">
                <a:solidFill>
                  <a:srgbClr val="577078"/>
                </a:solidFill>
                <a:latin typeface="DejaVu Sans"/>
                <a:ea typeface="DejaVu Sans"/>
                <a:cs typeface="DejaVu Sans"/>
              </a:defRPr>
            </a:lvl6pPr>
            <a:lvl7pPr algn="l">
              <a:defRPr sz="975" b="0">
                <a:solidFill>
                  <a:srgbClr val="577078"/>
                </a:solidFill>
                <a:latin typeface="DejaVu Sans"/>
                <a:ea typeface="DejaVu Sans"/>
                <a:cs typeface="DejaVu Sans"/>
              </a:defRPr>
            </a:lvl7pPr>
            <a:lvl8pPr algn="l">
              <a:defRPr sz="975" b="0">
                <a:solidFill>
                  <a:srgbClr val="577078"/>
                </a:solidFill>
                <a:latin typeface="DejaVu Sans"/>
                <a:ea typeface="DejaVu Sans"/>
                <a:cs typeface="DejaVu Sans"/>
              </a:defRPr>
            </a:lvl8pPr>
            <a:lvl9pPr algn="l">
              <a:defRPr sz="975" b="0">
                <a:solidFill>
                  <a:srgbClr val="577078"/>
                </a:solidFill>
                <a:latin typeface="DejaVu Sans"/>
                <a:ea typeface="DejaVu Sans"/>
                <a:cs typeface="DejaVu Sans"/>
              </a:defRPr>
            </a:lvl9pPr>
          </a:lstStyle>
          <a:p xmlns:a="http://schemas.openxmlformats.org/drawingml/2006/main">
            <a:pPr algn="l">
              <a:lnSpc>
                <a:spcPct val="112000"/>
              </a:lnSpc>
              <a:buNone/>
              <a:defRPr sz="975" b="0">
                <a:solidFill>
                  <a:srgbClr val="577078"/>
                </a:solidFill>
                <a:latin typeface="DejaVu Sans"/>
                <a:ea typeface="DejaVu Sans"/>
                <a:cs typeface="DejaVu Sans"/>
              </a:defRPr>
            </a:pPr>
            <a:r>
              <a:rPr sz="975" b="0">
                <a:solidFill>
                  <a:srgbClr val="577078"/>
                </a:solidFill>
                <a:latin typeface="DejaVu Sans"/>
                <a:ea typeface="DejaVu Sans"/>
                <a:cs typeface="DejaVu Sans"/>
              </a:rPr>
              <a:t>Sergio Gevatschnaider</a:t>
            </a:r>
          </a:p>
        </p:txBody>
      </p:sp>
      <p:sp>
        <p:nvSpPr>
          <p:cNvPr id="7" name="text-b9butbtd377">
            <a:extLst xmlns:a="http://schemas.openxmlformats.org/drawingml/2006/main">
              <a:ext uri="{FF2B5EF4-FFF2-40B4-BE49-F238E27FC236}">
                <a16:creationId xmlns:a16="http://schemas.microsoft.com/office/drawing/2014/main" id="{9E85723F-349D-41BC-8FA7-692D5DD12C7B}"/>
              </a:ext>
            </a:extLst>
          </p:cNvPr>
          <p:cNvSpPr>
            <a:spLocks xmlns:a="http://schemas.openxmlformats.org/drawingml/2006/main" noGrp="1"/>
          </p:cNvSpPr>
          <p:nvPr/>
        </p:nvSpPr>
        <p:spPr>
          <a:xfrm xmlns:a="http://schemas.openxmlformats.org/drawingml/2006/main">
            <a:off x="10934700" y="6296025"/>
            <a:ext cx="6477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725" b="1">
                <a:solidFill>
                  <a:srgbClr val="087D78"/>
                </a:solidFill>
                <a:latin typeface="DejaVu Sans"/>
                <a:ea typeface="DejaVu Sans"/>
                <a:cs typeface="DejaVu Sans"/>
              </a:defRPr>
            </a:defPPr>
            <a:lvl1pPr algn="r">
              <a:defRPr sz="1725" b="1">
                <a:solidFill>
                  <a:srgbClr val="087D78"/>
                </a:solidFill>
                <a:latin typeface="DejaVu Sans"/>
                <a:ea typeface="DejaVu Sans"/>
                <a:cs typeface="DejaVu Sans"/>
              </a:defRPr>
            </a:lvl1pPr>
            <a:lvl2pPr algn="r">
              <a:defRPr sz="1725" b="1">
                <a:solidFill>
                  <a:srgbClr val="087D78"/>
                </a:solidFill>
                <a:latin typeface="DejaVu Sans"/>
                <a:ea typeface="DejaVu Sans"/>
                <a:cs typeface="DejaVu Sans"/>
              </a:defRPr>
            </a:lvl2pPr>
            <a:lvl3pPr algn="r">
              <a:defRPr sz="1725" b="1">
                <a:solidFill>
                  <a:srgbClr val="087D78"/>
                </a:solidFill>
                <a:latin typeface="DejaVu Sans"/>
                <a:ea typeface="DejaVu Sans"/>
                <a:cs typeface="DejaVu Sans"/>
              </a:defRPr>
            </a:lvl3pPr>
            <a:lvl4pPr algn="r">
              <a:defRPr sz="1725" b="1">
                <a:solidFill>
                  <a:srgbClr val="087D78"/>
                </a:solidFill>
                <a:latin typeface="DejaVu Sans"/>
                <a:ea typeface="DejaVu Sans"/>
                <a:cs typeface="DejaVu Sans"/>
              </a:defRPr>
            </a:lvl4pPr>
            <a:lvl5pPr algn="r">
              <a:defRPr sz="1725" b="1">
                <a:solidFill>
                  <a:srgbClr val="087D78"/>
                </a:solidFill>
                <a:latin typeface="DejaVu Sans"/>
                <a:ea typeface="DejaVu Sans"/>
                <a:cs typeface="DejaVu Sans"/>
              </a:defRPr>
            </a:lvl5pPr>
            <a:lvl6pPr algn="r">
              <a:defRPr sz="1725" b="1">
                <a:solidFill>
                  <a:srgbClr val="087D78"/>
                </a:solidFill>
                <a:latin typeface="DejaVu Sans"/>
                <a:ea typeface="DejaVu Sans"/>
                <a:cs typeface="DejaVu Sans"/>
              </a:defRPr>
            </a:lvl6pPr>
            <a:lvl7pPr algn="r">
              <a:defRPr sz="1725" b="1">
                <a:solidFill>
                  <a:srgbClr val="087D78"/>
                </a:solidFill>
                <a:latin typeface="DejaVu Sans"/>
                <a:ea typeface="DejaVu Sans"/>
                <a:cs typeface="DejaVu Sans"/>
              </a:defRPr>
            </a:lvl7pPr>
            <a:lvl8pPr algn="r">
              <a:defRPr sz="1725" b="1">
                <a:solidFill>
                  <a:srgbClr val="087D78"/>
                </a:solidFill>
                <a:latin typeface="DejaVu Sans"/>
                <a:ea typeface="DejaVu Sans"/>
                <a:cs typeface="DejaVu Sans"/>
              </a:defRPr>
            </a:lvl8pPr>
            <a:lvl9pPr algn="r">
              <a:defRPr sz="1725" b="1">
                <a:solidFill>
                  <a:srgbClr val="087D78"/>
                </a:solidFill>
                <a:latin typeface="DejaVu Sans"/>
                <a:ea typeface="DejaVu Sans"/>
                <a:cs typeface="DejaVu Sans"/>
              </a:defRPr>
            </a:lvl9pPr>
          </a:lstStyle>
          <a:p xmlns:a="http://schemas.openxmlformats.org/drawingml/2006/main">
            <a:pPr algn="r">
              <a:lnSpc>
                <a:spcPct val="112000"/>
              </a:lnSpc>
              <a:buNone/>
              <a:defRPr sz="1725" b="1">
                <a:solidFill>
                  <a:srgbClr val="087D78"/>
                </a:solidFill>
                <a:latin typeface="DejaVu Sans"/>
                <a:ea typeface="DejaVu Sans"/>
                <a:cs typeface="DejaVu Sans"/>
              </a:defRPr>
            </a:pPr>
            <a:r>
              <a:rPr sz="1725" b="1">
                <a:solidFill>
                  <a:srgbClr val="087D78"/>
                </a:solidFill>
                <a:latin typeface="DejaVu Sans"/>
                <a:ea typeface="DejaVu Sans"/>
                <a:cs typeface="DejaVu Sans"/>
              </a:rPr>
              <a:t>18</a:t>
            </a:r>
          </a:p>
        </p:txBody>
      </p:sp>
      <p:sp>
        <p:nvSpPr>
          <p:cNvPr id="8" name="text-6p58zejecy4">
            <a:extLst xmlns:a="http://schemas.openxmlformats.org/drawingml/2006/main">
              <a:ext uri="{FF2B5EF4-FFF2-40B4-BE49-F238E27FC236}">
                <a16:creationId xmlns:a16="http://schemas.microsoft.com/office/drawing/2014/main" id="{0F82FAD0-5542-4672-867E-6525D5423867}"/>
              </a:ext>
            </a:extLst>
          </p:cNvPr>
          <p:cNvSpPr>
            <a:spLocks xmlns:a="http://schemas.openxmlformats.org/drawingml/2006/main" noGrp="1"/>
          </p:cNvSpPr>
          <p:nvPr/>
        </p:nvSpPr>
        <p:spPr>
          <a:xfrm xmlns:a="http://schemas.openxmlformats.org/drawingml/2006/main">
            <a:off x="609600" y="2647950"/>
            <a:ext cx="4667250" cy="1504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6450" b="1">
                <a:solidFill>
                  <a:srgbClr val="087D78"/>
                </a:solidFill>
                <a:latin typeface="DejaVu Sans"/>
                <a:ea typeface="DejaVu Sans"/>
                <a:cs typeface="DejaVu Sans"/>
              </a:defRPr>
            </a:defPPr>
            <a:lvl1pPr algn="l">
              <a:defRPr sz="6450" b="1">
                <a:solidFill>
                  <a:srgbClr val="087D78"/>
                </a:solidFill>
                <a:latin typeface="DejaVu Sans"/>
                <a:ea typeface="DejaVu Sans"/>
                <a:cs typeface="DejaVu Sans"/>
              </a:defRPr>
            </a:lvl1pPr>
            <a:lvl2pPr algn="l">
              <a:defRPr sz="6450" b="1">
                <a:solidFill>
                  <a:srgbClr val="087D78"/>
                </a:solidFill>
                <a:latin typeface="DejaVu Sans"/>
                <a:ea typeface="DejaVu Sans"/>
                <a:cs typeface="DejaVu Sans"/>
              </a:defRPr>
            </a:lvl2pPr>
            <a:lvl3pPr algn="l">
              <a:defRPr sz="6450" b="1">
                <a:solidFill>
                  <a:srgbClr val="087D78"/>
                </a:solidFill>
                <a:latin typeface="DejaVu Sans"/>
                <a:ea typeface="DejaVu Sans"/>
                <a:cs typeface="DejaVu Sans"/>
              </a:defRPr>
            </a:lvl3pPr>
            <a:lvl4pPr algn="l">
              <a:defRPr sz="6450" b="1">
                <a:solidFill>
                  <a:srgbClr val="087D78"/>
                </a:solidFill>
                <a:latin typeface="DejaVu Sans"/>
                <a:ea typeface="DejaVu Sans"/>
                <a:cs typeface="DejaVu Sans"/>
              </a:defRPr>
            </a:lvl4pPr>
            <a:lvl5pPr algn="l">
              <a:defRPr sz="6450" b="1">
                <a:solidFill>
                  <a:srgbClr val="087D78"/>
                </a:solidFill>
                <a:latin typeface="DejaVu Sans"/>
                <a:ea typeface="DejaVu Sans"/>
                <a:cs typeface="DejaVu Sans"/>
              </a:defRPr>
            </a:lvl5pPr>
            <a:lvl6pPr algn="l">
              <a:defRPr sz="6450" b="1">
                <a:solidFill>
                  <a:srgbClr val="087D78"/>
                </a:solidFill>
                <a:latin typeface="DejaVu Sans"/>
                <a:ea typeface="DejaVu Sans"/>
                <a:cs typeface="DejaVu Sans"/>
              </a:defRPr>
            </a:lvl6pPr>
            <a:lvl7pPr algn="l">
              <a:defRPr sz="6450" b="1">
                <a:solidFill>
                  <a:srgbClr val="087D78"/>
                </a:solidFill>
                <a:latin typeface="DejaVu Sans"/>
                <a:ea typeface="DejaVu Sans"/>
                <a:cs typeface="DejaVu Sans"/>
              </a:defRPr>
            </a:lvl7pPr>
            <a:lvl8pPr algn="l">
              <a:defRPr sz="6450" b="1">
                <a:solidFill>
                  <a:srgbClr val="087D78"/>
                </a:solidFill>
                <a:latin typeface="DejaVu Sans"/>
                <a:ea typeface="DejaVu Sans"/>
                <a:cs typeface="DejaVu Sans"/>
              </a:defRPr>
            </a:lvl8pPr>
            <a:lvl9pPr algn="l">
              <a:defRPr sz="6450" b="1">
                <a:solidFill>
                  <a:srgbClr val="087D78"/>
                </a:solidFill>
                <a:latin typeface="DejaVu Sans"/>
                <a:ea typeface="DejaVu Sans"/>
                <a:cs typeface="DejaVu Sans"/>
              </a:defRPr>
            </a:lvl9pPr>
          </a:lstStyle>
          <a:p xmlns:a="http://schemas.openxmlformats.org/drawingml/2006/main">
            <a:pPr algn="l">
              <a:lnSpc>
                <a:spcPct val="112000"/>
              </a:lnSpc>
              <a:buNone/>
              <a:defRPr sz="6450" b="1">
                <a:solidFill>
                  <a:srgbClr val="087D78"/>
                </a:solidFill>
                <a:latin typeface="DejaVu Sans"/>
                <a:ea typeface="DejaVu Sans"/>
                <a:cs typeface="DejaVu Sans"/>
              </a:defRPr>
            </a:pPr>
            <a:r>
              <a:rPr sz="6450" b="1">
                <a:solidFill>
                  <a:srgbClr val="087D78"/>
                </a:solidFill>
                <a:latin typeface="DejaVu Sans"/>
                <a:ea typeface="DejaVu Sans"/>
                <a:cs typeface="DejaVu Sans"/>
              </a:rPr>
              <a:t>59.9%</a:t>
            </a:r>
          </a:p>
        </p:txBody>
      </p:sp>
      <p:sp>
        <p:nvSpPr>
          <p:cNvPr id="9" name="text-omkbvoal5mq">
            <a:extLst xmlns:a="http://schemas.openxmlformats.org/drawingml/2006/main">
              <a:ext uri="{FF2B5EF4-FFF2-40B4-BE49-F238E27FC236}">
                <a16:creationId xmlns:a16="http://schemas.microsoft.com/office/drawing/2014/main" id="{78667F41-2CD4-492C-813B-8845E3965924}"/>
              </a:ext>
            </a:extLst>
          </p:cNvPr>
          <p:cNvSpPr>
            <a:spLocks xmlns:a="http://schemas.openxmlformats.org/drawingml/2006/main" noGrp="1"/>
          </p:cNvSpPr>
          <p:nvPr/>
        </p:nvSpPr>
        <p:spPr>
          <a:xfrm xmlns:a="http://schemas.openxmlformats.org/drawingml/2006/main">
            <a:off x="5762625" y="2571750"/>
            <a:ext cx="5762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1">
                <a:solidFill>
                  <a:srgbClr val="10242B"/>
                </a:solidFill>
                <a:latin typeface="DejaVu Sans"/>
                <a:ea typeface="DejaVu Sans"/>
                <a:cs typeface="DejaVu Sans"/>
              </a:defRPr>
            </a:defPPr>
            <a:lvl1pPr algn="l">
              <a:defRPr sz="1800" b="1">
                <a:solidFill>
                  <a:srgbClr val="10242B"/>
                </a:solidFill>
                <a:latin typeface="DejaVu Sans"/>
                <a:ea typeface="DejaVu Sans"/>
                <a:cs typeface="DejaVu Sans"/>
              </a:defRPr>
            </a:lvl1pPr>
            <a:lvl2pPr algn="l">
              <a:defRPr sz="1800" b="1">
                <a:solidFill>
                  <a:srgbClr val="10242B"/>
                </a:solidFill>
                <a:latin typeface="DejaVu Sans"/>
                <a:ea typeface="DejaVu Sans"/>
                <a:cs typeface="DejaVu Sans"/>
              </a:defRPr>
            </a:lvl2pPr>
            <a:lvl3pPr algn="l">
              <a:defRPr sz="1800" b="1">
                <a:solidFill>
                  <a:srgbClr val="10242B"/>
                </a:solidFill>
                <a:latin typeface="DejaVu Sans"/>
                <a:ea typeface="DejaVu Sans"/>
                <a:cs typeface="DejaVu Sans"/>
              </a:defRPr>
            </a:lvl3pPr>
            <a:lvl4pPr algn="l">
              <a:defRPr sz="1800" b="1">
                <a:solidFill>
                  <a:srgbClr val="10242B"/>
                </a:solidFill>
                <a:latin typeface="DejaVu Sans"/>
                <a:ea typeface="DejaVu Sans"/>
                <a:cs typeface="DejaVu Sans"/>
              </a:defRPr>
            </a:lvl4pPr>
            <a:lvl5pPr algn="l">
              <a:defRPr sz="1800" b="1">
                <a:solidFill>
                  <a:srgbClr val="10242B"/>
                </a:solidFill>
                <a:latin typeface="DejaVu Sans"/>
                <a:ea typeface="DejaVu Sans"/>
                <a:cs typeface="DejaVu Sans"/>
              </a:defRPr>
            </a:lvl5pPr>
            <a:lvl6pPr algn="l">
              <a:defRPr sz="1800" b="1">
                <a:solidFill>
                  <a:srgbClr val="10242B"/>
                </a:solidFill>
                <a:latin typeface="DejaVu Sans"/>
                <a:ea typeface="DejaVu Sans"/>
                <a:cs typeface="DejaVu Sans"/>
              </a:defRPr>
            </a:lvl6pPr>
            <a:lvl7pPr algn="l">
              <a:defRPr sz="1800" b="1">
                <a:solidFill>
                  <a:srgbClr val="10242B"/>
                </a:solidFill>
                <a:latin typeface="DejaVu Sans"/>
                <a:ea typeface="DejaVu Sans"/>
                <a:cs typeface="DejaVu Sans"/>
              </a:defRPr>
            </a:lvl7pPr>
            <a:lvl8pPr algn="l">
              <a:defRPr sz="1800" b="1">
                <a:solidFill>
                  <a:srgbClr val="10242B"/>
                </a:solidFill>
                <a:latin typeface="DejaVu Sans"/>
                <a:ea typeface="DejaVu Sans"/>
                <a:cs typeface="DejaVu Sans"/>
              </a:defRPr>
            </a:lvl8pPr>
            <a:lvl9pPr algn="l">
              <a:defRPr sz="1800" b="1">
                <a:solidFill>
                  <a:srgbClr val="10242B"/>
                </a:solidFill>
                <a:latin typeface="DejaVu Sans"/>
                <a:ea typeface="DejaVu Sans"/>
                <a:cs typeface="DejaVu Sans"/>
              </a:defRPr>
            </a:lvl9pPr>
          </a:lstStyle>
          <a:p xmlns:a="http://schemas.openxmlformats.org/drawingml/2006/main">
            <a:pPr algn="l">
              <a:lnSpc>
                <a:spcPct val="112000"/>
              </a:lnSpc>
              <a:buNone/>
              <a:defRPr sz="1800" b="1">
                <a:solidFill>
                  <a:srgbClr val="10242B"/>
                </a:solidFill>
                <a:latin typeface="DejaVu Sans"/>
                <a:ea typeface="DejaVu Sans"/>
                <a:cs typeface="DejaVu Sans"/>
              </a:defRPr>
            </a:pPr>
            <a:r>
              <a:rPr sz="1800" b="1">
                <a:solidFill>
                  <a:srgbClr val="10242B"/>
                </a:solidFill>
                <a:latin typeface="DejaVu Sans"/>
                <a:ea typeface="DejaVu Sans"/>
                <a:cs typeface="DejaVu Sans"/>
              </a:rPr>
              <a:t>Per step</a:t>
            </a:r>
          </a:p>
        </p:txBody>
      </p:sp>
      <p:sp>
        <p:nvSpPr>
          <p:cNvPr id="10" name="text-kfgy2lyr9jf">
            <a:extLst xmlns:a="http://schemas.openxmlformats.org/drawingml/2006/main">
              <a:ext uri="{FF2B5EF4-FFF2-40B4-BE49-F238E27FC236}">
                <a16:creationId xmlns:a16="http://schemas.microsoft.com/office/drawing/2014/main" id="{7289B49E-3E8A-4F4D-BD87-AC5BD7FEFEBA}"/>
              </a:ext>
            </a:extLst>
          </p:cNvPr>
          <p:cNvSpPr>
            <a:spLocks xmlns:a="http://schemas.openxmlformats.org/drawingml/2006/main" noGrp="1"/>
          </p:cNvSpPr>
          <p:nvPr/>
        </p:nvSpPr>
        <p:spPr>
          <a:xfrm xmlns:a="http://schemas.openxmlformats.org/drawingml/2006/main">
            <a:off x="5762625" y="2943225"/>
            <a:ext cx="5762625"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577078"/>
                </a:solidFill>
                <a:latin typeface="DejaVu Sans"/>
                <a:ea typeface="DejaVu Sans"/>
                <a:cs typeface="DejaVu Sans"/>
              </a:defRPr>
            </a:defPPr>
            <a:lvl1pPr algn="l">
              <a:defRPr sz="1650" b="0">
                <a:solidFill>
                  <a:srgbClr val="577078"/>
                </a:solidFill>
                <a:latin typeface="DejaVu Sans"/>
                <a:ea typeface="DejaVu Sans"/>
                <a:cs typeface="DejaVu Sans"/>
              </a:defRPr>
            </a:lvl1pPr>
            <a:lvl2pPr algn="l">
              <a:defRPr sz="1650" b="0">
                <a:solidFill>
                  <a:srgbClr val="577078"/>
                </a:solidFill>
                <a:latin typeface="DejaVu Sans"/>
                <a:ea typeface="DejaVu Sans"/>
                <a:cs typeface="DejaVu Sans"/>
              </a:defRPr>
            </a:lvl2pPr>
            <a:lvl3pPr algn="l">
              <a:defRPr sz="1650" b="0">
                <a:solidFill>
                  <a:srgbClr val="577078"/>
                </a:solidFill>
                <a:latin typeface="DejaVu Sans"/>
                <a:ea typeface="DejaVu Sans"/>
                <a:cs typeface="DejaVu Sans"/>
              </a:defRPr>
            </a:lvl3pPr>
            <a:lvl4pPr algn="l">
              <a:defRPr sz="1650" b="0">
                <a:solidFill>
                  <a:srgbClr val="577078"/>
                </a:solidFill>
                <a:latin typeface="DejaVu Sans"/>
                <a:ea typeface="DejaVu Sans"/>
                <a:cs typeface="DejaVu Sans"/>
              </a:defRPr>
            </a:lvl4pPr>
            <a:lvl5pPr algn="l">
              <a:defRPr sz="1650" b="0">
                <a:solidFill>
                  <a:srgbClr val="577078"/>
                </a:solidFill>
                <a:latin typeface="DejaVu Sans"/>
                <a:ea typeface="DejaVu Sans"/>
                <a:cs typeface="DejaVu Sans"/>
              </a:defRPr>
            </a:lvl5pPr>
            <a:lvl6pPr algn="l">
              <a:defRPr sz="1650" b="0">
                <a:solidFill>
                  <a:srgbClr val="577078"/>
                </a:solidFill>
                <a:latin typeface="DejaVu Sans"/>
                <a:ea typeface="DejaVu Sans"/>
                <a:cs typeface="DejaVu Sans"/>
              </a:defRPr>
            </a:lvl6pPr>
            <a:lvl7pPr algn="l">
              <a:defRPr sz="1650" b="0">
                <a:solidFill>
                  <a:srgbClr val="577078"/>
                </a:solidFill>
                <a:latin typeface="DejaVu Sans"/>
                <a:ea typeface="DejaVu Sans"/>
                <a:cs typeface="DejaVu Sans"/>
              </a:defRPr>
            </a:lvl7pPr>
            <a:lvl8pPr algn="l">
              <a:defRPr sz="1650" b="0">
                <a:solidFill>
                  <a:srgbClr val="577078"/>
                </a:solidFill>
                <a:latin typeface="DejaVu Sans"/>
                <a:ea typeface="DejaVu Sans"/>
                <a:cs typeface="DejaVu Sans"/>
              </a:defRPr>
            </a:lvl8pPr>
            <a:lvl9pPr algn="l">
              <a:defRPr sz="1650" b="0">
                <a:solidFill>
                  <a:srgbClr val="577078"/>
                </a:solidFill>
                <a:latin typeface="DejaVu Sans"/>
                <a:ea typeface="DejaVu Sans"/>
                <a:cs typeface="DejaVu Sans"/>
              </a:defRPr>
            </a:lvl9pPr>
          </a:lstStyle>
          <a:p xmlns:a="http://schemas.openxmlformats.org/drawingml/2006/main">
            <a:pPr algn="l">
              <a:lnSpc>
                <a:spcPct val="112000"/>
              </a:lnSpc>
              <a:buNone/>
              <a:defRPr sz="1650" b="0">
                <a:solidFill>
                  <a:srgbClr val="577078"/>
                </a:solidFill>
                <a:latin typeface="DejaVu Sans"/>
                <a:ea typeface="DejaVu Sans"/>
                <a:cs typeface="DejaVu Sans"/>
              </a:defRPr>
            </a:pPr>
            <a:r>
              <a:rPr sz="1650" b="0">
                <a:solidFill>
                  <a:srgbClr val="577078"/>
                </a:solidFill>
                <a:latin typeface="DejaVu Sans"/>
                <a:ea typeface="DejaVu Sans"/>
                <a:cs typeface="DejaVu Sans"/>
              </a:rPr>
              <a:t>Hypothetical success: p = 0.95.</a:t>
            </a:r>
          </a:p>
        </p:txBody>
      </p:sp>
      <p:sp>
        <p:nvSpPr>
          <p:cNvPr id="11" name="text-5l5k1x1a00d">
            <a:extLst xmlns:a="http://schemas.openxmlformats.org/drawingml/2006/main">
              <a:ext uri="{FF2B5EF4-FFF2-40B4-BE49-F238E27FC236}">
                <a16:creationId xmlns:a16="http://schemas.microsoft.com/office/drawing/2014/main" id="{E19D787C-D14F-4003-8848-544B8EFD998C}"/>
              </a:ext>
            </a:extLst>
          </p:cNvPr>
          <p:cNvSpPr>
            <a:spLocks xmlns:a="http://schemas.openxmlformats.org/drawingml/2006/main" noGrp="1"/>
          </p:cNvSpPr>
          <p:nvPr/>
        </p:nvSpPr>
        <p:spPr>
          <a:xfrm xmlns:a="http://schemas.openxmlformats.org/drawingml/2006/main">
            <a:off x="5762625" y="3667125"/>
            <a:ext cx="5762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1">
                <a:solidFill>
                  <a:srgbClr val="10242B"/>
                </a:solidFill>
                <a:latin typeface="DejaVu Sans"/>
                <a:ea typeface="DejaVu Sans"/>
                <a:cs typeface="DejaVu Sans"/>
              </a:defRPr>
            </a:defPPr>
            <a:lvl1pPr algn="l">
              <a:defRPr sz="1800" b="1">
                <a:solidFill>
                  <a:srgbClr val="10242B"/>
                </a:solidFill>
                <a:latin typeface="DejaVu Sans"/>
                <a:ea typeface="DejaVu Sans"/>
                <a:cs typeface="DejaVu Sans"/>
              </a:defRPr>
            </a:lvl1pPr>
            <a:lvl2pPr algn="l">
              <a:defRPr sz="1800" b="1">
                <a:solidFill>
                  <a:srgbClr val="10242B"/>
                </a:solidFill>
                <a:latin typeface="DejaVu Sans"/>
                <a:ea typeface="DejaVu Sans"/>
                <a:cs typeface="DejaVu Sans"/>
              </a:defRPr>
            </a:lvl2pPr>
            <a:lvl3pPr algn="l">
              <a:defRPr sz="1800" b="1">
                <a:solidFill>
                  <a:srgbClr val="10242B"/>
                </a:solidFill>
                <a:latin typeface="DejaVu Sans"/>
                <a:ea typeface="DejaVu Sans"/>
                <a:cs typeface="DejaVu Sans"/>
              </a:defRPr>
            </a:lvl3pPr>
            <a:lvl4pPr algn="l">
              <a:defRPr sz="1800" b="1">
                <a:solidFill>
                  <a:srgbClr val="10242B"/>
                </a:solidFill>
                <a:latin typeface="DejaVu Sans"/>
                <a:ea typeface="DejaVu Sans"/>
                <a:cs typeface="DejaVu Sans"/>
              </a:defRPr>
            </a:lvl4pPr>
            <a:lvl5pPr algn="l">
              <a:defRPr sz="1800" b="1">
                <a:solidFill>
                  <a:srgbClr val="10242B"/>
                </a:solidFill>
                <a:latin typeface="DejaVu Sans"/>
                <a:ea typeface="DejaVu Sans"/>
                <a:cs typeface="DejaVu Sans"/>
              </a:defRPr>
            </a:lvl5pPr>
            <a:lvl6pPr algn="l">
              <a:defRPr sz="1800" b="1">
                <a:solidFill>
                  <a:srgbClr val="10242B"/>
                </a:solidFill>
                <a:latin typeface="DejaVu Sans"/>
                <a:ea typeface="DejaVu Sans"/>
                <a:cs typeface="DejaVu Sans"/>
              </a:defRPr>
            </a:lvl6pPr>
            <a:lvl7pPr algn="l">
              <a:defRPr sz="1800" b="1">
                <a:solidFill>
                  <a:srgbClr val="10242B"/>
                </a:solidFill>
                <a:latin typeface="DejaVu Sans"/>
                <a:ea typeface="DejaVu Sans"/>
                <a:cs typeface="DejaVu Sans"/>
              </a:defRPr>
            </a:lvl7pPr>
            <a:lvl8pPr algn="l">
              <a:defRPr sz="1800" b="1">
                <a:solidFill>
                  <a:srgbClr val="10242B"/>
                </a:solidFill>
                <a:latin typeface="DejaVu Sans"/>
                <a:ea typeface="DejaVu Sans"/>
                <a:cs typeface="DejaVu Sans"/>
              </a:defRPr>
            </a:lvl8pPr>
            <a:lvl9pPr algn="l">
              <a:defRPr sz="1800" b="1">
                <a:solidFill>
                  <a:srgbClr val="10242B"/>
                </a:solidFill>
                <a:latin typeface="DejaVu Sans"/>
                <a:ea typeface="DejaVu Sans"/>
                <a:cs typeface="DejaVu Sans"/>
              </a:defRPr>
            </a:lvl9pPr>
          </a:lstStyle>
          <a:p xmlns:a="http://schemas.openxmlformats.org/drawingml/2006/main">
            <a:pPr algn="l">
              <a:lnSpc>
                <a:spcPct val="112000"/>
              </a:lnSpc>
              <a:buNone/>
              <a:defRPr sz="1800" b="1">
                <a:solidFill>
                  <a:srgbClr val="10242B"/>
                </a:solidFill>
                <a:latin typeface="DejaVu Sans"/>
                <a:ea typeface="DejaVu Sans"/>
                <a:cs typeface="DejaVu Sans"/>
              </a:defRPr>
            </a:pPr>
            <a:r>
              <a:rPr sz="1800" b="1">
                <a:solidFill>
                  <a:srgbClr val="10242B"/>
                </a:solidFill>
                <a:latin typeface="DejaVu Sans"/>
                <a:ea typeface="DejaVu Sans"/>
                <a:cs typeface="DejaVu Sans"/>
              </a:rPr>
              <a:t>Ten steps</a:t>
            </a:r>
          </a:p>
        </p:txBody>
      </p:sp>
      <p:sp>
        <p:nvSpPr>
          <p:cNvPr id="12" name="text-e5jgz37w82o">
            <a:extLst xmlns:a="http://schemas.openxmlformats.org/drawingml/2006/main">
              <a:ext uri="{FF2B5EF4-FFF2-40B4-BE49-F238E27FC236}">
                <a16:creationId xmlns:a16="http://schemas.microsoft.com/office/drawing/2014/main" id="{94BC7F7A-62F9-4D65-A5EB-2F95ECFD90F3}"/>
              </a:ext>
            </a:extLst>
          </p:cNvPr>
          <p:cNvSpPr>
            <a:spLocks xmlns:a="http://schemas.openxmlformats.org/drawingml/2006/main" noGrp="1"/>
          </p:cNvSpPr>
          <p:nvPr/>
        </p:nvSpPr>
        <p:spPr>
          <a:xfrm xmlns:a="http://schemas.openxmlformats.org/drawingml/2006/main">
            <a:off x="5762625" y="4038600"/>
            <a:ext cx="5762625"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577078"/>
                </a:solidFill>
                <a:latin typeface="DejaVu Sans"/>
                <a:ea typeface="DejaVu Sans"/>
                <a:cs typeface="DejaVu Sans"/>
              </a:defRPr>
            </a:defPPr>
            <a:lvl1pPr algn="l">
              <a:defRPr sz="1650" b="0">
                <a:solidFill>
                  <a:srgbClr val="577078"/>
                </a:solidFill>
                <a:latin typeface="DejaVu Sans"/>
                <a:ea typeface="DejaVu Sans"/>
                <a:cs typeface="DejaVu Sans"/>
              </a:defRPr>
            </a:lvl1pPr>
            <a:lvl2pPr algn="l">
              <a:defRPr sz="1650" b="0">
                <a:solidFill>
                  <a:srgbClr val="577078"/>
                </a:solidFill>
                <a:latin typeface="DejaVu Sans"/>
                <a:ea typeface="DejaVu Sans"/>
                <a:cs typeface="DejaVu Sans"/>
              </a:defRPr>
            </a:lvl2pPr>
            <a:lvl3pPr algn="l">
              <a:defRPr sz="1650" b="0">
                <a:solidFill>
                  <a:srgbClr val="577078"/>
                </a:solidFill>
                <a:latin typeface="DejaVu Sans"/>
                <a:ea typeface="DejaVu Sans"/>
                <a:cs typeface="DejaVu Sans"/>
              </a:defRPr>
            </a:lvl3pPr>
            <a:lvl4pPr algn="l">
              <a:defRPr sz="1650" b="0">
                <a:solidFill>
                  <a:srgbClr val="577078"/>
                </a:solidFill>
                <a:latin typeface="DejaVu Sans"/>
                <a:ea typeface="DejaVu Sans"/>
                <a:cs typeface="DejaVu Sans"/>
              </a:defRPr>
            </a:lvl4pPr>
            <a:lvl5pPr algn="l">
              <a:defRPr sz="1650" b="0">
                <a:solidFill>
                  <a:srgbClr val="577078"/>
                </a:solidFill>
                <a:latin typeface="DejaVu Sans"/>
                <a:ea typeface="DejaVu Sans"/>
                <a:cs typeface="DejaVu Sans"/>
              </a:defRPr>
            </a:lvl5pPr>
            <a:lvl6pPr algn="l">
              <a:defRPr sz="1650" b="0">
                <a:solidFill>
                  <a:srgbClr val="577078"/>
                </a:solidFill>
                <a:latin typeface="DejaVu Sans"/>
                <a:ea typeface="DejaVu Sans"/>
                <a:cs typeface="DejaVu Sans"/>
              </a:defRPr>
            </a:lvl6pPr>
            <a:lvl7pPr algn="l">
              <a:defRPr sz="1650" b="0">
                <a:solidFill>
                  <a:srgbClr val="577078"/>
                </a:solidFill>
                <a:latin typeface="DejaVu Sans"/>
                <a:ea typeface="DejaVu Sans"/>
                <a:cs typeface="DejaVu Sans"/>
              </a:defRPr>
            </a:lvl7pPr>
            <a:lvl8pPr algn="l">
              <a:defRPr sz="1650" b="0">
                <a:solidFill>
                  <a:srgbClr val="577078"/>
                </a:solidFill>
                <a:latin typeface="DejaVu Sans"/>
                <a:ea typeface="DejaVu Sans"/>
                <a:cs typeface="DejaVu Sans"/>
              </a:defRPr>
            </a:lvl8pPr>
            <a:lvl9pPr algn="l">
              <a:defRPr sz="1650" b="0">
                <a:solidFill>
                  <a:srgbClr val="577078"/>
                </a:solidFill>
                <a:latin typeface="DejaVu Sans"/>
                <a:ea typeface="DejaVu Sans"/>
                <a:cs typeface="DejaVu Sans"/>
              </a:defRPr>
            </a:lvl9pPr>
          </a:lstStyle>
          <a:p xmlns:a="http://schemas.openxmlformats.org/drawingml/2006/main">
            <a:pPr algn="l">
              <a:lnSpc>
                <a:spcPct val="112000"/>
              </a:lnSpc>
              <a:buNone/>
              <a:defRPr sz="1650" b="0">
                <a:solidFill>
                  <a:srgbClr val="577078"/>
                </a:solidFill>
                <a:latin typeface="DejaVu Sans"/>
                <a:ea typeface="DejaVu Sans"/>
                <a:cs typeface="DejaVu Sans"/>
              </a:defRPr>
            </a:pPr>
            <a:r>
              <a:rPr sz="1650" b="0">
                <a:solidFill>
                  <a:srgbClr val="577078"/>
                </a:solidFill>
                <a:latin typeface="DejaVu Sans"/>
                <a:ea typeface="DejaVu Sans"/>
                <a:cs typeface="DejaVu Sans"/>
              </a:rPr>
              <a:t>Under independence: 0.95¹⁰ ≈ 59.9%.</a:t>
            </a:r>
          </a:p>
        </p:txBody>
      </p:sp>
      <p:sp>
        <p:nvSpPr>
          <p:cNvPr id="13" name="text-yel985cvq5">
            <a:extLst xmlns:a="http://schemas.openxmlformats.org/drawingml/2006/main">
              <a:ext uri="{FF2B5EF4-FFF2-40B4-BE49-F238E27FC236}">
                <a16:creationId xmlns:a16="http://schemas.microsoft.com/office/drawing/2014/main" id="{4AE1C55B-F660-4F59-A938-465B23829F5F}"/>
              </a:ext>
            </a:extLst>
          </p:cNvPr>
          <p:cNvSpPr>
            <a:spLocks xmlns:a="http://schemas.openxmlformats.org/drawingml/2006/main" noGrp="1"/>
          </p:cNvSpPr>
          <p:nvPr/>
        </p:nvSpPr>
        <p:spPr>
          <a:xfrm xmlns:a="http://schemas.openxmlformats.org/drawingml/2006/main">
            <a:off x="5762625" y="4762500"/>
            <a:ext cx="5762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1">
                <a:solidFill>
                  <a:srgbClr val="10242B"/>
                </a:solidFill>
                <a:latin typeface="DejaVu Sans"/>
                <a:ea typeface="DejaVu Sans"/>
                <a:cs typeface="DejaVu Sans"/>
              </a:defRPr>
            </a:defPPr>
            <a:lvl1pPr algn="l">
              <a:defRPr sz="1800" b="1">
                <a:solidFill>
                  <a:srgbClr val="10242B"/>
                </a:solidFill>
                <a:latin typeface="DejaVu Sans"/>
                <a:ea typeface="DejaVu Sans"/>
                <a:cs typeface="DejaVu Sans"/>
              </a:defRPr>
            </a:lvl1pPr>
            <a:lvl2pPr algn="l">
              <a:defRPr sz="1800" b="1">
                <a:solidFill>
                  <a:srgbClr val="10242B"/>
                </a:solidFill>
                <a:latin typeface="DejaVu Sans"/>
                <a:ea typeface="DejaVu Sans"/>
                <a:cs typeface="DejaVu Sans"/>
              </a:defRPr>
            </a:lvl2pPr>
            <a:lvl3pPr algn="l">
              <a:defRPr sz="1800" b="1">
                <a:solidFill>
                  <a:srgbClr val="10242B"/>
                </a:solidFill>
                <a:latin typeface="DejaVu Sans"/>
                <a:ea typeface="DejaVu Sans"/>
                <a:cs typeface="DejaVu Sans"/>
              </a:defRPr>
            </a:lvl3pPr>
            <a:lvl4pPr algn="l">
              <a:defRPr sz="1800" b="1">
                <a:solidFill>
                  <a:srgbClr val="10242B"/>
                </a:solidFill>
                <a:latin typeface="DejaVu Sans"/>
                <a:ea typeface="DejaVu Sans"/>
                <a:cs typeface="DejaVu Sans"/>
              </a:defRPr>
            </a:lvl4pPr>
            <a:lvl5pPr algn="l">
              <a:defRPr sz="1800" b="1">
                <a:solidFill>
                  <a:srgbClr val="10242B"/>
                </a:solidFill>
                <a:latin typeface="DejaVu Sans"/>
                <a:ea typeface="DejaVu Sans"/>
                <a:cs typeface="DejaVu Sans"/>
              </a:defRPr>
            </a:lvl5pPr>
            <a:lvl6pPr algn="l">
              <a:defRPr sz="1800" b="1">
                <a:solidFill>
                  <a:srgbClr val="10242B"/>
                </a:solidFill>
                <a:latin typeface="DejaVu Sans"/>
                <a:ea typeface="DejaVu Sans"/>
                <a:cs typeface="DejaVu Sans"/>
              </a:defRPr>
            </a:lvl6pPr>
            <a:lvl7pPr algn="l">
              <a:defRPr sz="1800" b="1">
                <a:solidFill>
                  <a:srgbClr val="10242B"/>
                </a:solidFill>
                <a:latin typeface="DejaVu Sans"/>
                <a:ea typeface="DejaVu Sans"/>
                <a:cs typeface="DejaVu Sans"/>
              </a:defRPr>
            </a:lvl7pPr>
            <a:lvl8pPr algn="l">
              <a:defRPr sz="1800" b="1">
                <a:solidFill>
                  <a:srgbClr val="10242B"/>
                </a:solidFill>
                <a:latin typeface="DejaVu Sans"/>
                <a:ea typeface="DejaVu Sans"/>
                <a:cs typeface="DejaVu Sans"/>
              </a:defRPr>
            </a:lvl8pPr>
            <a:lvl9pPr algn="l">
              <a:defRPr sz="1800" b="1">
                <a:solidFill>
                  <a:srgbClr val="10242B"/>
                </a:solidFill>
                <a:latin typeface="DejaVu Sans"/>
                <a:ea typeface="DejaVu Sans"/>
                <a:cs typeface="DejaVu Sans"/>
              </a:defRPr>
            </a:lvl9pPr>
          </a:lstStyle>
          <a:p xmlns:a="http://schemas.openxmlformats.org/drawingml/2006/main">
            <a:pPr algn="l">
              <a:lnSpc>
                <a:spcPct val="112000"/>
              </a:lnSpc>
              <a:buNone/>
              <a:defRPr sz="1800" b="1">
                <a:solidFill>
                  <a:srgbClr val="10242B"/>
                </a:solidFill>
                <a:latin typeface="DejaVu Sans"/>
                <a:ea typeface="DejaVu Sans"/>
                <a:cs typeface="DejaVu Sans"/>
              </a:defRPr>
            </a:pPr>
            <a:r>
              <a:rPr sz="1800" b="1">
                <a:solidFill>
                  <a:srgbClr val="10242B"/>
                </a:solidFill>
                <a:latin typeface="DejaVu Sans"/>
                <a:ea typeface="DejaVu Sans"/>
                <a:cs typeface="DejaVu Sans"/>
              </a:rPr>
              <a:t>In practice</a:t>
            </a:r>
          </a:p>
        </p:txBody>
      </p:sp>
      <p:sp>
        <p:nvSpPr>
          <p:cNvPr id="14" name="text-q7aovko1fms">
            <a:extLst xmlns:a="http://schemas.openxmlformats.org/drawingml/2006/main">
              <a:ext uri="{FF2B5EF4-FFF2-40B4-BE49-F238E27FC236}">
                <a16:creationId xmlns:a16="http://schemas.microsoft.com/office/drawing/2014/main" id="{E376638B-4025-48CC-BBDA-9777D6502537}"/>
              </a:ext>
            </a:extLst>
          </p:cNvPr>
          <p:cNvSpPr>
            <a:spLocks xmlns:a="http://schemas.openxmlformats.org/drawingml/2006/main" noGrp="1"/>
          </p:cNvSpPr>
          <p:nvPr/>
        </p:nvSpPr>
        <p:spPr>
          <a:xfrm xmlns:a="http://schemas.openxmlformats.org/drawingml/2006/main">
            <a:off x="5762625" y="5133975"/>
            <a:ext cx="5762625"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577078"/>
                </a:solidFill>
                <a:latin typeface="DejaVu Sans"/>
                <a:ea typeface="DejaVu Sans"/>
                <a:cs typeface="DejaVu Sans"/>
              </a:defRPr>
            </a:defPPr>
            <a:lvl1pPr algn="l">
              <a:defRPr sz="1650" b="0">
                <a:solidFill>
                  <a:srgbClr val="577078"/>
                </a:solidFill>
                <a:latin typeface="DejaVu Sans"/>
                <a:ea typeface="DejaVu Sans"/>
                <a:cs typeface="DejaVu Sans"/>
              </a:defRPr>
            </a:lvl1pPr>
            <a:lvl2pPr algn="l">
              <a:defRPr sz="1650" b="0">
                <a:solidFill>
                  <a:srgbClr val="577078"/>
                </a:solidFill>
                <a:latin typeface="DejaVu Sans"/>
                <a:ea typeface="DejaVu Sans"/>
                <a:cs typeface="DejaVu Sans"/>
              </a:defRPr>
            </a:lvl2pPr>
            <a:lvl3pPr algn="l">
              <a:defRPr sz="1650" b="0">
                <a:solidFill>
                  <a:srgbClr val="577078"/>
                </a:solidFill>
                <a:latin typeface="DejaVu Sans"/>
                <a:ea typeface="DejaVu Sans"/>
                <a:cs typeface="DejaVu Sans"/>
              </a:defRPr>
            </a:lvl3pPr>
            <a:lvl4pPr algn="l">
              <a:defRPr sz="1650" b="0">
                <a:solidFill>
                  <a:srgbClr val="577078"/>
                </a:solidFill>
                <a:latin typeface="DejaVu Sans"/>
                <a:ea typeface="DejaVu Sans"/>
                <a:cs typeface="DejaVu Sans"/>
              </a:defRPr>
            </a:lvl4pPr>
            <a:lvl5pPr algn="l">
              <a:defRPr sz="1650" b="0">
                <a:solidFill>
                  <a:srgbClr val="577078"/>
                </a:solidFill>
                <a:latin typeface="DejaVu Sans"/>
                <a:ea typeface="DejaVu Sans"/>
                <a:cs typeface="DejaVu Sans"/>
              </a:defRPr>
            </a:lvl5pPr>
            <a:lvl6pPr algn="l">
              <a:defRPr sz="1650" b="0">
                <a:solidFill>
                  <a:srgbClr val="577078"/>
                </a:solidFill>
                <a:latin typeface="DejaVu Sans"/>
                <a:ea typeface="DejaVu Sans"/>
                <a:cs typeface="DejaVu Sans"/>
              </a:defRPr>
            </a:lvl6pPr>
            <a:lvl7pPr algn="l">
              <a:defRPr sz="1650" b="0">
                <a:solidFill>
                  <a:srgbClr val="577078"/>
                </a:solidFill>
                <a:latin typeface="DejaVu Sans"/>
                <a:ea typeface="DejaVu Sans"/>
                <a:cs typeface="DejaVu Sans"/>
              </a:defRPr>
            </a:lvl7pPr>
            <a:lvl8pPr algn="l">
              <a:defRPr sz="1650" b="0">
                <a:solidFill>
                  <a:srgbClr val="577078"/>
                </a:solidFill>
                <a:latin typeface="DejaVu Sans"/>
                <a:ea typeface="DejaVu Sans"/>
                <a:cs typeface="DejaVu Sans"/>
              </a:defRPr>
            </a:lvl8pPr>
            <a:lvl9pPr algn="l">
              <a:defRPr sz="1650" b="0">
                <a:solidFill>
                  <a:srgbClr val="577078"/>
                </a:solidFill>
                <a:latin typeface="DejaVu Sans"/>
                <a:ea typeface="DejaVu Sans"/>
                <a:cs typeface="DejaVu Sans"/>
              </a:defRPr>
            </a:lvl9pPr>
          </a:lstStyle>
          <a:p xmlns:a="http://schemas.openxmlformats.org/drawingml/2006/main">
            <a:pPr algn="l">
              <a:lnSpc>
                <a:spcPct val="112000"/>
              </a:lnSpc>
              <a:buNone/>
              <a:defRPr sz="1650" b="0">
                <a:solidFill>
                  <a:srgbClr val="577078"/>
                </a:solidFill>
                <a:latin typeface="DejaVu Sans"/>
                <a:ea typeface="DejaVu Sans"/>
                <a:cs typeface="DejaVu Sans"/>
              </a:defRPr>
            </a:pPr>
            <a:r>
              <a:rPr sz="1650" b="0">
                <a:solidFill>
                  <a:srgbClr val="577078"/>
                </a:solidFill>
                <a:latin typeface="DejaVu Sans"/>
                <a:ea typeface="DejaVu Sans"/>
                <a:cs typeface="DejaVu Sans"/>
              </a:rPr>
              <a:t>Measure final success, intervention, cost and time.</a:t>
            </a:r>
          </a:p>
        </p:txBody>
      </p:sp>
    </p:spTree>
    <p:extLst>
      <p:ext uri="{BB962C8B-B14F-4D97-AF65-F5344CB8AC3E}">
        <p14:creationId xmlns:p14="http://schemas.microsoft.com/office/powerpoint/2010/main" val="2081450900"/>
      </p:ext>
    </p:extLst>
  </p:cSld>
</p:sld>
</file>

<file path=ppt/slides/slide19.xml><?xml version="1.0" encoding="utf-8"?>
<p:sld xmlns:p="http://schemas.openxmlformats.org/presentationml/2006/main">
  <p:cSld>
    <p:bg>
      <p:bgPr>
        <a:solidFill xmlns:a="http://schemas.openxmlformats.org/drawingml/2006/main">
          <a:srgbClr val="F4F1E9"/>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7073ACD6-0F53-4926-8BE9-868F92FFB746}"/>
              </a:ext>
            </a:extLst>
          </p:cNvPr>
          <p:cNvSpPr>
            <a:spLocks xmlns:a="http://schemas.openxmlformats.org/drawingml/2006/main" noGrp="1"/>
          </p:cNvSpPr>
          <p:nvPr/>
        </p:nvSpPr>
        <p:spPr>
          <a:xfrm xmlns:a="http://schemas.openxmlformats.org/drawingml/2006/main">
            <a:off x="609600" y="323850"/>
            <a:ext cx="495300" cy="47625"/>
          </a:xfrm>
          <a:prstGeom xmlns:a="http://schemas.openxmlformats.org/drawingml/2006/main" prst="rect">
            <a:avLst/>
          </a:prstGeom>
          <a:solidFill xmlns:a="http://schemas.openxmlformats.org/drawingml/2006/main">
            <a:srgbClr val="D64136"/>
          </a:solidFill>
          <a:ln xmlns:a="http://schemas.openxmlformats.org/drawingml/2006/main" w="0">
            <a:noFill/>
            <a:prstDash val="solid"/>
          </a:ln>
        </p:spPr>
      </p:sp>
      <p:sp>
        <p:nvSpPr>
          <p:cNvPr id="2" name="text-8m7a6441986">
            <a:extLst xmlns:a="http://schemas.openxmlformats.org/drawingml/2006/main">
              <a:ext uri="{FF2B5EF4-FFF2-40B4-BE49-F238E27FC236}">
                <a16:creationId xmlns:a16="http://schemas.microsoft.com/office/drawing/2014/main" id="{F49E393D-01B2-4508-A620-8AB1B61FAA9A}"/>
              </a:ext>
            </a:extLst>
          </p:cNvPr>
          <p:cNvSpPr>
            <a:spLocks xmlns:a="http://schemas.openxmlformats.org/drawingml/2006/main" noGrp="1"/>
          </p:cNvSpPr>
          <p:nvPr/>
        </p:nvSpPr>
        <p:spPr>
          <a:xfrm xmlns:a="http://schemas.openxmlformats.org/drawingml/2006/main">
            <a:off x="1257300" y="247650"/>
            <a:ext cx="809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50" b="1">
                <a:solidFill>
                  <a:srgbClr val="087D78"/>
                </a:solidFill>
                <a:latin typeface="DejaVu Sans"/>
                <a:ea typeface="DejaVu Sans"/>
                <a:cs typeface="DejaVu Sans"/>
              </a:defRPr>
            </a:defPPr>
            <a:lvl1pPr algn="l">
              <a:defRPr sz="1050" b="1">
                <a:solidFill>
                  <a:srgbClr val="087D78"/>
                </a:solidFill>
                <a:latin typeface="DejaVu Sans"/>
                <a:ea typeface="DejaVu Sans"/>
                <a:cs typeface="DejaVu Sans"/>
              </a:defRPr>
            </a:lvl1pPr>
            <a:lvl2pPr algn="l">
              <a:defRPr sz="1050" b="1">
                <a:solidFill>
                  <a:srgbClr val="087D78"/>
                </a:solidFill>
                <a:latin typeface="DejaVu Sans"/>
                <a:ea typeface="DejaVu Sans"/>
                <a:cs typeface="DejaVu Sans"/>
              </a:defRPr>
            </a:lvl2pPr>
            <a:lvl3pPr algn="l">
              <a:defRPr sz="1050" b="1">
                <a:solidFill>
                  <a:srgbClr val="087D78"/>
                </a:solidFill>
                <a:latin typeface="DejaVu Sans"/>
                <a:ea typeface="DejaVu Sans"/>
                <a:cs typeface="DejaVu Sans"/>
              </a:defRPr>
            </a:lvl3pPr>
            <a:lvl4pPr algn="l">
              <a:defRPr sz="1050" b="1">
                <a:solidFill>
                  <a:srgbClr val="087D78"/>
                </a:solidFill>
                <a:latin typeface="DejaVu Sans"/>
                <a:ea typeface="DejaVu Sans"/>
                <a:cs typeface="DejaVu Sans"/>
              </a:defRPr>
            </a:lvl4pPr>
            <a:lvl5pPr algn="l">
              <a:defRPr sz="1050" b="1">
                <a:solidFill>
                  <a:srgbClr val="087D78"/>
                </a:solidFill>
                <a:latin typeface="DejaVu Sans"/>
                <a:ea typeface="DejaVu Sans"/>
                <a:cs typeface="DejaVu Sans"/>
              </a:defRPr>
            </a:lvl5pPr>
            <a:lvl6pPr algn="l">
              <a:defRPr sz="1050" b="1">
                <a:solidFill>
                  <a:srgbClr val="087D78"/>
                </a:solidFill>
                <a:latin typeface="DejaVu Sans"/>
                <a:ea typeface="DejaVu Sans"/>
                <a:cs typeface="DejaVu Sans"/>
              </a:defRPr>
            </a:lvl6pPr>
            <a:lvl7pPr algn="l">
              <a:defRPr sz="1050" b="1">
                <a:solidFill>
                  <a:srgbClr val="087D78"/>
                </a:solidFill>
                <a:latin typeface="DejaVu Sans"/>
                <a:ea typeface="DejaVu Sans"/>
                <a:cs typeface="DejaVu Sans"/>
              </a:defRPr>
            </a:lvl7pPr>
            <a:lvl8pPr algn="l">
              <a:defRPr sz="1050" b="1">
                <a:solidFill>
                  <a:srgbClr val="087D78"/>
                </a:solidFill>
                <a:latin typeface="DejaVu Sans"/>
                <a:ea typeface="DejaVu Sans"/>
                <a:cs typeface="DejaVu Sans"/>
              </a:defRPr>
            </a:lvl8pPr>
            <a:lvl9pPr algn="l">
              <a:defRPr sz="1050" b="1">
                <a:solidFill>
                  <a:srgbClr val="087D78"/>
                </a:solidFill>
                <a:latin typeface="DejaVu Sans"/>
                <a:ea typeface="DejaVu Sans"/>
                <a:cs typeface="DejaVu Sans"/>
              </a:defRPr>
            </a:lvl9pPr>
          </a:lstStyle>
          <a:p xmlns:a="http://schemas.openxmlformats.org/drawingml/2006/main">
            <a:pPr algn="l">
              <a:lnSpc>
                <a:spcPct val="112000"/>
              </a:lnSpc>
              <a:buNone/>
              <a:defRPr sz="1050" b="1">
                <a:solidFill>
                  <a:srgbClr val="087D78"/>
                </a:solidFill>
                <a:latin typeface="DejaVu Sans"/>
                <a:ea typeface="DejaVu Sans"/>
                <a:cs typeface="DejaVu Sans"/>
              </a:defRPr>
            </a:pPr>
            <a:r>
              <a:rPr sz="1050" b="1">
                <a:solidFill>
                  <a:srgbClr val="087D78"/>
                </a:solidFill>
                <a:latin typeface="DejaVu Sans"/>
                <a:ea typeface="DejaVu Sans"/>
                <a:cs typeface="DejaVu Sans"/>
              </a:rPr>
              <a:t>TECHNOLOGICAL CHINA</a:t>
            </a:r>
          </a:p>
        </p:txBody>
      </p:sp>
      <p:sp>
        <p:nvSpPr>
          <p:cNvPr id="3" name="text-8yqb6pd2g9t">
            <a:extLst xmlns:a="http://schemas.openxmlformats.org/drawingml/2006/main">
              <a:ext uri="{FF2B5EF4-FFF2-40B4-BE49-F238E27FC236}">
                <a16:creationId xmlns:a16="http://schemas.microsoft.com/office/drawing/2014/main" id="{87EAAEF3-767A-4A44-A1CC-ED2F59BF2F3B}"/>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700" b="1">
                <a:solidFill>
                  <a:srgbClr val="10242B"/>
                </a:solidFill>
                <a:latin typeface="DejaVu Sans"/>
                <a:ea typeface="DejaVu Sans"/>
                <a:cs typeface="DejaVu Sans"/>
              </a:defRPr>
            </a:defPPr>
            <a:lvl1pPr algn="l">
              <a:defRPr sz="2700" b="1">
                <a:solidFill>
                  <a:srgbClr val="10242B"/>
                </a:solidFill>
                <a:latin typeface="DejaVu Sans"/>
                <a:ea typeface="DejaVu Sans"/>
                <a:cs typeface="DejaVu Sans"/>
              </a:defRPr>
            </a:lvl1pPr>
            <a:lvl2pPr algn="l">
              <a:defRPr sz="2700" b="1">
                <a:solidFill>
                  <a:srgbClr val="10242B"/>
                </a:solidFill>
                <a:latin typeface="DejaVu Sans"/>
                <a:ea typeface="DejaVu Sans"/>
                <a:cs typeface="DejaVu Sans"/>
              </a:defRPr>
            </a:lvl2pPr>
            <a:lvl3pPr algn="l">
              <a:defRPr sz="2700" b="1">
                <a:solidFill>
                  <a:srgbClr val="10242B"/>
                </a:solidFill>
                <a:latin typeface="DejaVu Sans"/>
                <a:ea typeface="DejaVu Sans"/>
                <a:cs typeface="DejaVu Sans"/>
              </a:defRPr>
            </a:lvl3pPr>
            <a:lvl4pPr algn="l">
              <a:defRPr sz="2700" b="1">
                <a:solidFill>
                  <a:srgbClr val="10242B"/>
                </a:solidFill>
                <a:latin typeface="DejaVu Sans"/>
                <a:ea typeface="DejaVu Sans"/>
                <a:cs typeface="DejaVu Sans"/>
              </a:defRPr>
            </a:lvl4pPr>
            <a:lvl5pPr algn="l">
              <a:defRPr sz="2700" b="1">
                <a:solidFill>
                  <a:srgbClr val="10242B"/>
                </a:solidFill>
                <a:latin typeface="DejaVu Sans"/>
                <a:ea typeface="DejaVu Sans"/>
                <a:cs typeface="DejaVu Sans"/>
              </a:defRPr>
            </a:lvl5pPr>
            <a:lvl6pPr algn="l">
              <a:defRPr sz="2700" b="1">
                <a:solidFill>
                  <a:srgbClr val="10242B"/>
                </a:solidFill>
                <a:latin typeface="DejaVu Sans"/>
                <a:ea typeface="DejaVu Sans"/>
                <a:cs typeface="DejaVu Sans"/>
              </a:defRPr>
            </a:lvl6pPr>
            <a:lvl7pPr algn="l">
              <a:defRPr sz="2700" b="1">
                <a:solidFill>
                  <a:srgbClr val="10242B"/>
                </a:solidFill>
                <a:latin typeface="DejaVu Sans"/>
                <a:ea typeface="DejaVu Sans"/>
                <a:cs typeface="DejaVu Sans"/>
              </a:defRPr>
            </a:lvl7pPr>
            <a:lvl8pPr algn="l">
              <a:defRPr sz="2700" b="1">
                <a:solidFill>
                  <a:srgbClr val="10242B"/>
                </a:solidFill>
                <a:latin typeface="DejaVu Sans"/>
                <a:ea typeface="DejaVu Sans"/>
                <a:cs typeface="DejaVu Sans"/>
              </a:defRPr>
            </a:lvl8pPr>
            <a:lvl9pPr algn="l">
              <a:defRPr sz="2700" b="1">
                <a:solidFill>
                  <a:srgbClr val="10242B"/>
                </a:solidFill>
                <a:latin typeface="DejaVu Sans"/>
                <a:ea typeface="DejaVu Sans"/>
                <a:cs typeface="DejaVu Sans"/>
              </a:defRPr>
            </a:lvl9pPr>
          </a:lstStyle>
          <a:p xmlns:a="http://schemas.openxmlformats.org/drawingml/2006/main">
            <a:pPr algn="l">
              <a:lnSpc>
                <a:spcPct val="112000"/>
              </a:lnSpc>
              <a:buNone/>
              <a:defRPr sz="2700" b="1">
                <a:solidFill>
                  <a:srgbClr val="10242B"/>
                </a:solidFill>
                <a:latin typeface="DejaVu Sans"/>
                <a:ea typeface="DejaVu Sans"/>
                <a:cs typeface="DejaVu Sans"/>
              </a:defRPr>
            </a:pPr>
            <a:r>
              <a:rPr sz="2700" b="1">
                <a:solidFill>
                  <a:srgbClr val="10242B"/>
                </a:solidFill>
                <a:latin typeface="DejaVu Sans"/>
                <a:ea typeface="DejaVu Sans"/>
                <a:cs typeface="DejaVu Sans"/>
              </a:rPr>
              <a:t>Embodiment introduces timing and safety constraints</a:t>
            </a:r>
          </a:p>
        </p:txBody>
      </p:sp>
      <p:sp>
        <p:nvSpPr>
          <p:cNvPr id="4" name="text-v2zynb5w0n">
            <a:extLst xmlns:a="http://schemas.openxmlformats.org/drawingml/2006/main">
              <a:ext uri="{FF2B5EF4-FFF2-40B4-BE49-F238E27FC236}">
                <a16:creationId xmlns:a16="http://schemas.microsoft.com/office/drawing/2014/main" id="{0EF68422-4C77-4E0E-BF1F-F36B12AC2E12}"/>
              </a:ext>
            </a:extLst>
          </p:cNvPr>
          <p:cNvSpPr>
            <a:spLocks xmlns:a="http://schemas.openxmlformats.org/drawingml/2006/main" noGrp="1"/>
          </p:cNvSpPr>
          <p:nvPr/>
        </p:nvSpPr>
        <p:spPr>
          <a:xfrm xmlns:a="http://schemas.openxmlformats.org/drawingml/2006/main">
            <a:off x="609600" y="1857375"/>
            <a:ext cx="109728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577078"/>
                </a:solidFill>
                <a:latin typeface="DejaVu Sans"/>
                <a:ea typeface="DejaVu Sans"/>
                <a:cs typeface="DejaVu Sans"/>
              </a:defRPr>
            </a:defPPr>
            <a:lvl1pPr algn="l">
              <a:defRPr sz="1575" b="0">
                <a:solidFill>
                  <a:srgbClr val="577078"/>
                </a:solidFill>
                <a:latin typeface="DejaVu Sans"/>
                <a:ea typeface="DejaVu Sans"/>
                <a:cs typeface="DejaVu Sans"/>
              </a:defRPr>
            </a:lvl1pPr>
            <a:lvl2pPr algn="l">
              <a:defRPr sz="1575" b="0">
                <a:solidFill>
                  <a:srgbClr val="577078"/>
                </a:solidFill>
                <a:latin typeface="DejaVu Sans"/>
                <a:ea typeface="DejaVu Sans"/>
                <a:cs typeface="DejaVu Sans"/>
              </a:defRPr>
            </a:lvl2pPr>
            <a:lvl3pPr algn="l">
              <a:defRPr sz="1575" b="0">
                <a:solidFill>
                  <a:srgbClr val="577078"/>
                </a:solidFill>
                <a:latin typeface="DejaVu Sans"/>
                <a:ea typeface="DejaVu Sans"/>
                <a:cs typeface="DejaVu Sans"/>
              </a:defRPr>
            </a:lvl3pPr>
            <a:lvl4pPr algn="l">
              <a:defRPr sz="1575" b="0">
                <a:solidFill>
                  <a:srgbClr val="577078"/>
                </a:solidFill>
                <a:latin typeface="DejaVu Sans"/>
                <a:ea typeface="DejaVu Sans"/>
                <a:cs typeface="DejaVu Sans"/>
              </a:defRPr>
            </a:lvl4pPr>
            <a:lvl5pPr algn="l">
              <a:defRPr sz="1575" b="0">
                <a:solidFill>
                  <a:srgbClr val="577078"/>
                </a:solidFill>
                <a:latin typeface="DejaVu Sans"/>
                <a:ea typeface="DejaVu Sans"/>
                <a:cs typeface="DejaVu Sans"/>
              </a:defRPr>
            </a:lvl5pPr>
            <a:lvl6pPr algn="l">
              <a:defRPr sz="1575" b="0">
                <a:solidFill>
                  <a:srgbClr val="577078"/>
                </a:solidFill>
                <a:latin typeface="DejaVu Sans"/>
                <a:ea typeface="DejaVu Sans"/>
                <a:cs typeface="DejaVu Sans"/>
              </a:defRPr>
            </a:lvl6pPr>
            <a:lvl7pPr algn="l">
              <a:defRPr sz="1575" b="0">
                <a:solidFill>
                  <a:srgbClr val="577078"/>
                </a:solidFill>
                <a:latin typeface="DejaVu Sans"/>
                <a:ea typeface="DejaVu Sans"/>
                <a:cs typeface="DejaVu Sans"/>
              </a:defRPr>
            </a:lvl7pPr>
            <a:lvl8pPr algn="l">
              <a:defRPr sz="1575" b="0">
                <a:solidFill>
                  <a:srgbClr val="577078"/>
                </a:solidFill>
                <a:latin typeface="DejaVu Sans"/>
                <a:ea typeface="DejaVu Sans"/>
                <a:cs typeface="DejaVu Sans"/>
              </a:defRPr>
            </a:lvl8pPr>
            <a:lvl9pPr algn="l">
              <a:defRPr sz="1575" b="0">
                <a:solidFill>
                  <a:srgbClr val="577078"/>
                </a:solidFill>
                <a:latin typeface="DejaVu Sans"/>
                <a:ea typeface="DejaVu Sans"/>
                <a:cs typeface="DejaVu Sans"/>
              </a:defRPr>
            </a:lvl9pPr>
          </a:lstStyle>
          <a:p xmlns:a="http://schemas.openxmlformats.org/drawingml/2006/main">
            <a:pPr algn="l">
              <a:lnSpc>
                <a:spcPct val="112000"/>
              </a:lnSpc>
              <a:buNone/>
              <a:defRPr sz="1575" b="0">
                <a:solidFill>
                  <a:srgbClr val="577078"/>
                </a:solidFill>
                <a:latin typeface="DejaVu Sans"/>
                <a:ea typeface="DejaVu Sans"/>
                <a:cs typeface="DejaVu Sans"/>
              </a:defRPr>
            </a:pPr>
            <a:r>
              <a:rPr sz="1575" b="0">
                <a:solidFill>
                  <a:srgbClr val="577078"/>
                </a:solidFill>
                <a:latin typeface="DejaVu Sans"/>
                <a:ea typeface="DejaVu Sans"/>
                <a:cs typeface="DejaVu Sans"/>
              </a:rPr>
              <a:t>A semantic decision must coexist with control and operational protection.</a:t>
            </a:r>
          </a:p>
        </p:txBody>
      </p:sp>
      <p:sp>
        <p:nvSpPr>
          <p:cNvPr id="5" name="">
            <a:extLst xmlns:a="http://schemas.openxmlformats.org/drawingml/2006/main">
              <a:ext uri="{FF2B5EF4-FFF2-40B4-BE49-F238E27FC236}">
                <a16:creationId xmlns:a16="http://schemas.microsoft.com/office/drawing/2014/main" id="{0F9B85CC-C1BC-4B8C-BAFF-6A2E8BC8129D}"/>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CCD8D6"/>
          </a:solidFill>
          <a:ln xmlns:a="http://schemas.openxmlformats.org/drawingml/2006/main" w="0">
            <a:noFill/>
            <a:prstDash val="solid"/>
          </a:ln>
        </p:spPr>
      </p:sp>
      <p:sp>
        <p:nvSpPr>
          <p:cNvPr id="6" name="text-wwxpgml2ald">
            <a:extLst xmlns:a="http://schemas.openxmlformats.org/drawingml/2006/main">
              <a:ext uri="{FF2B5EF4-FFF2-40B4-BE49-F238E27FC236}">
                <a16:creationId xmlns:a16="http://schemas.microsoft.com/office/drawing/2014/main" id="{156480F3-5503-42C8-B511-49329F080985}"/>
              </a:ext>
            </a:extLst>
          </p:cNvPr>
          <p:cNvSpPr>
            <a:spLocks xmlns:a="http://schemas.openxmlformats.org/drawingml/2006/main" noGrp="1"/>
          </p:cNvSpPr>
          <p:nvPr/>
        </p:nvSpPr>
        <p:spPr>
          <a:xfrm xmlns:a="http://schemas.openxmlformats.org/drawingml/2006/main">
            <a:off x="609600" y="6362700"/>
            <a:ext cx="971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975" b="0">
                <a:solidFill>
                  <a:srgbClr val="577078"/>
                </a:solidFill>
                <a:latin typeface="DejaVu Sans"/>
                <a:ea typeface="DejaVu Sans"/>
                <a:cs typeface="DejaVu Sans"/>
              </a:defRPr>
            </a:defPPr>
            <a:lvl1pPr algn="l">
              <a:defRPr sz="975" b="0">
                <a:solidFill>
                  <a:srgbClr val="577078"/>
                </a:solidFill>
                <a:latin typeface="DejaVu Sans"/>
                <a:ea typeface="DejaVu Sans"/>
                <a:cs typeface="DejaVu Sans"/>
              </a:defRPr>
            </a:lvl1pPr>
            <a:lvl2pPr algn="l">
              <a:defRPr sz="975" b="0">
                <a:solidFill>
                  <a:srgbClr val="577078"/>
                </a:solidFill>
                <a:latin typeface="DejaVu Sans"/>
                <a:ea typeface="DejaVu Sans"/>
                <a:cs typeface="DejaVu Sans"/>
              </a:defRPr>
            </a:lvl2pPr>
            <a:lvl3pPr algn="l">
              <a:defRPr sz="975" b="0">
                <a:solidFill>
                  <a:srgbClr val="577078"/>
                </a:solidFill>
                <a:latin typeface="DejaVu Sans"/>
                <a:ea typeface="DejaVu Sans"/>
                <a:cs typeface="DejaVu Sans"/>
              </a:defRPr>
            </a:lvl3pPr>
            <a:lvl4pPr algn="l">
              <a:defRPr sz="975" b="0">
                <a:solidFill>
                  <a:srgbClr val="577078"/>
                </a:solidFill>
                <a:latin typeface="DejaVu Sans"/>
                <a:ea typeface="DejaVu Sans"/>
                <a:cs typeface="DejaVu Sans"/>
              </a:defRPr>
            </a:lvl4pPr>
            <a:lvl5pPr algn="l">
              <a:defRPr sz="975" b="0">
                <a:solidFill>
                  <a:srgbClr val="577078"/>
                </a:solidFill>
                <a:latin typeface="DejaVu Sans"/>
                <a:ea typeface="DejaVu Sans"/>
                <a:cs typeface="DejaVu Sans"/>
              </a:defRPr>
            </a:lvl5pPr>
            <a:lvl6pPr algn="l">
              <a:defRPr sz="975" b="0">
                <a:solidFill>
                  <a:srgbClr val="577078"/>
                </a:solidFill>
                <a:latin typeface="DejaVu Sans"/>
                <a:ea typeface="DejaVu Sans"/>
                <a:cs typeface="DejaVu Sans"/>
              </a:defRPr>
            </a:lvl6pPr>
            <a:lvl7pPr algn="l">
              <a:defRPr sz="975" b="0">
                <a:solidFill>
                  <a:srgbClr val="577078"/>
                </a:solidFill>
                <a:latin typeface="DejaVu Sans"/>
                <a:ea typeface="DejaVu Sans"/>
                <a:cs typeface="DejaVu Sans"/>
              </a:defRPr>
            </a:lvl7pPr>
            <a:lvl8pPr algn="l">
              <a:defRPr sz="975" b="0">
                <a:solidFill>
                  <a:srgbClr val="577078"/>
                </a:solidFill>
                <a:latin typeface="DejaVu Sans"/>
                <a:ea typeface="DejaVu Sans"/>
                <a:cs typeface="DejaVu Sans"/>
              </a:defRPr>
            </a:lvl8pPr>
            <a:lvl9pPr algn="l">
              <a:defRPr sz="975" b="0">
                <a:solidFill>
                  <a:srgbClr val="577078"/>
                </a:solidFill>
                <a:latin typeface="DejaVu Sans"/>
                <a:ea typeface="DejaVu Sans"/>
                <a:cs typeface="DejaVu Sans"/>
              </a:defRPr>
            </a:lvl9pPr>
          </a:lstStyle>
          <a:p xmlns:a="http://schemas.openxmlformats.org/drawingml/2006/main">
            <a:pPr algn="l">
              <a:lnSpc>
                <a:spcPct val="112000"/>
              </a:lnSpc>
              <a:buNone/>
              <a:defRPr sz="975" b="0">
                <a:solidFill>
                  <a:srgbClr val="577078"/>
                </a:solidFill>
                <a:latin typeface="DejaVu Sans"/>
                <a:ea typeface="DejaVu Sans"/>
                <a:cs typeface="DejaVu Sans"/>
              </a:defRPr>
            </a:pPr>
            <a:r>
              <a:rPr sz="975" b="0">
                <a:solidFill>
                  <a:srgbClr val="577078"/>
                </a:solidFill>
                <a:latin typeface="DejaVu Sans"/>
                <a:ea typeface="DejaVu Sans"/>
                <a:cs typeface="DejaVu Sans"/>
              </a:rPr>
              <a:t>Sergio Gevatschnaider  ·  OpenVLA</a:t>
            </a:r>
          </a:p>
        </p:txBody>
      </p:sp>
      <p:sp>
        <p:nvSpPr>
          <p:cNvPr id="7" name="text-ipxtgebcao8">
            <a:extLst xmlns:a="http://schemas.openxmlformats.org/drawingml/2006/main">
              <a:ext uri="{FF2B5EF4-FFF2-40B4-BE49-F238E27FC236}">
                <a16:creationId xmlns:a16="http://schemas.microsoft.com/office/drawing/2014/main" id="{B20EE209-6C38-4787-81DD-B21AA5533A48}"/>
              </a:ext>
            </a:extLst>
          </p:cNvPr>
          <p:cNvSpPr>
            <a:spLocks xmlns:a="http://schemas.openxmlformats.org/drawingml/2006/main" noGrp="1"/>
          </p:cNvSpPr>
          <p:nvPr/>
        </p:nvSpPr>
        <p:spPr>
          <a:xfrm xmlns:a="http://schemas.openxmlformats.org/drawingml/2006/main">
            <a:off x="10934700" y="6296025"/>
            <a:ext cx="6477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725" b="1">
                <a:solidFill>
                  <a:srgbClr val="087D78"/>
                </a:solidFill>
                <a:latin typeface="DejaVu Sans"/>
                <a:ea typeface="DejaVu Sans"/>
                <a:cs typeface="DejaVu Sans"/>
              </a:defRPr>
            </a:defPPr>
            <a:lvl1pPr algn="r">
              <a:defRPr sz="1725" b="1">
                <a:solidFill>
                  <a:srgbClr val="087D78"/>
                </a:solidFill>
                <a:latin typeface="DejaVu Sans"/>
                <a:ea typeface="DejaVu Sans"/>
                <a:cs typeface="DejaVu Sans"/>
              </a:defRPr>
            </a:lvl1pPr>
            <a:lvl2pPr algn="r">
              <a:defRPr sz="1725" b="1">
                <a:solidFill>
                  <a:srgbClr val="087D78"/>
                </a:solidFill>
                <a:latin typeface="DejaVu Sans"/>
                <a:ea typeface="DejaVu Sans"/>
                <a:cs typeface="DejaVu Sans"/>
              </a:defRPr>
            </a:lvl2pPr>
            <a:lvl3pPr algn="r">
              <a:defRPr sz="1725" b="1">
                <a:solidFill>
                  <a:srgbClr val="087D78"/>
                </a:solidFill>
                <a:latin typeface="DejaVu Sans"/>
                <a:ea typeface="DejaVu Sans"/>
                <a:cs typeface="DejaVu Sans"/>
              </a:defRPr>
            </a:lvl3pPr>
            <a:lvl4pPr algn="r">
              <a:defRPr sz="1725" b="1">
                <a:solidFill>
                  <a:srgbClr val="087D78"/>
                </a:solidFill>
                <a:latin typeface="DejaVu Sans"/>
                <a:ea typeface="DejaVu Sans"/>
                <a:cs typeface="DejaVu Sans"/>
              </a:defRPr>
            </a:lvl4pPr>
            <a:lvl5pPr algn="r">
              <a:defRPr sz="1725" b="1">
                <a:solidFill>
                  <a:srgbClr val="087D78"/>
                </a:solidFill>
                <a:latin typeface="DejaVu Sans"/>
                <a:ea typeface="DejaVu Sans"/>
                <a:cs typeface="DejaVu Sans"/>
              </a:defRPr>
            </a:lvl5pPr>
            <a:lvl6pPr algn="r">
              <a:defRPr sz="1725" b="1">
                <a:solidFill>
                  <a:srgbClr val="087D78"/>
                </a:solidFill>
                <a:latin typeface="DejaVu Sans"/>
                <a:ea typeface="DejaVu Sans"/>
                <a:cs typeface="DejaVu Sans"/>
              </a:defRPr>
            </a:lvl6pPr>
            <a:lvl7pPr algn="r">
              <a:defRPr sz="1725" b="1">
                <a:solidFill>
                  <a:srgbClr val="087D78"/>
                </a:solidFill>
                <a:latin typeface="DejaVu Sans"/>
                <a:ea typeface="DejaVu Sans"/>
                <a:cs typeface="DejaVu Sans"/>
              </a:defRPr>
            </a:lvl7pPr>
            <a:lvl8pPr algn="r">
              <a:defRPr sz="1725" b="1">
                <a:solidFill>
                  <a:srgbClr val="087D78"/>
                </a:solidFill>
                <a:latin typeface="DejaVu Sans"/>
                <a:ea typeface="DejaVu Sans"/>
                <a:cs typeface="DejaVu Sans"/>
              </a:defRPr>
            </a:lvl8pPr>
            <a:lvl9pPr algn="r">
              <a:defRPr sz="1725" b="1">
                <a:solidFill>
                  <a:srgbClr val="087D78"/>
                </a:solidFill>
                <a:latin typeface="DejaVu Sans"/>
                <a:ea typeface="DejaVu Sans"/>
                <a:cs typeface="DejaVu Sans"/>
              </a:defRPr>
            </a:lvl9pPr>
          </a:lstStyle>
          <a:p xmlns:a="http://schemas.openxmlformats.org/drawingml/2006/main">
            <a:pPr algn="r">
              <a:lnSpc>
                <a:spcPct val="112000"/>
              </a:lnSpc>
              <a:buNone/>
              <a:defRPr sz="1725" b="1">
                <a:solidFill>
                  <a:srgbClr val="087D78"/>
                </a:solidFill>
                <a:latin typeface="DejaVu Sans"/>
                <a:ea typeface="DejaVu Sans"/>
                <a:cs typeface="DejaVu Sans"/>
              </a:defRPr>
            </a:pPr>
            <a:r>
              <a:rPr sz="1725" b="1">
                <a:solidFill>
                  <a:srgbClr val="087D78"/>
                </a:solidFill>
                <a:latin typeface="DejaVu Sans"/>
                <a:ea typeface="DejaVu Sans"/>
                <a:cs typeface="DejaVu Sans"/>
              </a:rPr>
              <a:t>19</a:t>
            </a:r>
          </a:p>
        </p:txBody>
      </p:sp>
      <p:sp>
        <p:nvSpPr>
          <p:cNvPr id="8" name="">
            <a:extLst xmlns:a="http://schemas.openxmlformats.org/drawingml/2006/main">
              <a:ext uri="{FF2B5EF4-FFF2-40B4-BE49-F238E27FC236}">
                <a16:creationId xmlns:a16="http://schemas.microsoft.com/office/drawing/2014/main" id="{5673C39C-DE99-4975-82F7-B36AF10AC6DB}"/>
              </a:ext>
            </a:extLst>
          </p:cNvPr>
          <p:cNvSpPr>
            <a:spLocks xmlns:a="http://schemas.openxmlformats.org/drawingml/2006/main" noGrp="1"/>
          </p:cNvSpPr>
          <p:nvPr/>
        </p:nvSpPr>
        <p:spPr>
          <a:xfrm xmlns:a="http://schemas.openxmlformats.org/drawingml/2006/main">
            <a:off x="609600" y="2571750"/>
            <a:ext cx="5353050" cy="3095625"/>
          </a:xfrm>
          <a:prstGeom xmlns:a="http://schemas.openxmlformats.org/drawingml/2006/main" prst="rect">
            <a:avLst/>
          </a:prstGeom>
          <a:solidFill xmlns:a="http://schemas.openxmlformats.org/drawingml/2006/main">
            <a:srgbClr val="FFFDFA"/>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9EB2B596-5E62-4EF0-BE2C-E6E802CDC834}"/>
              </a:ext>
            </a:extLst>
          </p:cNvPr>
          <p:cNvSpPr>
            <a:spLocks xmlns:a="http://schemas.openxmlformats.org/drawingml/2006/main" noGrp="1"/>
          </p:cNvSpPr>
          <p:nvPr/>
        </p:nvSpPr>
        <p:spPr>
          <a:xfrm xmlns:a="http://schemas.openxmlformats.org/drawingml/2006/main">
            <a:off x="609600" y="2571750"/>
            <a:ext cx="38100" cy="3095625"/>
          </a:xfrm>
          <a:prstGeom xmlns:a="http://schemas.openxmlformats.org/drawingml/2006/main" prst="rect">
            <a:avLst/>
          </a:prstGeom>
          <a:solidFill xmlns:a="http://schemas.openxmlformats.org/drawingml/2006/main">
            <a:srgbClr val="087D78"/>
          </a:solidFill>
          <a:ln xmlns:a="http://schemas.openxmlformats.org/drawingml/2006/main" w="0">
            <a:noFill/>
            <a:prstDash val="solid"/>
          </a:ln>
        </p:spPr>
      </p:sp>
      <p:sp>
        <p:nvSpPr>
          <p:cNvPr id="10" name="text-cdqoe8foksk">
            <a:extLst xmlns:a="http://schemas.openxmlformats.org/drawingml/2006/main">
              <a:ext uri="{FF2B5EF4-FFF2-40B4-BE49-F238E27FC236}">
                <a16:creationId xmlns:a16="http://schemas.microsoft.com/office/drawing/2014/main" id="{C09985A7-9592-433D-8789-29ADE6986C98}"/>
              </a:ext>
            </a:extLst>
          </p:cNvPr>
          <p:cNvSpPr>
            <a:spLocks xmlns:a="http://schemas.openxmlformats.org/drawingml/2006/main" noGrp="1"/>
          </p:cNvSpPr>
          <p:nvPr/>
        </p:nvSpPr>
        <p:spPr>
          <a:xfrm xmlns:a="http://schemas.openxmlformats.org/drawingml/2006/main">
            <a:off x="819150" y="2743200"/>
            <a:ext cx="49339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1">
                <a:solidFill>
                  <a:srgbClr val="10242B"/>
                </a:solidFill>
                <a:latin typeface="DejaVu Sans"/>
                <a:ea typeface="DejaVu Sans"/>
                <a:cs typeface="DejaVu Sans"/>
              </a:defRPr>
            </a:defPPr>
            <a:lvl1pPr algn="l">
              <a:defRPr sz="1800" b="1">
                <a:solidFill>
                  <a:srgbClr val="10242B"/>
                </a:solidFill>
                <a:latin typeface="DejaVu Sans"/>
                <a:ea typeface="DejaVu Sans"/>
                <a:cs typeface="DejaVu Sans"/>
              </a:defRPr>
            </a:lvl1pPr>
            <a:lvl2pPr algn="l">
              <a:defRPr sz="1800" b="1">
                <a:solidFill>
                  <a:srgbClr val="10242B"/>
                </a:solidFill>
                <a:latin typeface="DejaVu Sans"/>
                <a:ea typeface="DejaVu Sans"/>
                <a:cs typeface="DejaVu Sans"/>
              </a:defRPr>
            </a:lvl2pPr>
            <a:lvl3pPr algn="l">
              <a:defRPr sz="1800" b="1">
                <a:solidFill>
                  <a:srgbClr val="10242B"/>
                </a:solidFill>
                <a:latin typeface="DejaVu Sans"/>
                <a:ea typeface="DejaVu Sans"/>
                <a:cs typeface="DejaVu Sans"/>
              </a:defRPr>
            </a:lvl3pPr>
            <a:lvl4pPr algn="l">
              <a:defRPr sz="1800" b="1">
                <a:solidFill>
                  <a:srgbClr val="10242B"/>
                </a:solidFill>
                <a:latin typeface="DejaVu Sans"/>
                <a:ea typeface="DejaVu Sans"/>
                <a:cs typeface="DejaVu Sans"/>
              </a:defRPr>
            </a:lvl4pPr>
            <a:lvl5pPr algn="l">
              <a:defRPr sz="1800" b="1">
                <a:solidFill>
                  <a:srgbClr val="10242B"/>
                </a:solidFill>
                <a:latin typeface="DejaVu Sans"/>
                <a:ea typeface="DejaVu Sans"/>
                <a:cs typeface="DejaVu Sans"/>
              </a:defRPr>
            </a:lvl5pPr>
            <a:lvl6pPr algn="l">
              <a:defRPr sz="1800" b="1">
                <a:solidFill>
                  <a:srgbClr val="10242B"/>
                </a:solidFill>
                <a:latin typeface="DejaVu Sans"/>
                <a:ea typeface="DejaVu Sans"/>
                <a:cs typeface="DejaVu Sans"/>
              </a:defRPr>
            </a:lvl6pPr>
            <a:lvl7pPr algn="l">
              <a:defRPr sz="1800" b="1">
                <a:solidFill>
                  <a:srgbClr val="10242B"/>
                </a:solidFill>
                <a:latin typeface="DejaVu Sans"/>
                <a:ea typeface="DejaVu Sans"/>
                <a:cs typeface="DejaVu Sans"/>
              </a:defRPr>
            </a:lvl7pPr>
            <a:lvl8pPr algn="l">
              <a:defRPr sz="1800" b="1">
                <a:solidFill>
                  <a:srgbClr val="10242B"/>
                </a:solidFill>
                <a:latin typeface="DejaVu Sans"/>
                <a:ea typeface="DejaVu Sans"/>
                <a:cs typeface="DejaVu Sans"/>
              </a:defRPr>
            </a:lvl8pPr>
            <a:lvl9pPr algn="l">
              <a:defRPr sz="1800" b="1">
                <a:solidFill>
                  <a:srgbClr val="10242B"/>
                </a:solidFill>
                <a:latin typeface="DejaVu Sans"/>
                <a:ea typeface="DejaVu Sans"/>
                <a:cs typeface="DejaVu Sans"/>
              </a:defRPr>
            </a:lvl9pPr>
          </a:lstStyle>
          <a:p xmlns:a="http://schemas.openxmlformats.org/drawingml/2006/main">
            <a:pPr algn="l">
              <a:lnSpc>
                <a:spcPct val="112000"/>
              </a:lnSpc>
              <a:buNone/>
              <a:defRPr sz="1800" b="1">
                <a:solidFill>
                  <a:srgbClr val="10242B"/>
                </a:solidFill>
                <a:latin typeface="DejaVu Sans"/>
                <a:ea typeface="DejaVu Sans"/>
                <a:cs typeface="DejaVu Sans"/>
              </a:defRPr>
            </a:pPr>
            <a:r>
              <a:rPr sz="1800" b="1">
                <a:solidFill>
                  <a:srgbClr val="10242B"/>
                </a:solidFill>
                <a:latin typeface="DejaVu Sans"/>
                <a:ea typeface="DejaVu Sans"/>
                <a:cs typeface="DejaVu Sans"/>
              </a:rPr>
              <a:t>Digital agent</a:t>
            </a:r>
          </a:p>
        </p:txBody>
      </p:sp>
      <p:sp>
        <p:nvSpPr>
          <p:cNvPr id="11" name="text-b0n1am4xwnr">
            <a:extLst xmlns:a="http://schemas.openxmlformats.org/drawingml/2006/main">
              <a:ext uri="{FF2B5EF4-FFF2-40B4-BE49-F238E27FC236}">
                <a16:creationId xmlns:a16="http://schemas.microsoft.com/office/drawing/2014/main" id="{5F02812B-75DC-4978-AE44-D8DB8D24D6DA}"/>
              </a:ext>
            </a:extLst>
          </p:cNvPr>
          <p:cNvSpPr>
            <a:spLocks xmlns:a="http://schemas.openxmlformats.org/drawingml/2006/main" noGrp="1"/>
          </p:cNvSpPr>
          <p:nvPr/>
        </p:nvSpPr>
        <p:spPr>
          <a:xfrm xmlns:a="http://schemas.openxmlformats.org/drawingml/2006/main">
            <a:off x="819150" y="3362325"/>
            <a:ext cx="4933950" cy="2219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577078"/>
                </a:solidFill>
                <a:latin typeface="DejaVu Sans"/>
                <a:ea typeface="DejaVu Sans"/>
                <a:cs typeface="DejaVu Sans"/>
              </a:defRPr>
            </a:defPPr>
            <a:lvl1pPr algn="l">
              <a:defRPr sz="1650" b="0">
                <a:solidFill>
                  <a:srgbClr val="577078"/>
                </a:solidFill>
                <a:latin typeface="DejaVu Sans"/>
                <a:ea typeface="DejaVu Sans"/>
                <a:cs typeface="DejaVu Sans"/>
              </a:defRPr>
            </a:lvl1pPr>
            <a:lvl2pPr algn="l">
              <a:defRPr sz="1650" b="0">
                <a:solidFill>
                  <a:srgbClr val="577078"/>
                </a:solidFill>
                <a:latin typeface="DejaVu Sans"/>
                <a:ea typeface="DejaVu Sans"/>
                <a:cs typeface="DejaVu Sans"/>
              </a:defRPr>
            </a:lvl2pPr>
            <a:lvl3pPr algn="l">
              <a:defRPr sz="1650" b="0">
                <a:solidFill>
                  <a:srgbClr val="577078"/>
                </a:solidFill>
                <a:latin typeface="DejaVu Sans"/>
                <a:ea typeface="DejaVu Sans"/>
                <a:cs typeface="DejaVu Sans"/>
              </a:defRPr>
            </a:lvl3pPr>
            <a:lvl4pPr algn="l">
              <a:defRPr sz="1650" b="0">
                <a:solidFill>
                  <a:srgbClr val="577078"/>
                </a:solidFill>
                <a:latin typeface="DejaVu Sans"/>
                <a:ea typeface="DejaVu Sans"/>
                <a:cs typeface="DejaVu Sans"/>
              </a:defRPr>
            </a:lvl4pPr>
            <a:lvl5pPr algn="l">
              <a:defRPr sz="1650" b="0">
                <a:solidFill>
                  <a:srgbClr val="577078"/>
                </a:solidFill>
                <a:latin typeface="DejaVu Sans"/>
                <a:ea typeface="DejaVu Sans"/>
                <a:cs typeface="DejaVu Sans"/>
              </a:defRPr>
            </a:lvl5pPr>
            <a:lvl6pPr algn="l">
              <a:defRPr sz="1650" b="0">
                <a:solidFill>
                  <a:srgbClr val="577078"/>
                </a:solidFill>
                <a:latin typeface="DejaVu Sans"/>
                <a:ea typeface="DejaVu Sans"/>
                <a:cs typeface="DejaVu Sans"/>
              </a:defRPr>
            </a:lvl6pPr>
            <a:lvl7pPr algn="l">
              <a:defRPr sz="1650" b="0">
                <a:solidFill>
                  <a:srgbClr val="577078"/>
                </a:solidFill>
                <a:latin typeface="DejaVu Sans"/>
                <a:ea typeface="DejaVu Sans"/>
                <a:cs typeface="DejaVu Sans"/>
              </a:defRPr>
            </a:lvl7pPr>
            <a:lvl8pPr algn="l">
              <a:defRPr sz="1650" b="0">
                <a:solidFill>
                  <a:srgbClr val="577078"/>
                </a:solidFill>
                <a:latin typeface="DejaVu Sans"/>
                <a:ea typeface="DejaVu Sans"/>
                <a:cs typeface="DejaVu Sans"/>
              </a:defRPr>
            </a:lvl8pPr>
            <a:lvl9pPr algn="l">
              <a:defRPr sz="1650" b="0">
                <a:solidFill>
                  <a:srgbClr val="577078"/>
                </a:solidFill>
                <a:latin typeface="DejaVu Sans"/>
                <a:ea typeface="DejaVu Sans"/>
                <a:cs typeface="DejaVu Sans"/>
              </a:defRPr>
            </a:lvl9pPr>
          </a:lstStyle>
          <a:p xmlns:a="http://schemas.openxmlformats.org/drawingml/2006/main">
            <a:pPr algn="l">
              <a:lnSpc>
                <a:spcPct val="112000"/>
              </a:lnSpc>
              <a:buNone/>
              <a:defRPr sz="1650" b="0">
                <a:solidFill>
                  <a:srgbClr val="577078"/>
                </a:solidFill>
                <a:latin typeface="DejaVu Sans"/>
                <a:ea typeface="DejaVu Sans"/>
                <a:cs typeface="DejaVu Sans"/>
              </a:defRPr>
            </a:pPr>
            <a:r>
              <a:rPr sz="1650" b="0">
                <a:solidFill>
                  <a:srgbClr val="577078"/>
                </a:solidFill>
                <a:latin typeface="DejaVu Sans"/>
                <a:ea typeface="DejaVu Sans"/>
                <a:cs typeface="DejaVu Sans"/>
              </a:rPr>
              <a:t>Works with documents, APIs and software state.</a:t>
            </a:r>
          </a:p>
        </p:txBody>
      </p:sp>
      <p:sp>
        <p:nvSpPr>
          <p:cNvPr id="12" name="">
            <a:extLst xmlns:a="http://schemas.openxmlformats.org/drawingml/2006/main">
              <a:ext uri="{FF2B5EF4-FFF2-40B4-BE49-F238E27FC236}">
                <a16:creationId xmlns:a16="http://schemas.microsoft.com/office/drawing/2014/main" id="{BE504CF7-50F3-462C-8C33-E61DA09681F0}"/>
              </a:ext>
            </a:extLst>
          </p:cNvPr>
          <p:cNvSpPr>
            <a:spLocks xmlns:a="http://schemas.openxmlformats.org/drawingml/2006/main" noGrp="1"/>
          </p:cNvSpPr>
          <p:nvPr/>
        </p:nvSpPr>
        <p:spPr>
          <a:xfrm xmlns:a="http://schemas.openxmlformats.org/drawingml/2006/main">
            <a:off x="6229350" y="2571750"/>
            <a:ext cx="5353050" cy="3095625"/>
          </a:xfrm>
          <a:prstGeom xmlns:a="http://schemas.openxmlformats.org/drawingml/2006/main" prst="rect">
            <a:avLst/>
          </a:prstGeom>
          <a:solidFill xmlns:a="http://schemas.openxmlformats.org/drawingml/2006/main">
            <a:srgbClr val="FFFDFA"/>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ED0958D9-504E-4BC8-8E5D-CEF8D3930015}"/>
              </a:ext>
            </a:extLst>
          </p:cNvPr>
          <p:cNvSpPr>
            <a:spLocks xmlns:a="http://schemas.openxmlformats.org/drawingml/2006/main" noGrp="1"/>
          </p:cNvSpPr>
          <p:nvPr/>
        </p:nvSpPr>
        <p:spPr>
          <a:xfrm xmlns:a="http://schemas.openxmlformats.org/drawingml/2006/main">
            <a:off x="6229350" y="2571750"/>
            <a:ext cx="38100" cy="3095625"/>
          </a:xfrm>
          <a:prstGeom xmlns:a="http://schemas.openxmlformats.org/drawingml/2006/main" prst="rect">
            <a:avLst/>
          </a:prstGeom>
          <a:solidFill xmlns:a="http://schemas.openxmlformats.org/drawingml/2006/main">
            <a:srgbClr val="D64136"/>
          </a:solidFill>
          <a:ln xmlns:a="http://schemas.openxmlformats.org/drawingml/2006/main" w="0">
            <a:noFill/>
            <a:prstDash val="solid"/>
          </a:ln>
        </p:spPr>
      </p:sp>
      <p:sp>
        <p:nvSpPr>
          <p:cNvPr id="14" name="text-x45be6hpr1">
            <a:extLst xmlns:a="http://schemas.openxmlformats.org/drawingml/2006/main">
              <a:ext uri="{FF2B5EF4-FFF2-40B4-BE49-F238E27FC236}">
                <a16:creationId xmlns:a16="http://schemas.microsoft.com/office/drawing/2014/main" id="{D363D1F4-CB08-45DC-AD11-9D0755C15A48}"/>
              </a:ext>
            </a:extLst>
          </p:cNvPr>
          <p:cNvSpPr>
            <a:spLocks xmlns:a="http://schemas.openxmlformats.org/drawingml/2006/main" noGrp="1"/>
          </p:cNvSpPr>
          <p:nvPr/>
        </p:nvSpPr>
        <p:spPr>
          <a:xfrm xmlns:a="http://schemas.openxmlformats.org/drawingml/2006/main">
            <a:off x="6438900" y="2743200"/>
            <a:ext cx="49339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1">
                <a:solidFill>
                  <a:srgbClr val="10242B"/>
                </a:solidFill>
                <a:latin typeface="DejaVu Sans"/>
                <a:ea typeface="DejaVu Sans"/>
                <a:cs typeface="DejaVu Sans"/>
              </a:defRPr>
            </a:defPPr>
            <a:lvl1pPr algn="l">
              <a:defRPr sz="1800" b="1">
                <a:solidFill>
                  <a:srgbClr val="10242B"/>
                </a:solidFill>
                <a:latin typeface="DejaVu Sans"/>
                <a:ea typeface="DejaVu Sans"/>
                <a:cs typeface="DejaVu Sans"/>
              </a:defRPr>
            </a:lvl1pPr>
            <a:lvl2pPr algn="l">
              <a:defRPr sz="1800" b="1">
                <a:solidFill>
                  <a:srgbClr val="10242B"/>
                </a:solidFill>
                <a:latin typeface="DejaVu Sans"/>
                <a:ea typeface="DejaVu Sans"/>
                <a:cs typeface="DejaVu Sans"/>
              </a:defRPr>
            </a:lvl2pPr>
            <a:lvl3pPr algn="l">
              <a:defRPr sz="1800" b="1">
                <a:solidFill>
                  <a:srgbClr val="10242B"/>
                </a:solidFill>
                <a:latin typeface="DejaVu Sans"/>
                <a:ea typeface="DejaVu Sans"/>
                <a:cs typeface="DejaVu Sans"/>
              </a:defRPr>
            </a:lvl3pPr>
            <a:lvl4pPr algn="l">
              <a:defRPr sz="1800" b="1">
                <a:solidFill>
                  <a:srgbClr val="10242B"/>
                </a:solidFill>
                <a:latin typeface="DejaVu Sans"/>
                <a:ea typeface="DejaVu Sans"/>
                <a:cs typeface="DejaVu Sans"/>
              </a:defRPr>
            </a:lvl4pPr>
            <a:lvl5pPr algn="l">
              <a:defRPr sz="1800" b="1">
                <a:solidFill>
                  <a:srgbClr val="10242B"/>
                </a:solidFill>
                <a:latin typeface="DejaVu Sans"/>
                <a:ea typeface="DejaVu Sans"/>
                <a:cs typeface="DejaVu Sans"/>
              </a:defRPr>
            </a:lvl5pPr>
            <a:lvl6pPr algn="l">
              <a:defRPr sz="1800" b="1">
                <a:solidFill>
                  <a:srgbClr val="10242B"/>
                </a:solidFill>
                <a:latin typeface="DejaVu Sans"/>
                <a:ea typeface="DejaVu Sans"/>
                <a:cs typeface="DejaVu Sans"/>
              </a:defRPr>
            </a:lvl6pPr>
            <a:lvl7pPr algn="l">
              <a:defRPr sz="1800" b="1">
                <a:solidFill>
                  <a:srgbClr val="10242B"/>
                </a:solidFill>
                <a:latin typeface="DejaVu Sans"/>
                <a:ea typeface="DejaVu Sans"/>
                <a:cs typeface="DejaVu Sans"/>
              </a:defRPr>
            </a:lvl7pPr>
            <a:lvl8pPr algn="l">
              <a:defRPr sz="1800" b="1">
                <a:solidFill>
                  <a:srgbClr val="10242B"/>
                </a:solidFill>
                <a:latin typeface="DejaVu Sans"/>
                <a:ea typeface="DejaVu Sans"/>
                <a:cs typeface="DejaVu Sans"/>
              </a:defRPr>
            </a:lvl8pPr>
            <a:lvl9pPr algn="l">
              <a:defRPr sz="1800" b="1">
                <a:solidFill>
                  <a:srgbClr val="10242B"/>
                </a:solidFill>
                <a:latin typeface="DejaVu Sans"/>
                <a:ea typeface="DejaVu Sans"/>
                <a:cs typeface="DejaVu Sans"/>
              </a:defRPr>
            </a:lvl9pPr>
          </a:lstStyle>
          <a:p xmlns:a="http://schemas.openxmlformats.org/drawingml/2006/main">
            <a:pPr algn="l">
              <a:lnSpc>
                <a:spcPct val="112000"/>
              </a:lnSpc>
              <a:buNone/>
              <a:defRPr sz="1800" b="1">
                <a:solidFill>
                  <a:srgbClr val="10242B"/>
                </a:solidFill>
                <a:latin typeface="DejaVu Sans"/>
                <a:ea typeface="DejaVu Sans"/>
                <a:cs typeface="DejaVu Sans"/>
              </a:defRPr>
            </a:pPr>
            <a:r>
              <a:rPr sz="1800" b="1">
                <a:solidFill>
                  <a:srgbClr val="10242B"/>
                </a:solidFill>
                <a:latin typeface="DejaVu Sans"/>
                <a:ea typeface="DejaVu Sans"/>
                <a:cs typeface="DejaVu Sans"/>
              </a:rPr>
              <a:t>Physical agent</a:t>
            </a:r>
          </a:p>
        </p:txBody>
      </p:sp>
      <p:sp>
        <p:nvSpPr>
          <p:cNvPr id="15" name="text-xmp3kgicp">
            <a:extLst xmlns:a="http://schemas.openxmlformats.org/drawingml/2006/main">
              <a:ext uri="{FF2B5EF4-FFF2-40B4-BE49-F238E27FC236}">
                <a16:creationId xmlns:a16="http://schemas.microsoft.com/office/drawing/2014/main" id="{69B3EE30-D87B-48AA-9CE5-CB45C51DA015}"/>
              </a:ext>
            </a:extLst>
          </p:cNvPr>
          <p:cNvSpPr>
            <a:spLocks xmlns:a="http://schemas.openxmlformats.org/drawingml/2006/main" noGrp="1"/>
          </p:cNvSpPr>
          <p:nvPr/>
        </p:nvSpPr>
        <p:spPr>
          <a:xfrm xmlns:a="http://schemas.openxmlformats.org/drawingml/2006/main">
            <a:off x="6438900" y="3362325"/>
            <a:ext cx="4933950" cy="2219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577078"/>
                </a:solidFill>
                <a:latin typeface="DejaVu Sans"/>
                <a:ea typeface="DejaVu Sans"/>
                <a:cs typeface="DejaVu Sans"/>
              </a:defRPr>
            </a:defPPr>
            <a:lvl1pPr algn="l">
              <a:defRPr sz="1650" b="0">
                <a:solidFill>
                  <a:srgbClr val="577078"/>
                </a:solidFill>
                <a:latin typeface="DejaVu Sans"/>
                <a:ea typeface="DejaVu Sans"/>
                <a:cs typeface="DejaVu Sans"/>
              </a:defRPr>
            </a:lvl1pPr>
            <a:lvl2pPr algn="l">
              <a:defRPr sz="1650" b="0">
                <a:solidFill>
                  <a:srgbClr val="577078"/>
                </a:solidFill>
                <a:latin typeface="DejaVu Sans"/>
                <a:ea typeface="DejaVu Sans"/>
                <a:cs typeface="DejaVu Sans"/>
              </a:defRPr>
            </a:lvl2pPr>
            <a:lvl3pPr algn="l">
              <a:defRPr sz="1650" b="0">
                <a:solidFill>
                  <a:srgbClr val="577078"/>
                </a:solidFill>
                <a:latin typeface="DejaVu Sans"/>
                <a:ea typeface="DejaVu Sans"/>
                <a:cs typeface="DejaVu Sans"/>
              </a:defRPr>
            </a:lvl3pPr>
            <a:lvl4pPr algn="l">
              <a:defRPr sz="1650" b="0">
                <a:solidFill>
                  <a:srgbClr val="577078"/>
                </a:solidFill>
                <a:latin typeface="DejaVu Sans"/>
                <a:ea typeface="DejaVu Sans"/>
                <a:cs typeface="DejaVu Sans"/>
              </a:defRPr>
            </a:lvl4pPr>
            <a:lvl5pPr algn="l">
              <a:defRPr sz="1650" b="0">
                <a:solidFill>
                  <a:srgbClr val="577078"/>
                </a:solidFill>
                <a:latin typeface="DejaVu Sans"/>
                <a:ea typeface="DejaVu Sans"/>
                <a:cs typeface="DejaVu Sans"/>
              </a:defRPr>
            </a:lvl5pPr>
            <a:lvl6pPr algn="l">
              <a:defRPr sz="1650" b="0">
                <a:solidFill>
                  <a:srgbClr val="577078"/>
                </a:solidFill>
                <a:latin typeface="DejaVu Sans"/>
                <a:ea typeface="DejaVu Sans"/>
                <a:cs typeface="DejaVu Sans"/>
              </a:defRPr>
            </a:lvl6pPr>
            <a:lvl7pPr algn="l">
              <a:defRPr sz="1650" b="0">
                <a:solidFill>
                  <a:srgbClr val="577078"/>
                </a:solidFill>
                <a:latin typeface="DejaVu Sans"/>
                <a:ea typeface="DejaVu Sans"/>
                <a:cs typeface="DejaVu Sans"/>
              </a:defRPr>
            </a:lvl7pPr>
            <a:lvl8pPr algn="l">
              <a:defRPr sz="1650" b="0">
                <a:solidFill>
                  <a:srgbClr val="577078"/>
                </a:solidFill>
                <a:latin typeface="DejaVu Sans"/>
                <a:ea typeface="DejaVu Sans"/>
                <a:cs typeface="DejaVu Sans"/>
              </a:defRPr>
            </a:lvl8pPr>
            <a:lvl9pPr algn="l">
              <a:defRPr sz="1650" b="0">
                <a:solidFill>
                  <a:srgbClr val="577078"/>
                </a:solidFill>
                <a:latin typeface="DejaVu Sans"/>
                <a:ea typeface="DejaVu Sans"/>
                <a:cs typeface="DejaVu Sans"/>
              </a:defRPr>
            </a:lvl9pPr>
          </a:lstStyle>
          <a:p xmlns:a="http://schemas.openxmlformats.org/drawingml/2006/main">
            <a:pPr algn="l">
              <a:lnSpc>
                <a:spcPct val="112000"/>
              </a:lnSpc>
              <a:buNone/>
              <a:defRPr sz="1650" b="0">
                <a:solidFill>
                  <a:srgbClr val="577078"/>
                </a:solidFill>
                <a:latin typeface="DejaVu Sans"/>
                <a:ea typeface="DejaVu Sans"/>
                <a:cs typeface="DejaVu Sans"/>
              </a:defRPr>
            </a:pPr>
            <a:r>
              <a:rPr sz="1650" b="0">
                <a:solidFill>
                  <a:srgbClr val="577078"/>
                </a:solidFill>
                <a:latin typeface="DejaVu Sans"/>
                <a:ea typeface="DejaVu Sans"/>
                <a:cs typeface="DejaVu Sans"/>
              </a:rPr>
              <a:t>Works with forces, perceptual uncertainty and contact.</a:t>
            </a:r>
          </a:p>
        </p:txBody>
      </p:sp>
    </p:spTree>
    <p:extLst>
      <p:ext uri="{BB962C8B-B14F-4D97-AF65-F5344CB8AC3E}">
        <p14:creationId xmlns:p14="http://schemas.microsoft.com/office/powerpoint/2010/main" val="453029240"/>
      </p:ext>
    </p:extLst>
  </p:cSld>
</p:sld>
</file>

<file path=ppt/slides/slide20.xml><?xml version="1.0" encoding="utf-8"?>
<p:sld xmlns:p="http://schemas.openxmlformats.org/presentationml/2006/main">
  <p:cSld>
    <p:bg>
      <p:bgPr>
        <a:solidFill xmlns:a="http://schemas.openxmlformats.org/drawingml/2006/main">
          <a:srgbClr val="F4F1E9"/>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272869E3-1B0A-43E9-AC81-525ECC700420}"/>
              </a:ext>
            </a:extLst>
          </p:cNvPr>
          <p:cNvSpPr>
            <a:spLocks xmlns:a="http://schemas.openxmlformats.org/drawingml/2006/main" noGrp="1"/>
          </p:cNvSpPr>
          <p:nvPr/>
        </p:nvSpPr>
        <p:spPr>
          <a:xfrm xmlns:a="http://schemas.openxmlformats.org/drawingml/2006/main">
            <a:off x="609600" y="323850"/>
            <a:ext cx="495300" cy="47625"/>
          </a:xfrm>
          <a:prstGeom xmlns:a="http://schemas.openxmlformats.org/drawingml/2006/main" prst="rect">
            <a:avLst/>
          </a:prstGeom>
          <a:solidFill xmlns:a="http://schemas.openxmlformats.org/drawingml/2006/main">
            <a:srgbClr val="D64136"/>
          </a:solidFill>
          <a:ln xmlns:a="http://schemas.openxmlformats.org/drawingml/2006/main" w="0">
            <a:noFill/>
            <a:prstDash val="solid"/>
          </a:ln>
        </p:spPr>
      </p:sp>
      <p:sp>
        <p:nvSpPr>
          <p:cNvPr id="2" name="text-19up35vf1dk">
            <a:extLst xmlns:a="http://schemas.openxmlformats.org/drawingml/2006/main">
              <a:ext uri="{FF2B5EF4-FFF2-40B4-BE49-F238E27FC236}">
                <a16:creationId xmlns:a16="http://schemas.microsoft.com/office/drawing/2014/main" id="{FDFE1359-B28B-46CD-B04A-446A87257265}"/>
              </a:ext>
            </a:extLst>
          </p:cNvPr>
          <p:cNvSpPr>
            <a:spLocks xmlns:a="http://schemas.openxmlformats.org/drawingml/2006/main" noGrp="1"/>
          </p:cNvSpPr>
          <p:nvPr/>
        </p:nvSpPr>
        <p:spPr>
          <a:xfrm xmlns:a="http://schemas.openxmlformats.org/drawingml/2006/main">
            <a:off x="1257300" y="247650"/>
            <a:ext cx="809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50" b="1">
                <a:solidFill>
                  <a:srgbClr val="087D78"/>
                </a:solidFill>
                <a:latin typeface="DejaVu Sans"/>
                <a:ea typeface="DejaVu Sans"/>
                <a:cs typeface="DejaVu Sans"/>
              </a:defRPr>
            </a:defPPr>
            <a:lvl1pPr algn="l">
              <a:defRPr sz="1050" b="1">
                <a:solidFill>
                  <a:srgbClr val="087D78"/>
                </a:solidFill>
                <a:latin typeface="DejaVu Sans"/>
                <a:ea typeface="DejaVu Sans"/>
                <a:cs typeface="DejaVu Sans"/>
              </a:defRPr>
            </a:lvl1pPr>
            <a:lvl2pPr algn="l">
              <a:defRPr sz="1050" b="1">
                <a:solidFill>
                  <a:srgbClr val="087D78"/>
                </a:solidFill>
                <a:latin typeface="DejaVu Sans"/>
                <a:ea typeface="DejaVu Sans"/>
                <a:cs typeface="DejaVu Sans"/>
              </a:defRPr>
            </a:lvl2pPr>
            <a:lvl3pPr algn="l">
              <a:defRPr sz="1050" b="1">
                <a:solidFill>
                  <a:srgbClr val="087D78"/>
                </a:solidFill>
                <a:latin typeface="DejaVu Sans"/>
                <a:ea typeface="DejaVu Sans"/>
                <a:cs typeface="DejaVu Sans"/>
              </a:defRPr>
            </a:lvl3pPr>
            <a:lvl4pPr algn="l">
              <a:defRPr sz="1050" b="1">
                <a:solidFill>
                  <a:srgbClr val="087D78"/>
                </a:solidFill>
                <a:latin typeface="DejaVu Sans"/>
                <a:ea typeface="DejaVu Sans"/>
                <a:cs typeface="DejaVu Sans"/>
              </a:defRPr>
            </a:lvl4pPr>
            <a:lvl5pPr algn="l">
              <a:defRPr sz="1050" b="1">
                <a:solidFill>
                  <a:srgbClr val="087D78"/>
                </a:solidFill>
                <a:latin typeface="DejaVu Sans"/>
                <a:ea typeface="DejaVu Sans"/>
                <a:cs typeface="DejaVu Sans"/>
              </a:defRPr>
            </a:lvl5pPr>
            <a:lvl6pPr algn="l">
              <a:defRPr sz="1050" b="1">
                <a:solidFill>
                  <a:srgbClr val="087D78"/>
                </a:solidFill>
                <a:latin typeface="DejaVu Sans"/>
                <a:ea typeface="DejaVu Sans"/>
                <a:cs typeface="DejaVu Sans"/>
              </a:defRPr>
            </a:lvl6pPr>
            <a:lvl7pPr algn="l">
              <a:defRPr sz="1050" b="1">
                <a:solidFill>
                  <a:srgbClr val="087D78"/>
                </a:solidFill>
                <a:latin typeface="DejaVu Sans"/>
                <a:ea typeface="DejaVu Sans"/>
                <a:cs typeface="DejaVu Sans"/>
              </a:defRPr>
            </a:lvl7pPr>
            <a:lvl8pPr algn="l">
              <a:defRPr sz="1050" b="1">
                <a:solidFill>
                  <a:srgbClr val="087D78"/>
                </a:solidFill>
                <a:latin typeface="DejaVu Sans"/>
                <a:ea typeface="DejaVu Sans"/>
                <a:cs typeface="DejaVu Sans"/>
              </a:defRPr>
            </a:lvl8pPr>
            <a:lvl9pPr algn="l">
              <a:defRPr sz="1050" b="1">
                <a:solidFill>
                  <a:srgbClr val="087D78"/>
                </a:solidFill>
                <a:latin typeface="DejaVu Sans"/>
                <a:ea typeface="DejaVu Sans"/>
                <a:cs typeface="DejaVu Sans"/>
              </a:defRPr>
            </a:lvl9pPr>
          </a:lstStyle>
          <a:p xmlns:a="http://schemas.openxmlformats.org/drawingml/2006/main">
            <a:pPr algn="l">
              <a:lnSpc>
                <a:spcPct val="112000"/>
              </a:lnSpc>
              <a:buNone/>
              <a:defRPr sz="1050" b="1">
                <a:solidFill>
                  <a:srgbClr val="087D78"/>
                </a:solidFill>
                <a:latin typeface="DejaVu Sans"/>
                <a:ea typeface="DejaVu Sans"/>
                <a:cs typeface="DejaVu Sans"/>
              </a:defRPr>
            </a:pPr>
            <a:r>
              <a:rPr sz="1050" b="1">
                <a:solidFill>
                  <a:srgbClr val="087D78"/>
                </a:solidFill>
                <a:latin typeface="DejaVu Sans"/>
                <a:ea typeface="DejaVu Sans"/>
                <a:cs typeface="DejaVu Sans"/>
              </a:rPr>
              <a:t>TECHNOLOGICAL CHINA</a:t>
            </a:r>
          </a:p>
        </p:txBody>
      </p:sp>
      <p:sp>
        <p:nvSpPr>
          <p:cNvPr id="3" name="text-5gm6pvgt7nq">
            <a:extLst xmlns:a="http://schemas.openxmlformats.org/drawingml/2006/main">
              <a:ext uri="{FF2B5EF4-FFF2-40B4-BE49-F238E27FC236}">
                <a16:creationId xmlns:a16="http://schemas.microsoft.com/office/drawing/2014/main" id="{BA235BB0-040C-47FC-84F7-1D678B529DAB}"/>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700" b="1">
                <a:solidFill>
                  <a:srgbClr val="10242B"/>
                </a:solidFill>
                <a:latin typeface="DejaVu Sans"/>
                <a:ea typeface="DejaVu Sans"/>
                <a:cs typeface="DejaVu Sans"/>
              </a:defRPr>
            </a:defPPr>
            <a:lvl1pPr algn="l">
              <a:defRPr sz="2700" b="1">
                <a:solidFill>
                  <a:srgbClr val="10242B"/>
                </a:solidFill>
                <a:latin typeface="DejaVu Sans"/>
                <a:ea typeface="DejaVu Sans"/>
                <a:cs typeface="DejaVu Sans"/>
              </a:defRPr>
            </a:lvl1pPr>
            <a:lvl2pPr algn="l">
              <a:defRPr sz="2700" b="1">
                <a:solidFill>
                  <a:srgbClr val="10242B"/>
                </a:solidFill>
                <a:latin typeface="DejaVu Sans"/>
                <a:ea typeface="DejaVu Sans"/>
                <a:cs typeface="DejaVu Sans"/>
              </a:defRPr>
            </a:lvl2pPr>
            <a:lvl3pPr algn="l">
              <a:defRPr sz="2700" b="1">
                <a:solidFill>
                  <a:srgbClr val="10242B"/>
                </a:solidFill>
                <a:latin typeface="DejaVu Sans"/>
                <a:ea typeface="DejaVu Sans"/>
                <a:cs typeface="DejaVu Sans"/>
              </a:defRPr>
            </a:lvl3pPr>
            <a:lvl4pPr algn="l">
              <a:defRPr sz="2700" b="1">
                <a:solidFill>
                  <a:srgbClr val="10242B"/>
                </a:solidFill>
                <a:latin typeface="DejaVu Sans"/>
                <a:ea typeface="DejaVu Sans"/>
                <a:cs typeface="DejaVu Sans"/>
              </a:defRPr>
            </a:lvl4pPr>
            <a:lvl5pPr algn="l">
              <a:defRPr sz="2700" b="1">
                <a:solidFill>
                  <a:srgbClr val="10242B"/>
                </a:solidFill>
                <a:latin typeface="DejaVu Sans"/>
                <a:ea typeface="DejaVu Sans"/>
                <a:cs typeface="DejaVu Sans"/>
              </a:defRPr>
            </a:lvl5pPr>
            <a:lvl6pPr algn="l">
              <a:defRPr sz="2700" b="1">
                <a:solidFill>
                  <a:srgbClr val="10242B"/>
                </a:solidFill>
                <a:latin typeface="DejaVu Sans"/>
                <a:ea typeface="DejaVu Sans"/>
                <a:cs typeface="DejaVu Sans"/>
              </a:defRPr>
            </a:lvl6pPr>
            <a:lvl7pPr algn="l">
              <a:defRPr sz="2700" b="1">
                <a:solidFill>
                  <a:srgbClr val="10242B"/>
                </a:solidFill>
                <a:latin typeface="DejaVu Sans"/>
                <a:ea typeface="DejaVu Sans"/>
                <a:cs typeface="DejaVu Sans"/>
              </a:defRPr>
            </a:lvl7pPr>
            <a:lvl8pPr algn="l">
              <a:defRPr sz="2700" b="1">
                <a:solidFill>
                  <a:srgbClr val="10242B"/>
                </a:solidFill>
                <a:latin typeface="DejaVu Sans"/>
                <a:ea typeface="DejaVu Sans"/>
                <a:cs typeface="DejaVu Sans"/>
              </a:defRPr>
            </a:lvl8pPr>
            <a:lvl9pPr algn="l">
              <a:defRPr sz="2700" b="1">
                <a:solidFill>
                  <a:srgbClr val="10242B"/>
                </a:solidFill>
                <a:latin typeface="DejaVu Sans"/>
                <a:ea typeface="DejaVu Sans"/>
                <a:cs typeface="DejaVu Sans"/>
              </a:defRPr>
            </a:lvl9pPr>
          </a:lstStyle>
          <a:p xmlns:a="http://schemas.openxmlformats.org/drawingml/2006/main">
            <a:pPr algn="l">
              <a:lnSpc>
                <a:spcPct val="112000"/>
              </a:lnSpc>
              <a:buNone/>
              <a:defRPr sz="2700" b="1">
                <a:solidFill>
                  <a:srgbClr val="10242B"/>
                </a:solidFill>
                <a:latin typeface="DejaVu Sans"/>
                <a:ea typeface="DejaVu Sans"/>
                <a:cs typeface="DejaVu Sans"/>
              </a:defRPr>
            </a:pPr>
            <a:r>
              <a:rPr sz="2700" b="1">
                <a:solidFill>
                  <a:srgbClr val="10242B"/>
                </a:solidFill>
                <a:latin typeface="DejaVu Sans"/>
                <a:ea typeface="DejaVu Sans"/>
                <a:cs typeface="DejaVu Sans"/>
              </a:rPr>
              <a:t>Reward needs to reflect the task that matters</a:t>
            </a:r>
          </a:p>
        </p:txBody>
      </p:sp>
      <p:sp>
        <p:nvSpPr>
          <p:cNvPr id="4" name="text-22uq8oworvj">
            <a:extLst xmlns:a="http://schemas.openxmlformats.org/drawingml/2006/main">
              <a:ext uri="{FF2B5EF4-FFF2-40B4-BE49-F238E27FC236}">
                <a16:creationId xmlns:a16="http://schemas.microsoft.com/office/drawing/2014/main" id="{632346CD-CB2E-4647-A391-0550C3315B20}"/>
              </a:ext>
            </a:extLst>
          </p:cNvPr>
          <p:cNvSpPr>
            <a:spLocks xmlns:a="http://schemas.openxmlformats.org/drawingml/2006/main" noGrp="1"/>
          </p:cNvSpPr>
          <p:nvPr/>
        </p:nvSpPr>
        <p:spPr>
          <a:xfrm xmlns:a="http://schemas.openxmlformats.org/drawingml/2006/main">
            <a:off x="609600" y="1857375"/>
            <a:ext cx="109728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577078"/>
                </a:solidFill>
                <a:latin typeface="DejaVu Sans"/>
                <a:ea typeface="DejaVu Sans"/>
                <a:cs typeface="DejaVu Sans"/>
              </a:defRPr>
            </a:defPPr>
            <a:lvl1pPr algn="l">
              <a:defRPr sz="1575" b="0">
                <a:solidFill>
                  <a:srgbClr val="577078"/>
                </a:solidFill>
                <a:latin typeface="DejaVu Sans"/>
                <a:ea typeface="DejaVu Sans"/>
                <a:cs typeface="DejaVu Sans"/>
              </a:defRPr>
            </a:lvl1pPr>
            <a:lvl2pPr algn="l">
              <a:defRPr sz="1575" b="0">
                <a:solidFill>
                  <a:srgbClr val="577078"/>
                </a:solidFill>
                <a:latin typeface="DejaVu Sans"/>
                <a:ea typeface="DejaVu Sans"/>
                <a:cs typeface="DejaVu Sans"/>
              </a:defRPr>
            </a:lvl2pPr>
            <a:lvl3pPr algn="l">
              <a:defRPr sz="1575" b="0">
                <a:solidFill>
                  <a:srgbClr val="577078"/>
                </a:solidFill>
                <a:latin typeface="DejaVu Sans"/>
                <a:ea typeface="DejaVu Sans"/>
                <a:cs typeface="DejaVu Sans"/>
              </a:defRPr>
            </a:lvl3pPr>
            <a:lvl4pPr algn="l">
              <a:defRPr sz="1575" b="0">
                <a:solidFill>
                  <a:srgbClr val="577078"/>
                </a:solidFill>
                <a:latin typeface="DejaVu Sans"/>
                <a:ea typeface="DejaVu Sans"/>
                <a:cs typeface="DejaVu Sans"/>
              </a:defRPr>
            </a:lvl4pPr>
            <a:lvl5pPr algn="l">
              <a:defRPr sz="1575" b="0">
                <a:solidFill>
                  <a:srgbClr val="577078"/>
                </a:solidFill>
                <a:latin typeface="DejaVu Sans"/>
                <a:ea typeface="DejaVu Sans"/>
                <a:cs typeface="DejaVu Sans"/>
              </a:defRPr>
            </a:lvl5pPr>
            <a:lvl6pPr algn="l">
              <a:defRPr sz="1575" b="0">
                <a:solidFill>
                  <a:srgbClr val="577078"/>
                </a:solidFill>
                <a:latin typeface="DejaVu Sans"/>
                <a:ea typeface="DejaVu Sans"/>
                <a:cs typeface="DejaVu Sans"/>
              </a:defRPr>
            </a:lvl6pPr>
            <a:lvl7pPr algn="l">
              <a:defRPr sz="1575" b="0">
                <a:solidFill>
                  <a:srgbClr val="577078"/>
                </a:solidFill>
                <a:latin typeface="DejaVu Sans"/>
                <a:ea typeface="DejaVu Sans"/>
                <a:cs typeface="DejaVu Sans"/>
              </a:defRPr>
            </a:lvl7pPr>
            <a:lvl8pPr algn="l">
              <a:defRPr sz="1575" b="0">
                <a:solidFill>
                  <a:srgbClr val="577078"/>
                </a:solidFill>
                <a:latin typeface="DejaVu Sans"/>
                <a:ea typeface="DejaVu Sans"/>
                <a:cs typeface="DejaVu Sans"/>
              </a:defRPr>
            </a:lvl8pPr>
            <a:lvl9pPr algn="l">
              <a:defRPr sz="1575" b="0">
                <a:solidFill>
                  <a:srgbClr val="577078"/>
                </a:solidFill>
                <a:latin typeface="DejaVu Sans"/>
                <a:ea typeface="DejaVu Sans"/>
                <a:cs typeface="DejaVu Sans"/>
              </a:defRPr>
            </a:lvl9pPr>
          </a:lstStyle>
          <a:p xmlns:a="http://schemas.openxmlformats.org/drawingml/2006/main">
            <a:pPr algn="l">
              <a:lnSpc>
                <a:spcPct val="112000"/>
              </a:lnSpc>
              <a:buNone/>
              <a:defRPr sz="1575" b="0">
                <a:solidFill>
                  <a:srgbClr val="577078"/>
                </a:solidFill>
                <a:latin typeface="DejaVu Sans"/>
                <a:ea typeface="DejaVu Sans"/>
                <a:cs typeface="DejaVu Sans"/>
              </a:defRPr>
            </a:pPr>
            <a:r>
              <a:rPr sz="1575" b="0">
                <a:solidFill>
                  <a:srgbClr val="577078"/>
                </a:solidFill>
                <a:latin typeface="DejaVu Sans"/>
                <a:ea typeface="DejaVu Sans"/>
                <a:cs typeface="DejaVu Sans"/>
              </a:rPr>
              <a:t>Maximizing an imperfect signal can produce unwanted behavior.</a:t>
            </a:r>
          </a:p>
        </p:txBody>
      </p:sp>
      <p:sp>
        <p:nvSpPr>
          <p:cNvPr id="5" name="">
            <a:extLst xmlns:a="http://schemas.openxmlformats.org/drawingml/2006/main">
              <a:ext uri="{FF2B5EF4-FFF2-40B4-BE49-F238E27FC236}">
                <a16:creationId xmlns:a16="http://schemas.microsoft.com/office/drawing/2014/main" id="{6D3DC26A-7076-4849-8B5A-86535F3CF882}"/>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CCD8D6"/>
          </a:solidFill>
          <a:ln xmlns:a="http://schemas.openxmlformats.org/drawingml/2006/main" w="0">
            <a:noFill/>
            <a:prstDash val="solid"/>
          </a:ln>
        </p:spPr>
      </p:sp>
      <p:sp>
        <p:nvSpPr>
          <p:cNvPr id="6" name="text-i04mx3sk9rf">
            <a:extLst xmlns:a="http://schemas.openxmlformats.org/drawingml/2006/main">
              <a:ext uri="{FF2B5EF4-FFF2-40B4-BE49-F238E27FC236}">
                <a16:creationId xmlns:a16="http://schemas.microsoft.com/office/drawing/2014/main" id="{C7CF6480-F378-407D-89F1-16765FDF3D68}"/>
              </a:ext>
            </a:extLst>
          </p:cNvPr>
          <p:cNvSpPr>
            <a:spLocks xmlns:a="http://schemas.openxmlformats.org/drawingml/2006/main" noGrp="1"/>
          </p:cNvSpPr>
          <p:nvPr/>
        </p:nvSpPr>
        <p:spPr>
          <a:xfrm xmlns:a="http://schemas.openxmlformats.org/drawingml/2006/main">
            <a:off x="609600" y="6362700"/>
            <a:ext cx="971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975" b="0">
                <a:solidFill>
                  <a:srgbClr val="577078"/>
                </a:solidFill>
                <a:latin typeface="DejaVu Sans"/>
                <a:ea typeface="DejaVu Sans"/>
                <a:cs typeface="DejaVu Sans"/>
              </a:defRPr>
            </a:defPPr>
            <a:lvl1pPr algn="l">
              <a:defRPr sz="975" b="0">
                <a:solidFill>
                  <a:srgbClr val="577078"/>
                </a:solidFill>
                <a:latin typeface="DejaVu Sans"/>
                <a:ea typeface="DejaVu Sans"/>
                <a:cs typeface="DejaVu Sans"/>
              </a:defRPr>
            </a:lvl1pPr>
            <a:lvl2pPr algn="l">
              <a:defRPr sz="975" b="0">
                <a:solidFill>
                  <a:srgbClr val="577078"/>
                </a:solidFill>
                <a:latin typeface="DejaVu Sans"/>
                <a:ea typeface="DejaVu Sans"/>
                <a:cs typeface="DejaVu Sans"/>
              </a:defRPr>
            </a:lvl2pPr>
            <a:lvl3pPr algn="l">
              <a:defRPr sz="975" b="0">
                <a:solidFill>
                  <a:srgbClr val="577078"/>
                </a:solidFill>
                <a:latin typeface="DejaVu Sans"/>
                <a:ea typeface="DejaVu Sans"/>
                <a:cs typeface="DejaVu Sans"/>
              </a:defRPr>
            </a:lvl3pPr>
            <a:lvl4pPr algn="l">
              <a:defRPr sz="975" b="0">
                <a:solidFill>
                  <a:srgbClr val="577078"/>
                </a:solidFill>
                <a:latin typeface="DejaVu Sans"/>
                <a:ea typeface="DejaVu Sans"/>
                <a:cs typeface="DejaVu Sans"/>
              </a:defRPr>
            </a:lvl4pPr>
            <a:lvl5pPr algn="l">
              <a:defRPr sz="975" b="0">
                <a:solidFill>
                  <a:srgbClr val="577078"/>
                </a:solidFill>
                <a:latin typeface="DejaVu Sans"/>
                <a:ea typeface="DejaVu Sans"/>
                <a:cs typeface="DejaVu Sans"/>
              </a:defRPr>
            </a:lvl5pPr>
            <a:lvl6pPr algn="l">
              <a:defRPr sz="975" b="0">
                <a:solidFill>
                  <a:srgbClr val="577078"/>
                </a:solidFill>
                <a:latin typeface="DejaVu Sans"/>
                <a:ea typeface="DejaVu Sans"/>
                <a:cs typeface="DejaVu Sans"/>
              </a:defRPr>
            </a:lvl6pPr>
            <a:lvl7pPr algn="l">
              <a:defRPr sz="975" b="0">
                <a:solidFill>
                  <a:srgbClr val="577078"/>
                </a:solidFill>
                <a:latin typeface="DejaVu Sans"/>
                <a:ea typeface="DejaVu Sans"/>
                <a:cs typeface="DejaVu Sans"/>
              </a:defRPr>
            </a:lvl7pPr>
            <a:lvl8pPr algn="l">
              <a:defRPr sz="975" b="0">
                <a:solidFill>
                  <a:srgbClr val="577078"/>
                </a:solidFill>
                <a:latin typeface="DejaVu Sans"/>
                <a:ea typeface="DejaVu Sans"/>
                <a:cs typeface="DejaVu Sans"/>
              </a:defRPr>
            </a:lvl8pPr>
            <a:lvl9pPr algn="l">
              <a:defRPr sz="975" b="0">
                <a:solidFill>
                  <a:srgbClr val="577078"/>
                </a:solidFill>
                <a:latin typeface="DejaVu Sans"/>
                <a:ea typeface="DejaVu Sans"/>
                <a:cs typeface="DejaVu Sans"/>
              </a:defRPr>
            </a:lvl9pPr>
          </a:lstStyle>
          <a:p xmlns:a="http://schemas.openxmlformats.org/drawingml/2006/main">
            <a:pPr algn="l">
              <a:lnSpc>
                <a:spcPct val="112000"/>
              </a:lnSpc>
              <a:buNone/>
              <a:defRPr sz="975" b="0">
                <a:solidFill>
                  <a:srgbClr val="577078"/>
                </a:solidFill>
                <a:latin typeface="DejaVu Sans"/>
                <a:ea typeface="DejaVu Sans"/>
                <a:cs typeface="DejaVu Sans"/>
              </a:defRPr>
            </a:pPr>
            <a:r>
              <a:rPr sz="975" b="0">
                <a:solidFill>
                  <a:srgbClr val="577078"/>
                </a:solidFill>
                <a:latin typeface="DejaVu Sans"/>
                <a:ea typeface="DejaVu Sans"/>
                <a:cs typeface="DejaVu Sans"/>
              </a:rPr>
              <a:t>Sergio Gevatschnaider  ·  Sutton &amp; Barto</a:t>
            </a:r>
          </a:p>
        </p:txBody>
      </p:sp>
      <p:sp>
        <p:nvSpPr>
          <p:cNvPr id="7" name="text-4o9xpltnvo8">
            <a:extLst xmlns:a="http://schemas.openxmlformats.org/drawingml/2006/main">
              <a:ext uri="{FF2B5EF4-FFF2-40B4-BE49-F238E27FC236}">
                <a16:creationId xmlns:a16="http://schemas.microsoft.com/office/drawing/2014/main" id="{96F4961A-794A-45E9-B024-144CFFA10642}"/>
              </a:ext>
            </a:extLst>
          </p:cNvPr>
          <p:cNvSpPr>
            <a:spLocks xmlns:a="http://schemas.openxmlformats.org/drawingml/2006/main" noGrp="1"/>
          </p:cNvSpPr>
          <p:nvPr/>
        </p:nvSpPr>
        <p:spPr>
          <a:xfrm xmlns:a="http://schemas.openxmlformats.org/drawingml/2006/main">
            <a:off x="10934700" y="6296025"/>
            <a:ext cx="6477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725" b="1">
                <a:solidFill>
                  <a:srgbClr val="087D78"/>
                </a:solidFill>
                <a:latin typeface="DejaVu Sans"/>
                <a:ea typeface="DejaVu Sans"/>
                <a:cs typeface="DejaVu Sans"/>
              </a:defRPr>
            </a:defPPr>
            <a:lvl1pPr algn="r">
              <a:defRPr sz="1725" b="1">
                <a:solidFill>
                  <a:srgbClr val="087D78"/>
                </a:solidFill>
                <a:latin typeface="DejaVu Sans"/>
                <a:ea typeface="DejaVu Sans"/>
                <a:cs typeface="DejaVu Sans"/>
              </a:defRPr>
            </a:lvl1pPr>
            <a:lvl2pPr algn="r">
              <a:defRPr sz="1725" b="1">
                <a:solidFill>
                  <a:srgbClr val="087D78"/>
                </a:solidFill>
                <a:latin typeface="DejaVu Sans"/>
                <a:ea typeface="DejaVu Sans"/>
                <a:cs typeface="DejaVu Sans"/>
              </a:defRPr>
            </a:lvl2pPr>
            <a:lvl3pPr algn="r">
              <a:defRPr sz="1725" b="1">
                <a:solidFill>
                  <a:srgbClr val="087D78"/>
                </a:solidFill>
                <a:latin typeface="DejaVu Sans"/>
                <a:ea typeface="DejaVu Sans"/>
                <a:cs typeface="DejaVu Sans"/>
              </a:defRPr>
            </a:lvl3pPr>
            <a:lvl4pPr algn="r">
              <a:defRPr sz="1725" b="1">
                <a:solidFill>
                  <a:srgbClr val="087D78"/>
                </a:solidFill>
                <a:latin typeface="DejaVu Sans"/>
                <a:ea typeface="DejaVu Sans"/>
                <a:cs typeface="DejaVu Sans"/>
              </a:defRPr>
            </a:lvl4pPr>
            <a:lvl5pPr algn="r">
              <a:defRPr sz="1725" b="1">
                <a:solidFill>
                  <a:srgbClr val="087D78"/>
                </a:solidFill>
                <a:latin typeface="DejaVu Sans"/>
                <a:ea typeface="DejaVu Sans"/>
                <a:cs typeface="DejaVu Sans"/>
              </a:defRPr>
            </a:lvl5pPr>
            <a:lvl6pPr algn="r">
              <a:defRPr sz="1725" b="1">
                <a:solidFill>
                  <a:srgbClr val="087D78"/>
                </a:solidFill>
                <a:latin typeface="DejaVu Sans"/>
                <a:ea typeface="DejaVu Sans"/>
                <a:cs typeface="DejaVu Sans"/>
              </a:defRPr>
            </a:lvl6pPr>
            <a:lvl7pPr algn="r">
              <a:defRPr sz="1725" b="1">
                <a:solidFill>
                  <a:srgbClr val="087D78"/>
                </a:solidFill>
                <a:latin typeface="DejaVu Sans"/>
                <a:ea typeface="DejaVu Sans"/>
                <a:cs typeface="DejaVu Sans"/>
              </a:defRPr>
            </a:lvl7pPr>
            <a:lvl8pPr algn="r">
              <a:defRPr sz="1725" b="1">
                <a:solidFill>
                  <a:srgbClr val="087D78"/>
                </a:solidFill>
                <a:latin typeface="DejaVu Sans"/>
                <a:ea typeface="DejaVu Sans"/>
                <a:cs typeface="DejaVu Sans"/>
              </a:defRPr>
            </a:lvl8pPr>
            <a:lvl9pPr algn="r">
              <a:defRPr sz="1725" b="1">
                <a:solidFill>
                  <a:srgbClr val="087D78"/>
                </a:solidFill>
                <a:latin typeface="DejaVu Sans"/>
                <a:ea typeface="DejaVu Sans"/>
                <a:cs typeface="DejaVu Sans"/>
              </a:defRPr>
            </a:lvl9pPr>
          </a:lstStyle>
          <a:p xmlns:a="http://schemas.openxmlformats.org/drawingml/2006/main">
            <a:pPr algn="r">
              <a:lnSpc>
                <a:spcPct val="112000"/>
              </a:lnSpc>
              <a:buNone/>
              <a:defRPr sz="1725" b="1">
                <a:solidFill>
                  <a:srgbClr val="087D78"/>
                </a:solidFill>
                <a:latin typeface="DejaVu Sans"/>
                <a:ea typeface="DejaVu Sans"/>
                <a:cs typeface="DejaVu Sans"/>
              </a:defRPr>
            </a:pPr>
            <a:r>
              <a:rPr sz="1725" b="1">
                <a:solidFill>
                  <a:srgbClr val="087D78"/>
                </a:solidFill>
                <a:latin typeface="DejaVu Sans"/>
                <a:ea typeface="DejaVu Sans"/>
                <a:cs typeface="DejaVu Sans"/>
              </a:rPr>
              <a:t>20</a:t>
            </a:r>
          </a:p>
        </p:txBody>
      </p:sp>
      <p:sp>
        <p:nvSpPr>
          <p:cNvPr id="8" name="">
            <a:extLst xmlns:a="http://schemas.openxmlformats.org/drawingml/2006/main">
              <a:ext uri="{FF2B5EF4-FFF2-40B4-BE49-F238E27FC236}">
                <a16:creationId xmlns:a16="http://schemas.microsoft.com/office/drawing/2014/main" id="{97BDD341-9F6B-417B-9898-C8B68C41360E}"/>
              </a:ext>
            </a:extLst>
          </p:cNvPr>
          <p:cNvSpPr>
            <a:spLocks xmlns:a="http://schemas.openxmlformats.org/drawingml/2006/main" noGrp="1"/>
          </p:cNvSpPr>
          <p:nvPr/>
        </p:nvSpPr>
        <p:spPr>
          <a:xfrm xmlns:a="http://schemas.openxmlformats.org/drawingml/2006/main">
            <a:off x="609600" y="2571750"/>
            <a:ext cx="3479800" cy="3095625"/>
          </a:xfrm>
          <a:prstGeom xmlns:a="http://schemas.openxmlformats.org/drawingml/2006/main" prst="rect">
            <a:avLst/>
          </a:prstGeom>
          <a:solidFill xmlns:a="http://schemas.openxmlformats.org/drawingml/2006/main">
            <a:srgbClr val="FFFDFA"/>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5D102277-9152-4C29-ACA8-D6FA53A927EF}"/>
              </a:ext>
            </a:extLst>
          </p:cNvPr>
          <p:cNvSpPr>
            <a:spLocks xmlns:a="http://schemas.openxmlformats.org/drawingml/2006/main" noGrp="1"/>
          </p:cNvSpPr>
          <p:nvPr/>
        </p:nvSpPr>
        <p:spPr>
          <a:xfrm xmlns:a="http://schemas.openxmlformats.org/drawingml/2006/main">
            <a:off x="609600" y="2571750"/>
            <a:ext cx="38100" cy="3095625"/>
          </a:xfrm>
          <a:prstGeom xmlns:a="http://schemas.openxmlformats.org/drawingml/2006/main" prst="rect">
            <a:avLst/>
          </a:prstGeom>
          <a:solidFill xmlns:a="http://schemas.openxmlformats.org/drawingml/2006/main">
            <a:srgbClr val="087D78"/>
          </a:solidFill>
          <a:ln xmlns:a="http://schemas.openxmlformats.org/drawingml/2006/main" w="0">
            <a:noFill/>
            <a:prstDash val="solid"/>
          </a:ln>
        </p:spPr>
      </p:sp>
      <p:sp>
        <p:nvSpPr>
          <p:cNvPr id="10" name="text-vjec3f3jmep">
            <a:extLst xmlns:a="http://schemas.openxmlformats.org/drawingml/2006/main">
              <a:ext uri="{FF2B5EF4-FFF2-40B4-BE49-F238E27FC236}">
                <a16:creationId xmlns:a16="http://schemas.microsoft.com/office/drawing/2014/main" id="{E8D1292C-4FCE-4B8F-B8EB-FC05A5A1FA19}"/>
              </a:ext>
            </a:extLst>
          </p:cNvPr>
          <p:cNvSpPr>
            <a:spLocks xmlns:a="http://schemas.openxmlformats.org/drawingml/2006/main" noGrp="1"/>
          </p:cNvSpPr>
          <p:nvPr/>
        </p:nvSpPr>
        <p:spPr>
          <a:xfrm xmlns:a="http://schemas.openxmlformats.org/drawingml/2006/main">
            <a:off x="819150" y="2743200"/>
            <a:ext cx="30607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1">
                <a:solidFill>
                  <a:srgbClr val="10242B"/>
                </a:solidFill>
                <a:latin typeface="DejaVu Sans"/>
                <a:ea typeface="DejaVu Sans"/>
                <a:cs typeface="DejaVu Sans"/>
              </a:defRPr>
            </a:defPPr>
            <a:lvl1pPr algn="l">
              <a:defRPr sz="1800" b="1">
                <a:solidFill>
                  <a:srgbClr val="10242B"/>
                </a:solidFill>
                <a:latin typeface="DejaVu Sans"/>
                <a:ea typeface="DejaVu Sans"/>
                <a:cs typeface="DejaVu Sans"/>
              </a:defRPr>
            </a:lvl1pPr>
            <a:lvl2pPr algn="l">
              <a:defRPr sz="1800" b="1">
                <a:solidFill>
                  <a:srgbClr val="10242B"/>
                </a:solidFill>
                <a:latin typeface="DejaVu Sans"/>
                <a:ea typeface="DejaVu Sans"/>
                <a:cs typeface="DejaVu Sans"/>
              </a:defRPr>
            </a:lvl2pPr>
            <a:lvl3pPr algn="l">
              <a:defRPr sz="1800" b="1">
                <a:solidFill>
                  <a:srgbClr val="10242B"/>
                </a:solidFill>
                <a:latin typeface="DejaVu Sans"/>
                <a:ea typeface="DejaVu Sans"/>
                <a:cs typeface="DejaVu Sans"/>
              </a:defRPr>
            </a:lvl3pPr>
            <a:lvl4pPr algn="l">
              <a:defRPr sz="1800" b="1">
                <a:solidFill>
                  <a:srgbClr val="10242B"/>
                </a:solidFill>
                <a:latin typeface="DejaVu Sans"/>
                <a:ea typeface="DejaVu Sans"/>
                <a:cs typeface="DejaVu Sans"/>
              </a:defRPr>
            </a:lvl4pPr>
            <a:lvl5pPr algn="l">
              <a:defRPr sz="1800" b="1">
                <a:solidFill>
                  <a:srgbClr val="10242B"/>
                </a:solidFill>
                <a:latin typeface="DejaVu Sans"/>
                <a:ea typeface="DejaVu Sans"/>
                <a:cs typeface="DejaVu Sans"/>
              </a:defRPr>
            </a:lvl5pPr>
            <a:lvl6pPr algn="l">
              <a:defRPr sz="1800" b="1">
                <a:solidFill>
                  <a:srgbClr val="10242B"/>
                </a:solidFill>
                <a:latin typeface="DejaVu Sans"/>
                <a:ea typeface="DejaVu Sans"/>
                <a:cs typeface="DejaVu Sans"/>
              </a:defRPr>
            </a:lvl6pPr>
            <a:lvl7pPr algn="l">
              <a:defRPr sz="1800" b="1">
                <a:solidFill>
                  <a:srgbClr val="10242B"/>
                </a:solidFill>
                <a:latin typeface="DejaVu Sans"/>
                <a:ea typeface="DejaVu Sans"/>
                <a:cs typeface="DejaVu Sans"/>
              </a:defRPr>
            </a:lvl7pPr>
            <a:lvl8pPr algn="l">
              <a:defRPr sz="1800" b="1">
                <a:solidFill>
                  <a:srgbClr val="10242B"/>
                </a:solidFill>
                <a:latin typeface="DejaVu Sans"/>
                <a:ea typeface="DejaVu Sans"/>
                <a:cs typeface="DejaVu Sans"/>
              </a:defRPr>
            </a:lvl8pPr>
            <a:lvl9pPr algn="l">
              <a:defRPr sz="1800" b="1">
                <a:solidFill>
                  <a:srgbClr val="10242B"/>
                </a:solidFill>
                <a:latin typeface="DejaVu Sans"/>
                <a:ea typeface="DejaVu Sans"/>
                <a:cs typeface="DejaVu Sans"/>
              </a:defRPr>
            </a:lvl9pPr>
          </a:lstStyle>
          <a:p xmlns:a="http://schemas.openxmlformats.org/drawingml/2006/main">
            <a:pPr algn="l">
              <a:lnSpc>
                <a:spcPct val="112000"/>
              </a:lnSpc>
              <a:buNone/>
              <a:defRPr sz="1800" b="1">
                <a:solidFill>
                  <a:srgbClr val="10242B"/>
                </a:solidFill>
                <a:latin typeface="DejaVu Sans"/>
                <a:ea typeface="DejaVu Sans"/>
                <a:cs typeface="DejaVu Sans"/>
              </a:defRPr>
            </a:pPr>
            <a:r>
              <a:rPr sz="1800" b="1">
                <a:solidFill>
                  <a:srgbClr val="10242B"/>
                </a:solidFill>
                <a:latin typeface="DejaVu Sans"/>
                <a:ea typeface="DejaVu Sans"/>
                <a:cs typeface="DejaVu Sans"/>
              </a:rPr>
              <a:t>Incomplete signal</a:t>
            </a:r>
          </a:p>
        </p:txBody>
      </p:sp>
      <p:sp>
        <p:nvSpPr>
          <p:cNvPr id="11" name="text-pgyn1gn92qc">
            <a:extLst xmlns:a="http://schemas.openxmlformats.org/drawingml/2006/main">
              <a:ext uri="{FF2B5EF4-FFF2-40B4-BE49-F238E27FC236}">
                <a16:creationId xmlns:a16="http://schemas.microsoft.com/office/drawing/2014/main" id="{9243C555-03BC-496A-BAA0-9FAB8190BBDA}"/>
              </a:ext>
            </a:extLst>
          </p:cNvPr>
          <p:cNvSpPr>
            <a:spLocks xmlns:a="http://schemas.openxmlformats.org/drawingml/2006/main" noGrp="1"/>
          </p:cNvSpPr>
          <p:nvPr/>
        </p:nvSpPr>
        <p:spPr>
          <a:xfrm xmlns:a="http://schemas.openxmlformats.org/drawingml/2006/main">
            <a:off x="819150" y="3362325"/>
            <a:ext cx="3060700" cy="2219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577078"/>
                </a:solidFill>
                <a:latin typeface="DejaVu Sans"/>
                <a:ea typeface="DejaVu Sans"/>
                <a:cs typeface="DejaVu Sans"/>
              </a:defRPr>
            </a:defPPr>
            <a:lvl1pPr algn="l">
              <a:defRPr sz="1650" b="0">
                <a:solidFill>
                  <a:srgbClr val="577078"/>
                </a:solidFill>
                <a:latin typeface="DejaVu Sans"/>
                <a:ea typeface="DejaVu Sans"/>
                <a:cs typeface="DejaVu Sans"/>
              </a:defRPr>
            </a:lvl1pPr>
            <a:lvl2pPr algn="l">
              <a:defRPr sz="1650" b="0">
                <a:solidFill>
                  <a:srgbClr val="577078"/>
                </a:solidFill>
                <a:latin typeface="DejaVu Sans"/>
                <a:ea typeface="DejaVu Sans"/>
                <a:cs typeface="DejaVu Sans"/>
              </a:defRPr>
            </a:lvl2pPr>
            <a:lvl3pPr algn="l">
              <a:defRPr sz="1650" b="0">
                <a:solidFill>
                  <a:srgbClr val="577078"/>
                </a:solidFill>
                <a:latin typeface="DejaVu Sans"/>
                <a:ea typeface="DejaVu Sans"/>
                <a:cs typeface="DejaVu Sans"/>
              </a:defRPr>
            </a:lvl3pPr>
            <a:lvl4pPr algn="l">
              <a:defRPr sz="1650" b="0">
                <a:solidFill>
                  <a:srgbClr val="577078"/>
                </a:solidFill>
                <a:latin typeface="DejaVu Sans"/>
                <a:ea typeface="DejaVu Sans"/>
                <a:cs typeface="DejaVu Sans"/>
              </a:defRPr>
            </a:lvl4pPr>
            <a:lvl5pPr algn="l">
              <a:defRPr sz="1650" b="0">
                <a:solidFill>
                  <a:srgbClr val="577078"/>
                </a:solidFill>
                <a:latin typeface="DejaVu Sans"/>
                <a:ea typeface="DejaVu Sans"/>
                <a:cs typeface="DejaVu Sans"/>
              </a:defRPr>
            </a:lvl5pPr>
            <a:lvl6pPr algn="l">
              <a:defRPr sz="1650" b="0">
                <a:solidFill>
                  <a:srgbClr val="577078"/>
                </a:solidFill>
                <a:latin typeface="DejaVu Sans"/>
                <a:ea typeface="DejaVu Sans"/>
                <a:cs typeface="DejaVu Sans"/>
              </a:defRPr>
            </a:lvl6pPr>
            <a:lvl7pPr algn="l">
              <a:defRPr sz="1650" b="0">
                <a:solidFill>
                  <a:srgbClr val="577078"/>
                </a:solidFill>
                <a:latin typeface="DejaVu Sans"/>
                <a:ea typeface="DejaVu Sans"/>
                <a:cs typeface="DejaVu Sans"/>
              </a:defRPr>
            </a:lvl7pPr>
            <a:lvl8pPr algn="l">
              <a:defRPr sz="1650" b="0">
                <a:solidFill>
                  <a:srgbClr val="577078"/>
                </a:solidFill>
                <a:latin typeface="DejaVu Sans"/>
                <a:ea typeface="DejaVu Sans"/>
                <a:cs typeface="DejaVu Sans"/>
              </a:defRPr>
            </a:lvl8pPr>
            <a:lvl9pPr algn="l">
              <a:defRPr sz="1650" b="0">
                <a:solidFill>
                  <a:srgbClr val="577078"/>
                </a:solidFill>
                <a:latin typeface="DejaVu Sans"/>
                <a:ea typeface="DejaVu Sans"/>
                <a:cs typeface="DejaVu Sans"/>
              </a:defRPr>
            </a:lvl9pPr>
          </a:lstStyle>
          <a:p xmlns:a="http://schemas.openxmlformats.org/drawingml/2006/main">
            <a:pPr algn="l">
              <a:lnSpc>
                <a:spcPct val="112000"/>
              </a:lnSpc>
              <a:buNone/>
              <a:defRPr sz="1650" b="0">
                <a:solidFill>
                  <a:srgbClr val="577078"/>
                </a:solidFill>
                <a:latin typeface="DejaVu Sans"/>
                <a:ea typeface="DejaVu Sans"/>
                <a:cs typeface="DejaVu Sans"/>
              </a:defRPr>
            </a:pPr>
            <a:r>
              <a:rPr sz="1650" b="0">
                <a:solidFill>
                  <a:srgbClr val="577078"/>
                </a:solidFill>
                <a:latin typeface="DejaVu Sans"/>
                <a:ea typeface="DejaVu Sans"/>
                <a:cs typeface="DejaVu Sans"/>
              </a:rPr>
              <a:t>Rewarding moved boxes may encourage damaged boxes.</a:t>
            </a:r>
          </a:p>
        </p:txBody>
      </p:sp>
      <p:sp>
        <p:nvSpPr>
          <p:cNvPr id="12" name="">
            <a:extLst xmlns:a="http://schemas.openxmlformats.org/drawingml/2006/main">
              <a:ext uri="{FF2B5EF4-FFF2-40B4-BE49-F238E27FC236}">
                <a16:creationId xmlns:a16="http://schemas.microsoft.com/office/drawing/2014/main" id="{CC2DC84C-EC44-4E19-8B08-B5A8D9E80D71}"/>
              </a:ext>
            </a:extLst>
          </p:cNvPr>
          <p:cNvSpPr>
            <a:spLocks xmlns:a="http://schemas.openxmlformats.org/drawingml/2006/main" noGrp="1"/>
          </p:cNvSpPr>
          <p:nvPr/>
        </p:nvSpPr>
        <p:spPr>
          <a:xfrm xmlns:a="http://schemas.openxmlformats.org/drawingml/2006/main">
            <a:off x="4356100" y="2571750"/>
            <a:ext cx="3479800" cy="3095625"/>
          </a:xfrm>
          <a:prstGeom xmlns:a="http://schemas.openxmlformats.org/drawingml/2006/main" prst="rect">
            <a:avLst/>
          </a:prstGeom>
          <a:solidFill xmlns:a="http://schemas.openxmlformats.org/drawingml/2006/main">
            <a:srgbClr val="FFFDFA"/>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8E804CE9-B1D3-403F-B88A-A06FBD0BE36C}"/>
              </a:ext>
            </a:extLst>
          </p:cNvPr>
          <p:cNvSpPr>
            <a:spLocks xmlns:a="http://schemas.openxmlformats.org/drawingml/2006/main" noGrp="1"/>
          </p:cNvSpPr>
          <p:nvPr/>
        </p:nvSpPr>
        <p:spPr>
          <a:xfrm xmlns:a="http://schemas.openxmlformats.org/drawingml/2006/main">
            <a:off x="4356100" y="2571750"/>
            <a:ext cx="38100" cy="3095625"/>
          </a:xfrm>
          <a:prstGeom xmlns:a="http://schemas.openxmlformats.org/drawingml/2006/main" prst="rect">
            <a:avLst/>
          </a:prstGeom>
          <a:solidFill xmlns:a="http://schemas.openxmlformats.org/drawingml/2006/main">
            <a:srgbClr val="D64136"/>
          </a:solidFill>
          <a:ln xmlns:a="http://schemas.openxmlformats.org/drawingml/2006/main" w="0">
            <a:noFill/>
            <a:prstDash val="solid"/>
          </a:ln>
        </p:spPr>
      </p:sp>
      <p:sp>
        <p:nvSpPr>
          <p:cNvPr id="14" name="text-tfcwsq0kbio">
            <a:extLst xmlns:a="http://schemas.openxmlformats.org/drawingml/2006/main">
              <a:ext uri="{FF2B5EF4-FFF2-40B4-BE49-F238E27FC236}">
                <a16:creationId xmlns:a16="http://schemas.microsoft.com/office/drawing/2014/main" id="{614367EB-1C5E-45A3-A9FB-3EF277049D01}"/>
              </a:ext>
            </a:extLst>
          </p:cNvPr>
          <p:cNvSpPr>
            <a:spLocks xmlns:a="http://schemas.openxmlformats.org/drawingml/2006/main" noGrp="1"/>
          </p:cNvSpPr>
          <p:nvPr/>
        </p:nvSpPr>
        <p:spPr>
          <a:xfrm xmlns:a="http://schemas.openxmlformats.org/drawingml/2006/main">
            <a:off x="4565650" y="2743200"/>
            <a:ext cx="30607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1">
                <a:solidFill>
                  <a:srgbClr val="10242B"/>
                </a:solidFill>
                <a:latin typeface="DejaVu Sans"/>
                <a:ea typeface="DejaVu Sans"/>
                <a:cs typeface="DejaVu Sans"/>
              </a:defRPr>
            </a:defPPr>
            <a:lvl1pPr algn="l">
              <a:defRPr sz="1800" b="1">
                <a:solidFill>
                  <a:srgbClr val="10242B"/>
                </a:solidFill>
                <a:latin typeface="DejaVu Sans"/>
                <a:ea typeface="DejaVu Sans"/>
                <a:cs typeface="DejaVu Sans"/>
              </a:defRPr>
            </a:lvl1pPr>
            <a:lvl2pPr algn="l">
              <a:defRPr sz="1800" b="1">
                <a:solidFill>
                  <a:srgbClr val="10242B"/>
                </a:solidFill>
                <a:latin typeface="DejaVu Sans"/>
                <a:ea typeface="DejaVu Sans"/>
                <a:cs typeface="DejaVu Sans"/>
              </a:defRPr>
            </a:lvl2pPr>
            <a:lvl3pPr algn="l">
              <a:defRPr sz="1800" b="1">
                <a:solidFill>
                  <a:srgbClr val="10242B"/>
                </a:solidFill>
                <a:latin typeface="DejaVu Sans"/>
                <a:ea typeface="DejaVu Sans"/>
                <a:cs typeface="DejaVu Sans"/>
              </a:defRPr>
            </a:lvl3pPr>
            <a:lvl4pPr algn="l">
              <a:defRPr sz="1800" b="1">
                <a:solidFill>
                  <a:srgbClr val="10242B"/>
                </a:solidFill>
                <a:latin typeface="DejaVu Sans"/>
                <a:ea typeface="DejaVu Sans"/>
                <a:cs typeface="DejaVu Sans"/>
              </a:defRPr>
            </a:lvl4pPr>
            <a:lvl5pPr algn="l">
              <a:defRPr sz="1800" b="1">
                <a:solidFill>
                  <a:srgbClr val="10242B"/>
                </a:solidFill>
                <a:latin typeface="DejaVu Sans"/>
                <a:ea typeface="DejaVu Sans"/>
                <a:cs typeface="DejaVu Sans"/>
              </a:defRPr>
            </a:lvl5pPr>
            <a:lvl6pPr algn="l">
              <a:defRPr sz="1800" b="1">
                <a:solidFill>
                  <a:srgbClr val="10242B"/>
                </a:solidFill>
                <a:latin typeface="DejaVu Sans"/>
                <a:ea typeface="DejaVu Sans"/>
                <a:cs typeface="DejaVu Sans"/>
              </a:defRPr>
            </a:lvl6pPr>
            <a:lvl7pPr algn="l">
              <a:defRPr sz="1800" b="1">
                <a:solidFill>
                  <a:srgbClr val="10242B"/>
                </a:solidFill>
                <a:latin typeface="DejaVu Sans"/>
                <a:ea typeface="DejaVu Sans"/>
                <a:cs typeface="DejaVu Sans"/>
              </a:defRPr>
            </a:lvl7pPr>
            <a:lvl8pPr algn="l">
              <a:defRPr sz="1800" b="1">
                <a:solidFill>
                  <a:srgbClr val="10242B"/>
                </a:solidFill>
                <a:latin typeface="DejaVu Sans"/>
                <a:ea typeface="DejaVu Sans"/>
                <a:cs typeface="DejaVu Sans"/>
              </a:defRPr>
            </a:lvl8pPr>
            <a:lvl9pPr algn="l">
              <a:defRPr sz="1800" b="1">
                <a:solidFill>
                  <a:srgbClr val="10242B"/>
                </a:solidFill>
                <a:latin typeface="DejaVu Sans"/>
                <a:ea typeface="DejaVu Sans"/>
                <a:cs typeface="DejaVu Sans"/>
              </a:defRPr>
            </a:lvl9pPr>
          </a:lstStyle>
          <a:p xmlns:a="http://schemas.openxmlformats.org/drawingml/2006/main">
            <a:pPr algn="l">
              <a:lnSpc>
                <a:spcPct val="112000"/>
              </a:lnSpc>
              <a:buNone/>
              <a:defRPr sz="1800" b="1">
                <a:solidFill>
                  <a:srgbClr val="10242B"/>
                </a:solidFill>
                <a:latin typeface="DejaVu Sans"/>
                <a:ea typeface="DejaVu Sans"/>
                <a:cs typeface="DejaVu Sans"/>
              </a:defRPr>
            </a:pPr>
            <a:r>
              <a:rPr sz="1800" b="1">
                <a:solidFill>
                  <a:srgbClr val="10242B"/>
                </a:solidFill>
                <a:latin typeface="DejaVu Sans"/>
                <a:ea typeface="DejaVu Sans"/>
                <a:cs typeface="DejaVu Sans"/>
              </a:rPr>
              <a:t>Operational objective</a:t>
            </a:r>
          </a:p>
        </p:txBody>
      </p:sp>
      <p:sp>
        <p:nvSpPr>
          <p:cNvPr id="15" name="text-ik21aqfeqb">
            <a:extLst xmlns:a="http://schemas.openxmlformats.org/drawingml/2006/main">
              <a:ext uri="{FF2B5EF4-FFF2-40B4-BE49-F238E27FC236}">
                <a16:creationId xmlns:a16="http://schemas.microsoft.com/office/drawing/2014/main" id="{906047F8-2B11-4750-A2A6-E93E30B0A549}"/>
              </a:ext>
            </a:extLst>
          </p:cNvPr>
          <p:cNvSpPr>
            <a:spLocks xmlns:a="http://schemas.openxmlformats.org/drawingml/2006/main" noGrp="1"/>
          </p:cNvSpPr>
          <p:nvPr/>
        </p:nvSpPr>
        <p:spPr>
          <a:xfrm xmlns:a="http://schemas.openxmlformats.org/drawingml/2006/main">
            <a:off x="4565650" y="3362325"/>
            <a:ext cx="3060700" cy="2219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577078"/>
                </a:solidFill>
                <a:latin typeface="DejaVu Sans"/>
                <a:ea typeface="DejaVu Sans"/>
                <a:cs typeface="DejaVu Sans"/>
              </a:defRPr>
            </a:defPPr>
            <a:lvl1pPr algn="l">
              <a:defRPr sz="1650" b="0">
                <a:solidFill>
                  <a:srgbClr val="577078"/>
                </a:solidFill>
                <a:latin typeface="DejaVu Sans"/>
                <a:ea typeface="DejaVu Sans"/>
                <a:cs typeface="DejaVu Sans"/>
              </a:defRPr>
            </a:lvl1pPr>
            <a:lvl2pPr algn="l">
              <a:defRPr sz="1650" b="0">
                <a:solidFill>
                  <a:srgbClr val="577078"/>
                </a:solidFill>
                <a:latin typeface="DejaVu Sans"/>
                <a:ea typeface="DejaVu Sans"/>
                <a:cs typeface="DejaVu Sans"/>
              </a:defRPr>
            </a:lvl2pPr>
            <a:lvl3pPr algn="l">
              <a:defRPr sz="1650" b="0">
                <a:solidFill>
                  <a:srgbClr val="577078"/>
                </a:solidFill>
                <a:latin typeface="DejaVu Sans"/>
                <a:ea typeface="DejaVu Sans"/>
                <a:cs typeface="DejaVu Sans"/>
              </a:defRPr>
            </a:lvl3pPr>
            <a:lvl4pPr algn="l">
              <a:defRPr sz="1650" b="0">
                <a:solidFill>
                  <a:srgbClr val="577078"/>
                </a:solidFill>
                <a:latin typeface="DejaVu Sans"/>
                <a:ea typeface="DejaVu Sans"/>
                <a:cs typeface="DejaVu Sans"/>
              </a:defRPr>
            </a:lvl4pPr>
            <a:lvl5pPr algn="l">
              <a:defRPr sz="1650" b="0">
                <a:solidFill>
                  <a:srgbClr val="577078"/>
                </a:solidFill>
                <a:latin typeface="DejaVu Sans"/>
                <a:ea typeface="DejaVu Sans"/>
                <a:cs typeface="DejaVu Sans"/>
              </a:defRPr>
            </a:lvl5pPr>
            <a:lvl6pPr algn="l">
              <a:defRPr sz="1650" b="0">
                <a:solidFill>
                  <a:srgbClr val="577078"/>
                </a:solidFill>
                <a:latin typeface="DejaVu Sans"/>
                <a:ea typeface="DejaVu Sans"/>
                <a:cs typeface="DejaVu Sans"/>
              </a:defRPr>
            </a:lvl6pPr>
            <a:lvl7pPr algn="l">
              <a:defRPr sz="1650" b="0">
                <a:solidFill>
                  <a:srgbClr val="577078"/>
                </a:solidFill>
                <a:latin typeface="DejaVu Sans"/>
                <a:ea typeface="DejaVu Sans"/>
                <a:cs typeface="DejaVu Sans"/>
              </a:defRPr>
            </a:lvl7pPr>
            <a:lvl8pPr algn="l">
              <a:defRPr sz="1650" b="0">
                <a:solidFill>
                  <a:srgbClr val="577078"/>
                </a:solidFill>
                <a:latin typeface="DejaVu Sans"/>
                <a:ea typeface="DejaVu Sans"/>
                <a:cs typeface="DejaVu Sans"/>
              </a:defRPr>
            </a:lvl8pPr>
            <a:lvl9pPr algn="l">
              <a:defRPr sz="1650" b="0">
                <a:solidFill>
                  <a:srgbClr val="577078"/>
                </a:solidFill>
                <a:latin typeface="DejaVu Sans"/>
                <a:ea typeface="DejaVu Sans"/>
                <a:cs typeface="DejaVu Sans"/>
              </a:defRPr>
            </a:lvl9pPr>
          </a:lstStyle>
          <a:p xmlns:a="http://schemas.openxmlformats.org/drawingml/2006/main">
            <a:pPr algn="l">
              <a:lnSpc>
                <a:spcPct val="112000"/>
              </a:lnSpc>
              <a:buNone/>
              <a:defRPr sz="1650" b="0">
                <a:solidFill>
                  <a:srgbClr val="577078"/>
                </a:solidFill>
                <a:latin typeface="DejaVu Sans"/>
                <a:ea typeface="DejaVu Sans"/>
                <a:cs typeface="DejaVu Sans"/>
              </a:defRPr>
            </a:pPr>
            <a:r>
              <a:rPr sz="1650" b="0">
                <a:solidFill>
                  <a:srgbClr val="577078"/>
                </a:solidFill>
                <a:latin typeface="DejaVu Sans"/>
                <a:ea typeface="DejaVu Sans"/>
                <a:cs typeface="DejaVu Sans"/>
              </a:rPr>
              <a:t>Count correct deliveries with verified quality.</a:t>
            </a:r>
          </a:p>
        </p:txBody>
      </p:sp>
      <p:sp>
        <p:nvSpPr>
          <p:cNvPr id="16" name="">
            <a:extLst xmlns:a="http://schemas.openxmlformats.org/drawingml/2006/main">
              <a:ext uri="{FF2B5EF4-FFF2-40B4-BE49-F238E27FC236}">
                <a16:creationId xmlns:a16="http://schemas.microsoft.com/office/drawing/2014/main" id="{8838D183-5146-4F51-8F37-A749660E9FF9}"/>
              </a:ext>
            </a:extLst>
          </p:cNvPr>
          <p:cNvSpPr>
            <a:spLocks xmlns:a="http://schemas.openxmlformats.org/drawingml/2006/main" noGrp="1"/>
          </p:cNvSpPr>
          <p:nvPr/>
        </p:nvSpPr>
        <p:spPr>
          <a:xfrm xmlns:a="http://schemas.openxmlformats.org/drawingml/2006/main">
            <a:off x="8102600" y="2571750"/>
            <a:ext cx="3479800" cy="3095625"/>
          </a:xfrm>
          <a:prstGeom xmlns:a="http://schemas.openxmlformats.org/drawingml/2006/main" prst="rect">
            <a:avLst/>
          </a:prstGeom>
          <a:solidFill xmlns:a="http://schemas.openxmlformats.org/drawingml/2006/main">
            <a:srgbClr val="FFFDFA"/>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FF4E8623-034D-42C9-9542-1E221F26973B}"/>
              </a:ext>
            </a:extLst>
          </p:cNvPr>
          <p:cNvSpPr>
            <a:spLocks xmlns:a="http://schemas.openxmlformats.org/drawingml/2006/main" noGrp="1"/>
          </p:cNvSpPr>
          <p:nvPr/>
        </p:nvSpPr>
        <p:spPr>
          <a:xfrm xmlns:a="http://schemas.openxmlformats.org/drawingml/2006/main">
            <a:off x="8102600" y="2571750"/>
            <a:ext cx="38100" cy="3095625"/>
          </a:xfrm>
          <a:prstGeom xmlns:a="http://schemas.openxmlformats.org/drawingml/2006/main" prst="rect">
            <a:avLst/>
          </a:prstGeom>
          <a:solidFill xmlns:a="http://schemas.openxmlformats.org/drawingml/2006/main">
            <a:srgbClr val="E5B64B"/>
          </a:solidFill>
          <a:ln xmlns:a="http://schemas.openxmlformats.org/drawingml/2006/main" w="0">
            <a:noFill/>
            <a:prstDash val="solid"/>
          </a:ln>
        </p:spPr>
      </p:sp>
      <p:sp>
        <p:nvSpPr>
          <p:cNvPr id="18" name="text-kebsjgc85ge">
            <a:extLst xmlns:a="http://schemas.openxmlformats.org/drawingml/2006/main">
              <a:ext uri="{FF2B5EF4-FFF2-40B4-BE49-F238E27FC236}">
                <a16:creationId xmlns:a16="http://schemas.microsoft.com/office/drawing/2014/main" id="{D998961F-9C9A-459B-8F55-B5072B206663}"/>
              </a:ext>
            </a:extLst>
          </p:cNvPr>
          <p:cNvSpPr>
            <a:spLocks xmlns:a="http://schemas.openxmlformats.org/drawingml/2006/main" noGrp="1"/>
          </p:cNvSpPr>
          <p:nvPr/>
        </p:nvSpPr>
        <p:spPr>
          <a:xfrm xmlns:a="http://schemas.openxmlformats.org/drawingml/2006/main">
            <a:off x="8312150" y="2743200"/>
            <a:ext cx="30607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1">
                <a:solidFill>
                  <a:srgbClr val="10242B"/>
                </a:solidFill>
                <a:latin typeface="DejaVu Sans"/>
                <a:ea typeface="DejaVu Sans"/>
                <a:cs typeface="DejaVu Sans"/>
              </a:defRPr>
            </a:defPPr>
            <a:lvl1pPr algn="l">
              <a:defRPr sz="1800" b="1">
                <a:solidFill>
                  <a:srgbClr val="10242B"/>
                </a:solidFill>
                <a:latin typeface="DejaVu Sans"/>
                <a:ea typeface="DejaVu Sans"/>
                <a:cs typeface="DejaVu Sans"/>
              </a:defRPr>
            </a:lvl1pPr>
            <a:lvl2pPr algn="l">
              <a:defRPr sz="1800" b="1">
                <a:solidFill>
                  <a:srgbClr val="10242B"/>
                </a:solidFill>
                <a:latin typeface="DejaVu Sans"/>
                <a:ea typeface="DejaVu Sans"/>
                <a:cs typeface="DejaVu Sans"/>
              </a:defRPr>
            </a:lvl2pPr>
            <a:lvl3pPr algn="l">
              <a:defRPr sz="1800" b="1">
                <a:solidFill>
                  <a:srgbClr val="10242B"/>
                </a:solidFill>
                <a:latin typeface="DejaVu Sans"/>
                <a:ea typeface="DejaVu Sans"/>
                <a:cs typeface="DejaVu Sans"/>
              </a:defRPr>
            </a:lvl3pPr>
            <a:lvl4pPr algn="l">
              <a:defRPr sz="1800" b="1">
                <a:solidFill>
                  <a:srgbClr val="10242B"/>
                </a:solidFill>
                <a:latin typeface="DejaVu Sans"/>
                <a:ea typeface="DejaVu Sans"/>
                <a:cs typeface="DejaVu Sans"/>
              </a:defRPr>
            </a:lvl4pPr>
            <a:lvl5pPr algn="l">
              <a:defRPr sz="1800" b="1">
                <a:solidFill>
                  <a:srgbClr val="10242B"/>
                </a:solidFill>
                <a:latin typeface="DejaVu Sans"/>
                <a:ea typeface="DejaVu Sans"/>
                <a:cs typeface="DejaVu Sans"/>
              </a:defRPr>
            </a:lvl5pPr>
            <a:lvl6pPr algn="l">
              <a:defRPr sz="1800" b="1">
                <a:solidFill>
                  <a:srgbClr val="10242B"/>
                </a:solidFill>
                <a:latin typeface="DejaVu Sans"/>
                <a:ea typeface="DejaVu Sans"/>
                <a:cs typeface="DejaVu Sans"/>
              </a:defRPr>
            </a:lvl6pPr>
            <a:lvl7pPr algn="l">
              <a:defRPr sz="1800" b="1">
                <a:solidFill>
                  <a:srgbClr val="10242B"/>
                </a:solidFill>
                <a:latin typeface="DejaVu Sans"/>
                <a:ea typeface="DejaVu Sans"/>
                <a:cs typeface="DejaVu Sans"/>
              </a:defRPr>
            </a:lvl7pPr>
            <a:lvl8pPr algn="l">
              <a:defRPr sz="1800" b="1">
                <a:solidFill>
                  <a:srgbClr val="10242B"/>
                </a:solidFill>
                <a:latin typeface="DejaVu Sans"/>
                <a:ea typeface="DejaVu Sans"/>
                <a:cs typeface="DejaVu Sans"/>
              </a:defRPr>
            </a:lvl8pPr>
            <a:lvl9pPr algn="l">
              <a:defRPr sz="1800" b="1">
                <a:solidFill>
                  <a:srgbClr val="10242B"/>
                </a:solidFill>
                <a:latin typeface="DejaVu Sans"/>
                <a:ea typeface="DejaVu Sans"/>
                <a:cs typeface="DejaVu Sans"/>
              </a:defRPr>
            </a:lvl9pPr>
          </a:lstStyle>
          <a:p xmlns:a="http://schemas.openxmlformats.org/drawingml/2006/main">
            <a:pPr algn="l">
              <a:lnSpc>
                <a:spcPct val="112000"/>
              </a:lnSpc>
              <a:buNone/>
              <a:defRPr sz="1800" b="1">
                <a:solidFill>
                  <a:srgbClr val="10242B"/>
                </a:solidFill>
                <a:latin typeface="DejaVu Sans"/>
                <a:ea typeface="DejaVu Sans"/>
                <a:cs typeface="DejaVu Sans"/>
              </a:defRPr>
            </a:pPr>
            <a:r>
              <a:rPr sz="1800" b="1">
                <a:solidFill>
                  <a:srgbClr val="10242B"/>
                </a:solidFill>
                <a:latin typeface="DejaVu Sans"/>
                <a:ea typeface="DejaVu Sans"/>
                <a:cs typeface="DejaVu Sans"/>
              </a:rPr>
              <a:t>Constraints</a:t>
            </a:r>
          </a:p>
        </p:txBody>
      </p:sp>
      <p:sp>
        <p:nvSpPr>
          <p:cNvPr id="19" name="text-v1ufjpdhfcb">
            <a:extLst xmlns:a="http://schemas.openxmlformats.org/drawingml/2006/main">
              <a:ext uri="{FF2B5EF4-FFF2-40B4-BE49-F238E27FC236}">
                <a16:creationId xmlns:a16="http://schemas.microsoft.com/office/drawing/2014/main" id="{44164115-766A-4616-A7BC-A3275436B457}"/>
              </a:ext>
            </a:extLst>
          </p:cNvPr>
          <p:cNvSpPr>
            <a:spLocks xmlns:a="http://schemas.openxmlformats.org/drawingml/2006/main" noGrp="1"/>
          </p:cNvSpPr>
          <p:nvPr/>
        </p:nvSpPr>
        <p:spPr>
          <a:xfrm xmlns:a="http://schemas.openxmlformats.org/drawingml/2006/main">
            <a:off x="8312150" y="3362325"/>
            <a:ext cx="3060700" cy="2219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577078"/>
                </a:solidFill>
                <a:latin typeface="DejaVu Sans"/>
                <a:ea typeface="DejaVu Sans"/>
                <a:cs typeface="DejaVu Sans"/>
              </a:defRPr>
            </a:defPPr>
            <a:lvl1pPr algn="l">
              <a:defRPr sz="1650" b="0">
                <a:solidFill>
                  <a:srgbClr val="577078"/>
                </a:solidFill>
                <a:latin typeface="DejaVu Sans"/>
                <a:ea typeface="DejaVu Sans"/>
                <a:cs typeface="DejaVu Sans"/>
              </a:defRPr>
            </a:lvl1pPr>
            <a:lvl2pPr algn="l">
              <a:defRPr sz="1650" b="0">
                <a:solidFill>
                  <a:srgbClr val="577078"/>
                </a:solidFill>
                <a:latin typeface="DejaVu Sans"/>
                <a:ea typeface="DejaVu Sans"/>
                <a:cs typeface="DejaVu Sans"/>
              </a:defRPr>
            </a:lvl2pPr>
            <a:lvl3pPr algn="l">
              <a:defRPr sz="1650" b="0">
                <a:solidFill>
                  <a:srgbClr val="577078"/>
                </a:solidFill>
                <a:latin typeface="DejaVu Sans"/>
                <a:ea typeface="DejaVu Sans"/>
                <a:cs typeface="DejaVu Sans"/>
              </a:defRPr>
            </a:lvl3pPr>
            <a:lvl4pPr algn="l">
              <a:defRPr sz="1650" b="0">
                <a:solidFill>
                  <a:srgbClr val="577078"/>
                </a:solidFill>
                <a:latin typeface="DejaVu Sans"/>
                <a:ea typeface="DejaVu Sans"/>
                <a:cs typeface="DejaVu Sans"/>
              </a:defRPr>
            </a:lvl4pPr>
            <a:lvl5pPr algn="l">
              <a:defRPr sz="1650" b="0">
                <a:solidFill>
                  <a:srgbClr val="577078"/>
                </a:solidFill>
                <a:latin typeface="DejaVu Sans"/>
                <a:ea typeface="DejaVu Sans"/>
                <a:cs typeface="DejaVu Sans"/>
              </a:defRPr>
            </a:lvl5pPr>
            <a:lvl6pPr algn="l">
              <a:defRPr sz="1650" b="0">
                <a:solidFill>
                  <a:srgbClr val="577078"/>
                </a:solidFill>
                <a:latin typeface="DejaVu Sans"/>
                <a:ea typeface="DejaVu Sans"/>
                <a:cs typeface="DejaVu Sans"/>
              </a:defRPr>
            </a:lvl6pPr>
            <a:lvl7pPr algn="l">
              <a:defRPr sz="1650" b="0">
                <a:solidFill>
                  <a:srgbClr val="577078"/>
                </a:solidFill>
                <a:latin typeface="DejaVu Sans"/>
                <a:ea typeface="DejaVu Sans"/>
                <a:cs typeface="DejaVu Sans"/>
              </a:defRPr>
            </a:lvl7pPr>
            <a:lvl8pPr algn="l">
              <a:defRPr sz="1650" b="0">
                <a:solidFill>
                  <a:srgbClr val="577078"/>
                </a:solidFill>
                <a:latin typeface="DejaVu Sans"/>
                <a:ea typeface="DejaVu Sans"/>
                <a:cs typeface="DejaVu Sans"/>
              </a:defRPr>
            </a:lvl8pPr>
            <a:lvl9pPr algn="l">
              <a:defRPr sz="1650" b="0">
                <a:solidFill>
                  <a:srgbClr val="577078"/>
                </a:solidFill>
                <a:latin typeface="DejaVu Sans"/>
                <a:ea typeface="DejaVu Sans"/>
                <a:cs typeface="DejaVu Sans"/>
              </a:defRPr>
            </a:lvl9pPr>
          </a:lstStyle>
          <a:p xmlns:a="http://schemas.openxmlformats.org/drawingml/2006/main">
            <a:pPr algn="l">
              <a:lnSpc>
                <a:spcPct val="112000"/>
              </a:lnSpc>
              <a:buNone/>
              <a:defRPr sz="1650" b="0">
                <a:solidFill>
                  <a:srgbClr val="577078"/>
                </a:solidFill>
                <a:latin typeface="DejaVu Sans"/>
                <a:ea typeface="DejaVu Sans"/>
                <a:cs typeface="DejaVu Sans"/>
              </a:defRPr>
            </a:pPr>
            <a:r>
              <a:rPr sz="1650" b="0">
                <a:solidFill>
                  <a:srgbClr val="577078"/>
                </a:solidFill>
                <a:latin typeface="DejaVu Sans"/>
                <a:ea typeface="DejaVu Sans"/>
                <a:cs typeface="DejaVu Sans"/>
              </a:rPr>
              <a:t>Maintain force limits, operating zones and stopping conditions.</a:t>
            </a:r>
          </a:p>
        </p:txBody>
      </p:sp>
    </p:spTree>
    <p:extLst>
      <p:ext uri="{BB962C8B-B14F-4D97-AF65-F5344CB8AC3E}">
        <p14:creationId xmlns:p14="http://schemas.microsoft.com/office/powerpoint/2010/main" val="1540722611"/>
      </p:ext>
    </p:extLst>
  </p:cSld>
</p:sld>
</file>

<file path=ppt/slides/slide21.xml><?xml version="1.0" encoding="utf-8"?>
<p:sld xmlns:p="http://schemas.openxmlformats.org/presentationml/2006/main">
  <p:cSld>
    <p:bg>
      <p:bgPr>
        <a:solidFill xmlns:a="http://schemas.openxmlformats.org/drawingml/2006/main">
          <a:srgbClr val="071923"/>
        </a:solidFill>
      </p:bgPr>
    </p:bg>
    <p:spTree>
      <p:nvGrpSpPr>
        <p:cNvPr id="1" name=""/>
        <p:cNvGrpSpPr/>
        <p:nvPr/>
      </p:nvGrpSpPr>
      <p:grpSpPr>
        <a:xfrm xmlns:a="http://schemas.openxmlformats.org/drawingml/2006/main"/>
      </p:grpSpPr>
      <p:sp>
        <p:nvSpPr>
          <p:cNvPr id="27" name="">
            <a:extLst xmlns:a="http://schemas.openxmlformats.org/drawingml/2006/main">
              <a:ext uri="{FF2B5EF4-FFF2-40B4-BE49-F238E27FC236}">
                <a16:creationId xmlns:a16="http://schemas.microsoft.com/office/drawing/2014/main" id="{976D632B-F5F8-4495-ABC2-02C124DA5894}"/>
              </a:ext>
            </a:extLst>
          </p:cNvPr>
          <p:cNvSpPr>
            <a:spLocks xmlns:a="http://schemas.openxmlformats.org/drawingml/2006/main" noGrp="1"/>
          </p:cNvSpPr>
          <p:nvPr/>
        </p:nvSpPr>
        <p:spPr>
          <a:xfrm xmlns:a="http://schemas.openxmlformats.org/drawingml/2006/main">
            <a:off x="609600" y="323850"/>
            <a:ext cx="495300" cy="47625"/>
          </a:xfrm>
          <a:prstGeom xmlns:a="http://schemas.openxmlformats.org/drawingml/2006/main" prst="rect">
            <a:avLst/>
          </a:prstGeom>
          <a:solidFill xmlns:a="http://schemas.openxmlformats.org/drawingml/2006/main">
            <a:srgbClr val="D64136"/>
          </a:solidFill>
          <a:ln xmlns:a="http://schemas.openxmlformats.org/drawingml/2006/main" w="0">
            <a:noFill/>
            <a:prstDash val="solid"/>
          </a:ln>
        </p:spPr>
      </p:sp>
      <p:sp>
        <p:nvSpPr>
          <p:cNvPr id="2" name="text-fnsvqvsg5u9">
            <a:extLst xmlns:a="http://schemas.openxmlformats.org/drawingml/2006/main">
              <a:ext uri="{FF2B5EF4-FFF2-40B4-BE49-F238E27FC236}">
                <a16:creationId xmlns:a16="http://schemas.microsoft.com/office/drawing/2014/main" id="{5288711F-EDE1-4A97-96F7-A1801C8C767D}"/>
              </a:ext>
            </a:extLst>
          </p:cNvPr>
          <p:cNvSpPr>
            <a:spLocks xmlns:a="http://schemas.openxmlformats.org/drawingml/2006/main" noGrp="1"/>
          </p:cNvSpPr>
          <p:nvPr/>
        </p:nvSpPr>
        <p:spPr>
          <a:xfrm xmlns:a="http://schemas.openxmlformats.org/drawingml/2006/main">
            <a:off x="1257300" y="247650"/>
            <a:ext cx="809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50" b="1">
                <a:solidFill>
                  <a:srgbClr val="62D6C9"/>
                </a:solidFill>
                <a:latin typeface="DejaVu Sans"/>
                <a:ea typeface="DejaVu Sans"/>
                <a:cs typeface="DejaVu Sans"/>
              </a:defRPr>
            </a:defPPr>
            <a:lvl1pPr algn="l">
              <a:defRPr sz="1050" b="1">
                <a:solidFill>
                  <a:srgbClr val="62D6C9"/>
                </a:solidFill>
                <a:latin typeface="DejaVu Sans"/>
                <a:ea typeface="DejaVu Sans"/>
                <a:cs typeface="DejaVu Sans"/>
              </a:defRPr>
            </a:lvl1pPr>
            <a:lvl2pPr algn="l">
              <a:defRPr sz="1050" b="1">
                <a:solidFill>
                  <a:srgbClr val="62D6C9"/>
                </a:solidFill>
                <a:latin typeface="DejaVu Sans"/>
                <a:ea typeface="DejaVu Sans"/>
                <a:cs typeface="DejaVu Sans"/>
              </a:defRPr>
            </a:lvl2pPr>
            <a:lvl3pPr algn="l">
              <a:defRPr sz="1050" b="1">
                <a:solidFill>
                  <a:srgbClr val="62D6C9"/>
                </a:solidFill>
                <a:latin typeface="DejaVu Sans"/>
                <a:ea typeface="DejaVu Sans"/>
                <a:cs typeface="DejaVu Sans"/>
              </a:defRPr>
            </a:lvl3pPr>
            <a:lvl4pPr algn="l">
              <a:defRPr sz="1050" b="1">
                <a:solidFill>
                  <a:srgbClr val="62D6C9"/>
                </a:solidFill>
                <a:latin typeface="DejaVu Sans"/>
                <a:ea typeface="DejaVu Sans"/>
                <a:cs typeface="DejaVu Sans"/>
              </a:defRPr>
            </a:lvl4pPr>
            <a:lvl5pPr algn="l">
              <a:defRPr sz="1050" b="1">
                <a:solidFill>
                  <a:srgbClr val="62D6C9"/>
                </a:solidFill>
                <a:latin typeface="DejaVu Sans"/>
                <a:ea typeface="DejaVu Sans"/>
                <a:cs typeface="DejaVu Sans"/>
              </a:defRPr>
            </a:lvl5pPr>
            <a:lvl6pPr algn="l">
              <a:defRPr sz="1050" b="1">
                <a:solidFill>
                  <a:srgbClr val="62D6C9"/>
                </a:solidFill>
                <a:latin typeface="DejaVu Sans"/>
                <a:ea typeface="DejaVu Sans"/>
                <a:cs typeface="DejaVu Sans"/>
              </a:defRPr>
            </a:lvl6pPr>
            <a:lvl7pPr algn="l">
              <a:defRPr sz="1050" b="1">
                <a:solidFill>
                  <a:srgbClr val="62D6C9"/>
                </a:solidFill>
                <a:latin typeface="DejaVu Sans"/>
                <a:ea typeface="DejaVu Sans"/>
                <a:cs typeface="DejaVu Sans"/>
              </a:defRPr>
            </a:lvl7pPr>
            <a:lvl8pPr algn="l">
              <a:defRPr sz="1050" b="1">
                <a:solidFill>
                  <a:srgbClr val="62D6C9"/>
                </a:solidFill>
                <a:latin typeface="DejaVu Sans"/>
                <a:ea typeface="DejaVu Sans"/>
                <a:cs typeface="DejaVu Sans"/>
              </a:defRPr>
            </a:lvl8pPr>
            <a:lvl9pPr algn="l">
              <a:defRPr sz="1050" b="1">
                <a:solidFill>
                  <a:srgbClr val="62D6C9"/>
                </a:solidFill>
                <a:latin typeface="DejaVu Sans"/>
                <a:ea typeface="DejaVu Sans"/>
                <a:cs typeface="DejaVu Sans"/>
              </a:defRPr>
            </a:lvl9pPr>
          </a:lstStyle>
          <a:p xmlns:a="http://schemas.openxmlformats.org/drawingml/2006/main">
            <a:pPr algn="l">
              <a:lnSpc>
                <a:spcPct val="112000"/>
              </a:lnSpc>
              <a:buNone/>
              <a:defRPr sz="1050" b="1">
                <a:solidFill>
                  <a:srgbClr val="62D6C9"/>
                </a:solidFill>
                <a:latin typeface="DejaVu Sans"/>
                <a:ea typeface="DejaVu Sans"/>
                <a:cs typeface="DejaVu Sans"/>
              </a:defRPr>
            </a:pPr>
            <a:r>
              <a:rPr sz="1050" b="1">
                <a:solidFill>
                  <a:srgbClr val="62D6C9"/>
                </a:solidFill>
                <a:latin typeface="DejaVu Sans"/>
                <a:ea typeface="DejaVu Sans"/>
                <a:cs typeface="DejaVu Sans"/>
              </a:rPr>
              <a:t>TECHNOLOGICAL CHINA</a:t>
            </a:r>
          </a:p>
        </p:txBody>
      </p:sp>
      <p:sp>
        <p:nvSpPr>
          <p:cNvPr id="3" name="text-klpg8ndap2">
            <a:extLst xmlns:a="http://schemas.openxmlformats.org/drawingml/2006/main">
              <a:ext uri="{FF2B5EF4-FFF2-40B4-BE49-F238E27FC236}">
                <a16:creationId xmlns:a16="http://schemas.microsoft.com/office/drawing/2014/main" id="{1ED9422A-C7C0-4893-B5B2-B748C69B8BB6}"/>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700" b="1">
                <a:solidFill>
                  <a:srgbClr val="FFFDFA"/>
                </a:solidFill>
                <a:latin typeface="DejaVu Sans"/>
                <a:ea typeface="DejaVu Sans"/>
                <a:cs typeface="DejaVu Sans"/>
              </a:defRPr>
            </a:defPPr>
            <a:lvl1pPr algn="l">
              <a:defRPr sz="2700" b="1">
                <a:solidFill>
                  <a:srgbClr val="FFFDFA"/>
                </a:solidFill>
                <a:latin typeface="DejaVu Sans"/>
                <a:ea typeface="DejaVu Sans"/>
                <a:cs typeface="DejaVu Sans"/>
              </a:defRPr>
            </a:lvl1pPr>
            <a:lvl2pPr algn="l">
              <a:defRPr sz="2700" b="1">
                <a:solidFill>
                  <a:srgbClr val="FFFDFA"/>
                </a:solidFill>
                <a:latin typeface="DejaVu Sans"/>
                <a:ea typeface="DejaVu Sans"/>
                <a:cs typeface="DejaVu Sans"/>
              </a:defRPr>
            </a:lvl2pPr>
            <a:lvl3pPr algn="l">
              <a:defRPr sz="2700" b="1">
                <a:solidFill>
                  <a:srgbClr val="FFFDFA"/>
                </a:solidFill>
                <a:latin typeface="DejaVu Sans"/>
                <a:ea typeface="DejaVu Sans"/>
                <a:cs typeface="DejaVu Sans"/>
              </a:defRPr>
            </a:lvl3pPr>
            <a:lvl4pPr algn="l">
              <a:defRPr sz="2700" b="1">
                <a:solidFill>
                  <a:srgbClr val="FFFDFA"/>
                </a:solidFill>
                <a:latin typeface="DejaVu Sans"/>
                <a:ea typeface="DejaVu Sans"/>
                <a:cs typeface="DejaVu Sans"/>
              </a:defRPr>
            </a:lvl4pPr>
            <a:lvl5pPr algn="l">
              <a:defRPr sz="2700" b="1">
                <a:solidFill>
                  <a:srgbClr val="FFFDFA"/>
                </a:solidFill>
                <a:latin typeface="DejaVu Sans"/>
                <a:ea typeface="DejaVu Sans"/>
                <a:cs typeface="DejaVu Sans"/>
              </a:defRPr>
            </a:lvl5pPr>
            <a:lvl6pPr algn="l">
              <a:defRPr sz="2700" b="1">
                <a:solidFill>
                  <a:srgbClr val="FFFDFA"/>
                </a:solidFill>
                <a:latin typeface="DejaVu Sans"/>
                <a:ea typeface="DejaVu Sans"/>
                <a:cs typeface="DejaVu Sans"/>
              </a:defRPr>
            </a:lvl6pPr>
            <a:lvl7pPr algn="l">
              <a:defRPr sz="2700" b="1">
                <a:solidFill>
                  <a:srgbClr val="FFFDFA"/>
                </a:solidFill>
                <a:latin typeface="DejaVu Sans"/>
                <a:ea typeface="DejaVu Sans"/>
                <a:cs typeface="DejaVu Sans"/>
              </a:defRPr>
            </a:lvl7pPr>
            <a:lvl8pPr algn="l">
              <a:defRPr sz="2700" b="1">
                <a:solidFill>
                  <a:srgbClr val="FFFDFA"/>
                </a:solidFill>
                <a:latin typeface="DejaVu Sans"/>
                <a:ea typeface="DejaVu Sans"/>
                <a:cs typeface="DejaVu Sans"/>
              </a:defRPr>
            </a:lvl8pPr>
            <a:lvl9pPr algn="l">
              <a:defRPr sz="2700" b="1">
                <a:solidFill>
                  <a:srgbClr val="FFFDFA"/>
                </a:solidFill>
                <a:latin typeface="DejaVu Sans"/>
                <a:ea typeface="DejaVu Sans"/>
                <a:cs typeface="DejaVu Sans"/>
              </a:defRPr>
            </a:lvl9pPr>
          </a:lstStyle>
          <a:p xmlns:a="http://schemas.openxmlformats.org/drawingml/2006/main">
            <a:pPr algn="l">
              <a:lnSpc>
                <a:spcPct val="112000"/>
              </a:lnSpc>
              <a:buNone/>
              <a:defRPr sz="2700" b="1">
                <a:solidFill>
                  <a:srgbClr val="FFFDFA"/>
                </a:solidFill>
                <a:latin typeface="DejaVu Sans"/>
                <a:ea typeface="DejaVu Sans"/>
                <a:cs typeface="DejaVu Sans"/>
              </a:defRPr>
            </a:pPr>
            <a:r>
              <a:rPr sz="2700" b="1">
                <a:solidFill>
                  <a:srgbClr val="FFFDFA"/>
                </a:solidFill>
                <a:latin typeface="DejaVu Sans"/>
                <a:ea typeface="DejaVu Sans"/>
                <a:cs typeface="DejaVu Sans"/>
              </a:rPr>
              <a:t>Five questions help audit any agent</a:t>
            </a:r>
          </a:p>
        </p:txBody>
      </p:sp>
      <p:sp>
        <p:nvSpPr>
          <p:cNvPr id="4" name="text-gqv1j21pui7">
            <a:extLst xmlns:a="http://schemas.openxmlformats.org/drawingml/2006/main">
              <a:ext uri="{FF2B5EF4-FFF2-40B4-BE49-F238E27FC236}">
                <a16:creationId xmlns:a16="http://schemas.microsoft.com/office/drawing/2014/main" id="{F5D79738-1117-44EF-AFF8-123D86E8C96A}"/>
              </a:ext>
            </a:extLst>
          </p:cNvPr>
          <p:cNvSpPr>
            <a:spLocks xmlns:a="http://schemas.openxmlformats.org/drawingml/2006/main" noGrp="1"/>
          </p:cNvSpPr>
          <p:nvPr/>
        </p:nvSpPr>
        <p:spPr>
          <a:xfrm xmlns:a="http://schemas.openxmlformats.org/drawingml/2006/main">
            <a:off x="609600" y="1857375"/>
            <a:ext cx="109728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BED0D5"/>
                </a:solidFill>
                <a:latin typeface="DejaVu Sans"/>
                <a:ea typeface="DejaVu Sans"/>
                <a:cs typeface="DejaVu Sans"/>
              </a:defRPr>
            </a:defPPr>
            <a:lvl1pPr algn="l">
              <a:defRPr sz="1575" b="0">
                <a:solidFill>
                  <a:srgbClr val="BED0D5"/>
                </a:solidFill>
                <a:latin typeface="DejaVu Sans"/>
                <a:ea typeface="DejaVu Sans"/>
                <a:cs typeface="DejaVu Sans"/>
              </a:defRPr>
            </a:lvl1pPr>
            <a:lvl2pPr algn="l">
              <a:defRPr sz="1575" b="0">
                <a:solidFill>
                  <a:srgbClr val="BED0D5"/>
                </a:solidFill>
                <a:latin typeface="DejaVu Sans"/>
                <a:ea typeface="DejaVu Sans"/>
                <a:cs typeface="DejaVu Sans"/>
              </a:defRPr>
            </a:lvl2pPr>
            <a:lvl3pPr algn="l">
              <a:defRPr sz="1575" b="0">
                <a:solidFill>
                  <a:srgbClr val="BED0D5"/>
                </a:solidFill>
                <a:latin typeface="DejaVu Sans"/>
                <a:ea typeface="DejaVu Sans"/>
                <a:cs typeface="DejaVu Sans"/>
              </a:defRPr>
            </a:lvl3pPr>
            <a:lvl4pPr algn="l">
              <a:defRPr sz="1575" b="0">
                <a:solidFill>
                  <a:srgbClr val="BED0D5"/>
                </a:solidFill>
                <a:latin typeface="DejaVu Sans"/>
                <a:ea typeface="DejaVu Sans"/>
                <a:cs typeface="DejaVu Sans"/>
              </a:defRPr>
            </a:lvl4pPr>
            <a:lvl5pPr algn="l">
              <a:defRPr sz="1575" b="0">
                <a:solidFill>
                  <a:srgbClr val="BED0D5"/>
                </a:solidFill>
                <a:latin typeface="DejaVu Sans"/>
                <a:ea typeface="DejaVu Sans"/>
                <a:cs typeface="DejaVu Sans"/>
              </a:defRPr>
            </a:lvl5pPr>
            <a:lvl6pPr algn="l">
              <a:defRPr sz="1575" b="0">
                <a:solidFill>
                  <a:srgbClr val="BED0D5"/>
                </a:solidFill>
                <a:latin typeface="DejaVu Sans"/>
                <a:ea typeface="DejaVu Sans"/>
                <a:cs typeface="DejaVu Sans"/>
              </a:defRPr>
            </a:lvl6pPr>
            <a:lvl7pPr algn="l">
              <a:defRPr sz="1575" b="0">
                <a:solidFill>
                  <a:srgbClr val="BED0D5"/>
                </a:solidFill>
                <a:latin typeface="DejaVu Sans"/>
                <a:ea typeface="DejaVu Sans"/>
                <a:cs typeface="DejaVu Sans"/>
              </a:defRPr>
            </a:lvl7pPr>
            <a:lvl8pPr algn="l">
              <a:defRPr sz="1575" b="0">
                <a:solidFill>
                  <a:srgbClr val="BED0D5"/>
                </a:solidFill>
                <a:latin typeface="DejaVu Sans"/>
                <a:ea typeface="DejaVu Sans"/>
                <a:cs typeface="DejaVu Sans"/>
              </a:defRPr>
            </a:lvl8pPr>
            <a:lvl9pPr algn="l">
              <a:defRPr sz="1575" b="0">
                <a:solidFill>
                  <a:srgbClr val="BED0D5"/>
                </a:solidFill>
                <a:latin typeface="DejaVu Sans"/>
                <a:ea typeface="DejaVu Sans"/>
                <a:cs typeface="DejaVu Sans"/>
              </a:defRPr>
            </a:lvl9pPr>
          </a:lstStyle>
          <a:p xmlns:a="http://schemas.openxmlformats.org/drawingml/2006/main">
            <a:pPr algn="l">
              <a:lnSpc>
                <a:spcPct val="112000"/>
              </a:lnSpc>
              <a:buNone/>
              <a:defRPr sz="1575" b="0">
                <a:solidFill>
                  <a:srgbClr val="BED0D5"/>
                </a:solidFill>
                <a:latin typeface="DejaVu Sans"/>
                <a:ea typeface="DejaVu Sans"/>
                <a:cs typeface="DejaVu Sans"/>
              </a:defRPr>
            </a:pPr>
            <a:r>
              <a:rPr sz="1575" b="0">
                <a:solidFill>
                  <a:srgbClr val="BED0D5"/>
                </a:solidFill>
                <a:latin typeface="DejaVu Sans"/>
                <a:ea typeface="DejaVu Sans"/>
                <a:cs typeface="DejaVu Sans"/>
              </a:rPr>
              <a:t>Useful for a commercial demo, a prototype or a research result.</a:t>
            </a:r>
          </a:p>
        </p:txBody>
      </p:sp>
      <p:sp>
        <p:nvSpPr>
          <p:cNvPr id="5" name="">
            <a:extLst xmlns:a="http://schemas.openxmlformats.org/drawingml/2006/main">
              <a:ext uri="{FF2B5EF4-FFF2-40B4-BE49-F238E27FC236}">
                <a16:creationId xmlns:a16="http://schemas.microsoft.com/office/drawing/2014/main" id="{17DE3655-E14F-4406-9E9C-D50523C608DA}"/>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294652"/>
          </a:solidFill>
          <a:ln xmlns:a="http://schemas.openxmlformats.org/drawingml/2006/main" w="0">
            <a:noFill/>
            <a:prstDash val="solid"/>
          </a:ln>
        </p:spPr>
      </p:sp>
      <p:sp>
        <p:nvSpPr>
          <p:cNvPr id="6" name="text-7el3ftyg9h">
            <a:extLst xmlns:a="http://schemas.openxmlformats.org/drawingml/2006/main">
              <a:ext uri="{FF2B5EF4-FFF2-40B4-BE49-F238E27FC236}">
                <a16:creationId xmlns:a16="http://schemas.microsoft.com/office/drawing/2014/main" id="{79EA435A-974F-4DAA-94D4-41BBF74206F1}"/>
              </a:ext>
            </a:extLst>
          </p:cNvPr>
          <p:cNvSpPr>
            <a:spLocks xmlns:a="http://schemas.openxmlformats.org/drawingml/2006/main" noGrp="1"/>
          </p:cNvSpPr>
          <p:nvPr/>
        </p:nvSpPr>
        <p:spPr>
          <a:xfrm xmlns:a="http://schemas.openxmlformats.org/drawingml/2006/main">
            <a:off x="609600" y="6362700"/>
            <a:ext cx="971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975" b="0">
                <a:solidFill>
                  <a:srgbClr val="BED0D5"/>
                </a:solidFill>
                <a:latin typeface="DejaVu Sans"/>
                <a:ea typeface="DejaVu Sans"/>
                <a:cs typeface="DejaVu Sans"/>
              </a:defRPr>
            </a:defPPr>
            <a:lvl1pPr algn="l">
              <a:defRPr sz="975" b="0">
                <a:solidFill>
                  <a:srgbClr val="BED0D5"/>
                </a:solidFill>
                <a:latin typeface="DejaVu Sans"/>
                <a:ea typeface="DejaVu Sans"/>
                <a:cs typeface="DejaVu Sans"/>
              </a:defRPr>
            </a:lvl1pPr>
            <a:lvl2pPr algn="l">
              <a:defRPr sz="975" b="0">
                <a:solidFill>
                  <a:srgbClr val="BED0D5"/>
                </a:solidFill>
                <a:latin typeface="DejaVu Sans"/>
                <a:ea typeface="DejaVu Sans"/>
                <a:cs typeface="DejaVu Sans"/>
              </a:defRPr>
            </a:lvl2pPr>
            <a:lvl3pPr algn="l">
              <a:defRPr sz="975" b="0">
                <a:solidFill>
                  <a:srgbClr val="BED0D5"/>
                </a:solidFill>
                <a:latin typeface="DejaVu Sans"/>
                <a:ea typeface="DejaVu Sans"/>
                <a:cs typeface="DejaVu Sans"/>
              </a:defRPr>
            </a:lvl3pPr>
            <a:lvl4pPr algn="l">
              <a:defRPr sz="975" b="0">
                <a:solidFill>
                  <a:srgbClr val="BED0D5"/>
                </a:solidFill>
                <a:latin typeface="DejaVu Sans"/>
                <a:ea typeface="DejaVu Sans"/>
                <a:cs typeface="DejaVu Sans"/>
              </a:defRPr>
            </a:lvl4pPr>
            <a:lvl5pPr algn="l">
              <a:defRPr sz="975" b="0">
                <a:solidFill>
                  <a:srgbClr val="BED0D5"/>
                </a:solidFill>
                <a:latin typeface="DejaVu Sans"/>
                <a:ea typeface="DejaVu Sans"/>
                <a:cs typeface="DejaVu Sans"/>
              </a:defRPr>
            </a:lvl5pPr>
            <a:lvl6pPr algn="l">
              <a:defRPr sz="975" b="0">
                <a:solidFill>
                  <a:srgbClr val="BED0D5"/>
                </a:solidFill>
                <a:latin typeface="DejaVu Sans"/>
                <a:ea typeface="DejaVu Sans"/>
                <a:cs typeface="DejaVu Sans"/>
              </a:defRPr>
            </a:lvl6pPr>
            <a:lvl7pPr algn="l">
              <a:defRPr sz="975" b="0">
                <a:solidFill>
                  <a:srgbClr val="BED0D5"/>
                </a:solidFill>
                <a:latin typeface="DejaVu Sans"/>
                <a:ea typeface="DejaVu Sans"/>
                <a:cs typeface="DejaVu Sans"/>
              </a:defRPr>
            </a:lvl7pPr>
            <a:lvl8pPr algn="l">
              <a:defRPr sz="975" b="0">
                <a:solidFill>
                  <a:srgbClr val="BED0D5"/>
                </a:solidFill>
                <a:latin typeface="DejaVu Sans"/>
                <a:ea typeface="DejaVu Sans"/>
                <a:cs typeface="DejaVu Sans"/>
              </a:defRPr>
            </a:lvl8pPr>
            <a:lvl9pPr algn="l">
              <a:defRPr sz="975" b="0">
                <a:solidFill>
                  <a:srgbClr val="BED0D5"/>
                </a:solidFill>
                <a:latin typeface="DejaVu Sans"/>
                <a:ea typeface="DejaVu Sans"/>
                <a:cs typeface="DejaVu Sans"/>
              </a:defRPr>
            </a:lvl9pPr>
          </a:lstStyle>
          <a:p xmlns:a="http://schemas.openxmlformats.org/drawingml/2006/main">
            <a:pPr algn="l">
              <a:lnSpc>
                <a:spcPct val="112000"/>
              </a:lnSpc>
              <a:buNone/>
              <a:defRPr sz="975" b="0">
                <a:solidFill>
                  <a:srgbClr val="BED0D5"/>
                </a:solidFill>
                <a:latin typeface="DejaVu Sans"/>
                <a:ea typeface="DejaVu Sans"/>
                <a:cs typeface="DejaVu Sans"/>
              </a:defRPr>
            </a:pPr>
            <a:r>
              <a:rPr sz="975" b="0">
                <a:solidFill>
                  <a:srgbClr val="BED0D5"/>
                </a:solidFill>
                <a:latin typeface="DejaVu Sans"/>
                <a:ea typeface="DejaVu Sans"/>
                <a:cs typeface="DejaVu Sans"/>
              </a:rPr>
              <a:t>Sergio Gevatschnaider</a:t>
            </a:r>
          </a:p>
        </p:txBody>
      </p:sp>
      <p:sp>
        <p:nvSpPr>
          <p:cNvPr id="7" name="text-nobqgbjiy2i">
            <a:extLst xmlns:a="http://schemas.openxmlformats.org/drawingml/2006/main">
              <a:ext uri="{FF2B5EF4-FFF2-40B4-BE49-F238E27FC236}">
                <a16:creationId xmlns:a16="http://schemas.microsoft.com/office/drawing/2014/main" id="{8F2FBA07-BC7C-450A-B7C8-9A5800F13C79}"/>
              </a:ext>
            </a:extLst>
          </p:cNvPr>
          <p:cNvSpPr>
            <a:spLocks xmlns:a="http://schemas.openxmlformats.org/drawingml/2006/main" noGrp="1"/>
          </p:cNvSpPr>
          <p:nvPr/>
        </p:nvSpPr>
        <p:spPr>
          <a:xfrm xmlns:a="http://schemas.openxmlformats.org/drawingml/2006/main">
            <a:off x="10934700" y="6296025"/>
            <a:ext cx="6477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725" b="1">
                <a:solidFill>
                  <a:srgbClr val="62D6C9"/>
                </a:solidFill>
                <a:latin typeface="DejaVu Sans"/>
                <a:ea typeface="DejaVu Sans"/>
                <a:cs typeface="DejaVu Sans"/>
              </a:defRPr>
            </a:defPPr>
            <a:lvl1pPr algn="r">
              <a:defRPr sz="1725" b="1">
                <a:solidFill>
                  <a:srgbClr val="62D6C9"/>
                </a:solidFill>
                <a:latin typeface="DejaVu Sans"/>
                <a:ea typeface="DejaVu Sans"/>
                <a:cs typeface="DejaVu Sans"/>
              </a:defRPr>
            </a:lvl1pPr>
            <a:lvl2pPr algn="r">
              <a:defRPr sz="1725" b="1">
                <a:solidFill>
                  <a:srgbClr val="62D6C9"/>
                </a:solidFill>
                <a:latin typeface="DejaVu Sans"/>
                <a:ea typeface="DejaVu Sans"/>
                <a:cs typeface="DejaVu Sans"/>
              </a:defRPr>
            </a:lvl2pPr>
            <a:lvl3pPr algn="r">
              <a:defRPr sz="1725" b="1">
                <a:solidFill>
                  <a:srgbClr val="62D6C9"/>
                </a:solidFill>
                <a:latin typeface="DejaVu Sans"/>
                <a:ea typeface="DejaVu Sans"/>
                <a:cs typeface="DejaVu Sans"/>
              </a:defRPr>
            </a:lvl3pPr>
            <a:lvl4pPr algn="r">
              <a:defRPr sz="1725" b="1">
                <a:solidFill>
                  <a:srgbClr val="62D6C9"/>
                </a:solidFill>
                <a:latin typeface="DejaVu Sans"/>
                <a:ea typeface="DejaVu Sans"/>
                <a:cs typeface="DejaVu Sans"/>
              </a:defRPr>
            </a:lvl4pPr>
            <a:lvl5pPr algn="r">
              <a:defRPr sz="1725" b="1">
                <a:solidFill>
                  <a:srgbClr val="62D6C9"/>
                </a:solidFill>
                <a:latin typeface="DejaVu Sans"/>
                <a:ea typeface="DejaVu Sans"/>
                <a:cs typeface="DejaVu Sans"/>
              </a:defRPr>
            </a:lvl5pPr>
            <a:lvl6pPr algn="r">
              <a:defRPr sz="1725" b="1">
                <a:solidFill>
                  <a:srgbClr val="62D6C9"/>
                </a:solidFill>
                <a:latin typeface="DejaVu Sans"/>
                <a:ea typeface="DejaVu Sans"/>
                <a:cs typeface="DejaVu Sans"/>
              </a:defRPr>
            </a:lvl6pPr>
            <a:lvl7pPr algn="r">
              <a:defRPr sz="1725" b="1">
                <a:solidFill>
                  <a:srgbClr val="62D6C9"/>
                </a:solidFill>
                <a:latin typeface="DejaVu Sans"/>
                <a:ea typeface="DejaVu Sans"/>
                <a:cs typeface="DejaVu Sans"/>
              </a:defRPr>
            </a:lvl7pPr>
            <a:lvl8pPr algn="r">
              <a:defRPr sz="1725" b="1">
                <a:solidFill>
                  <a:srgbClr val="62D6C9"/>
                </a:solidFill>
                <a:latin typeface="DejaVu Sans"/>
                <a:ea typeface="DejaVu Sans"/>
                <a:cs typeface="DejaVu Sans"/>
              </a:defRPr>
            </a:lvl8pPr>
            <a:lvl9pPr algn="r">
              <a:defRPr sz="1725" b="1">
                <a:solidFill>
                  <a:srgbClr val="62D6C9"/>
                </a:solidFill>
                <a:latin typeface="DejaVu Sans"/>
                <a:ea typeface="DejaVu Sans"/>
                <a:cs typeface="DejaVu Sans"/>
              </a:defRPr>
            </a:lvl9pPr>
          </a:lstStyle>
          <a:p xmlns:a="http://schemas.openxmlformats.org/drawingml/2006/main">
            <a:pPr algn="r">
              <a:lnSpc>
                <a:spcPct val="112000"/>
              </a:lnSpc>
              <a:buNone/>
              <a:defRPr sz="1725" b="1">
                <a:solidFill>
                  <a:srgbClr val="62D6C9"/>
                </a:solidFill>
                <a:latin typeface="DejaVu Sans"/>
                <a:ea typeface="DejaVu Sans"/>
                <a:cs typeface="DejaVu Sans"/>
              </a:defRPr>
            </a:pPr>
            <a:r>
              <a:rPr sz="1725" b="1">
                <a:solidFill>
                  <a:srgbClr val="62D6C9"/>
                </a:solidFill>
                <a:latin typeface="DejaVu Sans"/>
                <a:ea typeface="DejaVu Sans"/>
                <a:cs typeface="DejaVu Sans"/>
              </a:rPr>
              <a:t>21</a:t>
            </a:r>
          </a:p>
        </p:txBody>
      </p:sp>
      <p:sp>
        <p:nvSpPr>
          <p:cNvPr id="8" name="text-be78d2p8sju">
            <a:extLst xmlns:a="http://schemas.openxmlformats.org/drawingml/2006/main">
              <a:ext uri="{FF2B5EF4-FFF2-40B4-BE49-F238E27FC236}">
                <a16:creationId xmlns:a16="http://schemas.microsoft.com/office/drawing/2014/main" id="{65AACD1A-5A30-4802-A2A6-1AD7CF3E1552}"/>
              </a:ext>
            </a:extLst>
          </p:cNvPr>
          <p:cNvSpPr>
            <a:spLocks xmlns:a="http://schemas.openxmlformats.org/drawingml/2006/main" noGrp="1"/>
          </p:cNvSpPr>
          <p:nvPr/>
        </p:nvSpPr>
        <p:spPr>
          <a:xfrm xmlns:a="http://schemas.openxmlformats.org/drawingml/2006/main">
            <a:off x="628650" y="2628900"/>
            <a:ext cx="428625" cy="60388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1">
                <a:solidFill>
                  <a:srgbClr val="62D6C9"/>
                </a:solidFill>
                <a:latin typeface="DejaVu Sans"/>
                <a:ea typeface="DejaVu Sans"/>
                <a:cs typeface="DejaVu Sans"/>
              </a:defRPr>
            </a:defPPr>
            <a:lvl1pPr algn="l">
              <a:defRPr sz="1650" b="1">
                <a:solidFill>
                  <a:srgbClr val="62D6C9"/>
                </a:solidFill>
                <a:latin typeface="DejaVu Sans"/>
                <a:ea typeface="DejaVu Sans"/>
                <a:cs typeface="DejaVu Sans"/>
              </a:defRPr>
            </a:lvl1pPr>
            <a:lvl2pPr algn="l">
              <a:defRPr sz="1650" b="1">
                <a:solidFill>
                  <a:srgbClr val="62D6C9"/>
                </a:solidFill>
                <a:latin typeface="DejaVu Sans"/>
                <a:ea typeface="DejaVu Sans"/>
                <a:cs typeface="DejaVu Sans"/>
              </a:defRPr>
            </a:lvl2pPr>
            <a:lvl3pPr algn="l">
              <a:defRPr sz="1650" b="1">
                <a:solidFill>
                  <a:srgbClr val="62D6C9"/>
                </a:solidFill>
                <a:latin typeface="DejaVu Sans"/>
                <a:ea typeface="DejaVu Sans"/>
                <a:cs typeface="DejaVu Sans"/>
              </a:defRPr>
            </a:lvl3pPr>
            <a:lvl4pPr algn="l">
              <a:defRPr sz="1650" b="1">
                <a:solidFill>
                  <a:srgbClr val="62D6C9"/>
                </a:solidFill>
                <a:latin typeface="DejaVu Sans"/>
                <a:ea typeface="DejaVu Sans"/>
                <a:cs typeface="DejaVu Sans"/>
              </a:defRPr>
            </a:lvl4pPr>
            <a:lvl5pPr algn="l">
              <a:defRPr sz="1650" b="1">
                <a:solidFill>
                  <a:srgbClr val="62D6C9"/>
                </a:solidFill>
                <a:latin typeface="DejaVu Sans"/>
                <a:ea typeface="DejaVu Sans"/>
                <a:cs typeface="DejaVu Sans"/>
              </a:defRPr>
            </a:lvl5pPr>
            <a:lvl6pPr algn="l">
              <a:defRPr sz="1650" b="1">
                <a:solidFill>
                  <a:srgbClr val="62D6C9"/>
                </a:solidFill>
                <a:latin typeface="DejaVu Sans"/>
                <a:ea typeface="DejaVu Sans"/>
                <a:cs typeface="DejaVu Sans"/>
              </a:defRPr>
            </a:lvl6pPr>
            <a:lvl7pPr algn="l">
              <a:defRPr sz="1650" b="1">
                <a:solidFill>
                  <a:srgbClr val="62D6C9"/>
                </a:solidFill>
                <a:latin typeface="DejaVu Sans"/>
                <a:ea typeface="DejaVu Sans"/>
                <a:cs typeface="DejaVu Sans"/>
              </a:defRPr>
            </a:lvl7pPr>
            <a:lvl8pPr algn="l">
              <a:defRPr sz="1650" b="1">
                <a:solidFill>
                  <a:srgbClr val="62D6C9"/>
                </a:solidFill>
                <a:latin typeface="DejaVu Sans"/>
                <a:ea typeface="DejaVu Sans"/>
                <a:cs typeface="DejaVu Sans"/>
              </a:defRPr>
            </a:lvl8pPr>
            <a:lvl9pPr algn="l">
              <a:defRPr sz="1650" b="1">
                <a:solidFill>
                  <a:srgbClr val="62D6C9"/>
                </a:solidFill>
                <a:latin typeface="DejaVu Sans"/>
                <a:ea typeface="DejaVu Sans"/>
                <a:cs typeface="DejaVu Sans"/>
              </a:defRPr>
            </a:lvl9pPr>
          </a:lstStyle>
          <a:p xmlns:a="http://schemas.openxmlformats.org/drawingml/2006/main">
            <a:pPr algn="l">
              <a:lnSpc>
                <a:spcPct val="112000"/>
              </a:lnSpc>
              <a:buNone/>
              <a:defRPr sz="1650" b="1">
                <a:solidFill>
                  <a:srgbClr val="62D6C9"/>
                </a:solidFill>
                <a:latin typeface="DejaVu Sans"/>
                <a:ea typeface="DejaVu Sans"/>
                <a:cs typeface="DejaVu Sans"/>
              </a:defRPr>
            </a:pPr>
            <a:r>
              <a:rPr sz="1650" b="1">
                <a:solidFill>
                  <a:srgbClr val="62D6C9"/>
                </a:solidFill>
                <a:latin typeface="DejaVu Sans"/>
                <a:ea typeface="DejaVu Sans"/>
                <a:cs typeface="DejaVu Sans"/>
              </a:rPr>
              <a:t>01</a:t>
            </a:r>
          </a:p>
        </p:txBody>
      </p:sp>
      <p:sp>
        <p:nvSpPr>
          <p:cNvPr id="9" name="text-d3v2gpds24t">
            <a:extLst xmlns:a="http://schemas.openxmlformats.org/drawingml/2006/main">
              <a:ext uri="{FF2B5EF4-FFF2-40B4-BE49-F238E27FC236}">
                <a16:creationId xmlns:a16="http://schemas.microsoft.com/office/drawing/2014/main" id="{C4BB07E6-3F46-4BEA-ABE4-3F9242505051}"/>
              </a:ext>
            </a:extLst>
          </p:cNvPr>
          <p:cNvSpPr>
            <a:spLocks xmlns:a="http://schemas.openxmlformats.org/drawingml/2006/main" noGrp="1"/>
          </p:cNvSpPr>
          <p:nvPr/>
        </p:nvSpPr>
        <p:spPr>
          <a:xfrm xmlns:a="http://schemas.openxmlformats.org/drawingml/2006/main">
            <a:off x="1238250" y="2619375"/>
            <a:ext cx="2619375" cy="56578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1">
                <a:solidFill>
                  <a:srgbClr val="FFFDFA"/>
                </a:solidFill>
                <a:latin typeface="DejaVu Sans"/>
                <a:ea typeface="DejaVu Sans"/>
                <a:cs typeface="DejaVu Sans"/>
              </a:defRPr>
            </a:defPPr>
            <a:lvl1pPr algn="l">
              <a:defRPr sz="1725" b="1">
                <a:solidFill>
                  <a:srgbClr val="FFFDFA"/>
                </a:solidFill>
                <a:latin typeface="DejaVu Sans"/>
                <a:ea typeface="DejaVu Sans"/>
                <a:cs typeface="DejaVu Sans"/>
              </a:defRPr>
            </a:lvl1pPr>
            <a:lvl2pPr algn="l">
              <a:defRPr sz="1725" b="1">
                <a:solidFill>
                  <a:srgbClr val="FFFDFA"/>
                </a:solidFill>
                <a:latin typeface="DejaVu Sans"/>
                <a:ea typeface="DejaVu Sans"/>
                <a:cs typeface="DejaVu Sans"/>
              </a:defRPr>
            </a:lvl2pPr>
            <a:lvl3pPr algn="l">
              <a:defRPr sz="1725" b="1">
                <a:solidFill>
                  <a:srgbClr val="FFFDFA"/>
                </a:solidFill>
                <a:latin typeface="DejaVu Sans"/>
                <a:ea typeface="DejaVu Sans"/>
                <a:cs typeface="DejaVu Sans"/>
              </a:defRPr>
            </a:lvl3pPr>
            <a:lvl4pPr algn="l">
              <a:defRPr sz="1725" b="1">
                <a:solidFill>
                  <a:srgbClr val="FFFDFA"/>
                </a:solidFill>
                <a:latin typeface="DejaVu Sans"/>
                <a:ea typeface="DejaVu Sans"/>
                <a:cs typeface="DejaVu Sans"/>
              </a:defRPr>
            </a:lvl4pPr>
            <a:lvl5pPr algn="l">
              <a:defRPr sz="1725" b="1">
                <a:solidFill>
                  <a:srgbClr val="FFFDFA"/>
                </a:solidFill>
                <a:latin typeface="DejaVu Sans"/>
                <a:ea typeface="DejaVu Sans"/>
                <a:cs typeface="DejaVu Sans"/>
              </a:defRPr>
            </a:lvl5pPr>
            <a:lvl6pPr algn="l">
              <a:defRPr sz="1725" b="1">
                <a:solidFill>
                  <a:srgbClr val="FFFDFA"/>
                </a:solidFill>
                <a:latin typeface="DejaVu Sans"/>
                <a:ea typeface="DejaVu Sans"/>
                <a:cs typeface="DejaVu Sans"/>
              </a:defRPr>
            </a:lvl6pPr>
            <a:lvl7pPr algn="l">
              <a:defRPr sz="1725" b="1">
                <a:solidFill>
                  <a:srgbClr val="FFFDFA"/>
                </a:solidFill>
                <a:latin typeface="DejaVu Sans"/>
                <a:ea typeface="DejaVu Sans"/>
                <a:cs typeface="DejaVu Sans"/>
              </a:defRPr>
            </a:lvl7pPr>
            <a:lvl8pPr algn="l">
              <a:defRPr sz="1725" b="1">
                <a:solidFill>
                  <a:srgbClr val="FFFDFA"/>
                </a:solidFill>
                <a:latin typeface="DejaVu Sans"/>
                <a:ea typeface="DejaVu Sans"/>
                <a:cs typeface="DejaVu Sans"/>
              </a:defRPr>
            </a:lvl8pPr>
            <a:lvl9pPr algn="l">
              <a:defRPr sz="1725" b="1">
                <a:solidFill>
                  <a:srgbClr val="FFFDFA"/>
                </a:solidFill>
                <a:latin typeface="DejaVu Sans"/>
                <a:ea typeface="DejaVu Sans"/>
                <a:cs typeface="DejaVu Sans"/>
              </a:defRPr>
            </a:lvl9pPr>
          </a:lstStyle>
          <a:p xmlns:a="http://schemas.openxmlformats.org/drawingml/2006/main">
            <a:pPr algn="l">
              <a:lnSpc>
                <a:spcPct val="112000"/>
              </a:lnSpc>
              <a:buNone/>
              <a:defRPr sz="1725" b="1">
                <a:solidFill>
                  <a:srgbClr val="FFFDFA"/>
                </a:solidFill>
                <a:latin typeface="DejaVu Sans"/>
                <a:ea typeface="DejaVu Sans"/>
                <a:cs typeface="DejaVu Sans"/>
              </a:defRPr>
            </a:pPr>
            <a:r>
              <a:rPr sz="1725" b="1">
                <a:solidFill>
                  <a:srgbClr val="FFFDFA"/>
                </a:solidFill>
                <a:latin typeface="DejaVu Sans"/>
                <a:ea typeface="DejaVu Sans"/>
                <a:cs typeface="DejaVu Sans"/>
              </a:rPr>
              <a:t>Goal</a:t>
            </a:r>
          </a:p>
        </p:txBody>
      </p:sp>
      <p:sp>
        <p:nvSpPr>
          <p:cNvPr id="10" name="text-5il645ky716">
            <a:extLst xmlns:a="http://schemas.openxmlformats.org/drawingml/2006/main">
              <a:ext uri="{FF2B5EF4-FFF2-40B4-BE49-F238E27FC236}">
                <a16:creationId xmlns:a16="http://schemas.microsoft.com/office/drawing/2014/main" id="{70EAE3D4-FE2A-4357-9CB0-7EDA66211AA5}"/>
              </a:ext>
            </a:extLst>
          </p:cNvPr>
          <p:cNvSpPr>
            <a:spLocks xmlns:a="http://schemas.openxmlformats.org/drawingml/2006/main" noGrp="1"/>
          </p:cNvSpPr>
          <p:nvPr/>
        </p:nvSpPr>
        <p:spPr>
          <a:xfrm xmlns:a="http://schemas.openxmlformats.org/drawingml/2006/main">
            <a:off x="4095750" y="2619375"/>
            <a:ext cx="7381875" cy="56578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0">
                <a:solidFill>
                  <a:srgbClr val="BED0D5"/>
                </a:solidFill>
                <a:latin typeface="DejaVu Sans"/>
                <a:ea typeface="DejaVu Sans"/>
                <a:cs typeface="DejaVu Sans"/>
              </a:defRPr>
            </a:defPPr>
            <a:lvl1pPr algn="l">
              <a:defRPr sz="1725" b="0">
                <a:solidFill>
                  <a:srgbClr val="BED0D5"/>
                </a:solidFill>
                <a:latin typeface="DejaVu Sans"/>
                <a:ea typeface="DejaVu Sans"/>
                <a:cs typeface="DejaVu Sans"/>
              </a:defRPr>
            </a:lvl1pPr>
            <a:lvl2pPr algn="l">
              <a:defRPr sz="1725" b="0">
                <a:solidFill>
                  <a:srgbClr val="BED0D5"/>
                </a:solidFill>
                <a:latin typeface="DejaVu Sans"/>
                <a:ea typeface="DejaVu Sans"/>
                <a:cs typeface="DejaVu Sans"/>
              </a:defRPr>
            </a:lvl2pPr>
            <a:lvl3pPr algn="l">
              <a:defRPr sz="1725" b="0">
                <a:solidFill>
                  <a:srgbClr val="BED0D5"/>
                </a:solidFill>
                <a:latin typeface="DejaVu Sans"/>
                <a:ea typeface="DejaVu Sans"/>
                <a:cs typeface="DejaVu Sans"/>
              </a:defRPr>
            </a:lvl3pPr>
            <a:lvl4pPr algn="l">
              <a:defRPr sz="1725" b="0">
                <a:solidFill>
                  <a:srgbClr val="BED0D5"/>
                </a:solidFill>
                <a:latin typeface="DejaVu Sans"/>
                <a:ea typeface="DejaVu Sans"/>
                <a:cs typeface="DejaVu Sans"/>
              </a:defRPr>
            </a:lvl4pPr>
            <a:lvl5pPr algn="l">
              <a:defRPr sz="1725" b="0">
                <a:solidFill>
                  <a:srgbClr val="BED0D5"/>
                </a:solidFill>
                <a:latin typeface="DejaVu Sans"/>
                <a:ea typeface="DejaVu Sans"/>
                <a:cs typeface="DejaVu Sans"/>
              </a:defRPr>
            </a:lvl5pPr>
            <a:lvl6pPr algn="l">
              <a:defRPr sz="1725" b="0">
                <a:solidFill>
                  <a:srgbClr val="BED0D5"/>
                </a:solidFill>
                <a:latin typeface="DejaVu Sans"/>
                <a:ea typeface="DejaVu Sans"/>
                <a:cs typeface="DejaVu Sans"/>
              </a:defRPr>
            </a:lvl6pPr>
            <a:lvl7pPr algn="l">
              <a:defRPr sz="1725" b="0">
                <a:solidFill>
                  <a:srgbClr val="BED0D5"/>
                </a:solidFill>
                <a:latin typeface="DejaVu Sans"/>
                <a:ea typeface="DejaVu Sans"/>
                <a:cs typeface="DejaVu Sans"/>
              </a:defRPr>
            </a:lvl7pPr>
            <a:lvl8pPr algn="l">
              <a:defRPr sz="1725" b="0">
                <a:solidFill>
                  <a:srgbClr val="BED0D5"/>
                </a:solidFill>
                <a:latin typeface="DejaVu Sans"/>
                <a:ea typeface="DejaVu Sans"/>
                <a:cs typeface="DejaVu Sans"/>
              </a:defRPr>
            </a:lvl8pPr>
            <a:lvl9pPr algn="l">
              <a:defRPr sz="1725" b="0">
                <a:solidFill>
                  <a:srgbClr val="BED0D5"/>
                </a:solidFill>
                <a:latin typeface="DejaVu Sans"/>
                <a:ea typeface="DejaVu Sans"/>
                <a:cs typeface="DejaVu Sans"/>
              </a:defRPr>
            </a:lvl9pPr>
          </a:lstStyle>
          <a:p xmlns:a="http://schemas.openxmlformats.org/drawingml/2006/main">
            <a:pPr algn="l">
              <a:lnSpc>
                <a:spcPct val="112000"/>
              </a:lnSpc>
              <a:buNone/>
              <a:defRPr sz="1725" b="0">
                <a:solidFill>
                  <a:srgbClr val="BED0D5"/>
                </a:solidFill>
                <a:latin typeface="DejaVu Sans"/>
                <a:ea typeface="DejaVu Sans"/>
                <a:cs typeface="DejaVu Sans"/>
              </a:defRPr>
            </a:pPr>
            <a:r>
              <a:rPr sz="1725" b="0">
                <a:solidFill>
                  <a:srgbClr val="BED0D5"/>
                </a:solidFill>
                <a:latin typeface="DejaVu Sans"/>
                <a:ea typeface="DejaVu Sans"/>
                <a:cs typeface="DejaVu Sans"/>
              </a:rPr>
              <a:t>What measurable outcome does it pursue?</a:t>
            </a:r>
          </a:p>
        </p:txBody>
      </p:sp>
      <p:sp>
        <p:nvSpPr>
          <p:cNvPr id="11" name="">
            <a:extLst xmlns:a="http://schemas.openxmlformats.org/drawingml/2006/main">
              <a:ext uri="{FF2B5EF4-FFF2-40B4-BE49-F238E27FC236}">
                <a16:creationId xmlns:a16="http://schemas.microsoft.com/office/drawing/2014/main" id="{0B28828B-99B4-4D36-8040-36DB6B4A4510}"/>
              </a:ext>
            </a:extLst>
          </p:cNvPr>
          <p:cNvSpPr>
            <a:spLocks xmlns:a="http://schemas.openxmlformats.org/drawingml/2006/main" noGrp="1"/>
          </p:cNvSpPr>
          <p:nvPr/>
        </p:nvSpPr>
        <p:spPr>
          <a:xfrm xmlns:a="http://schemas.openxmlformats.org/drawingml/2006/main">
            <a:off x="1238250" y="3204210"/>
            <a:ext cx="10344150" cy="9525"/>
          </a:xfrm>
          <a:prstGeom xmlns:a="http://schemas.openxmlformats.org/drawingml/2006/main" prst="rect">
            <a:avLst/>
          </a:prstGeom>
          <a:solidFill xmlns:a="http://schemas.openxmlformats.org/drawingml/2006/main">
            <a:srgbClr val="294652"/>
          </a:solidFill>
          <a:ln xmlns:a="http://schemas.openxmlformats.org/drawingml/2006/main" w="0">
            <a:noFill/>
            <a:prstDash val="solid"/>
          </a:ln>
        </p:spPr>
      </p:sp>
      <p:sp>
        <p:nvSpPr>
          <p:cNvPr id="12" name="text-40vp20ka7do">
            <a:extLst xmlns:a="http://schemas.openxmlformats.org/drawingml/2006/main">
              <a:ext uri="{FF2B5EF4-FFF2-40B4-BE49-F238E27FC236}">
                <a16:creationId xmlns:a16="http://schemas.microsoft.com/office/drawing/2014/main" id="{2A35278A-3C29-4F7C-BE61-5C8106906BCA}"/>
              </a:ext>
            </a:extLst>
          </p:cNvPr>
          <p:cNvSpPr>
            <a:spLocks xmlns:a="http://schemas.openxmlformats.org/drawingml/2006/main" noGrp="1"/>
          </p:cNvSpPr>
          <p:nvPr/>
        </p:nvSpPr>
        <p:spPr>
          <a:xfrm xmlns:a="http://schemas.openxmlformats.org/drawingml/2006/main">
            <a:off x="628650" y="3347085"/>
            <a:ext cx="428625" cy="60388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1">
                <a:solidFill>
                  <a:srgbClr val="62D6C9"/>
                </a:solidFill>
                <a:latin typeface="DejaVu Sans"/>
                <a:ea typeface="DejaVu Sans"/>
                <a:cs typeface="DejaVu Sans"/>
              </a:defRPr>
            </a:defPPr>
            <a:lvl1pPr algn="l">
              <a:defRPr sz="1650" b="1">
                <a:solidFill>
                  <a:srgbClr val="62D6C9"/>
                </a:solidFill>
                <a:latin typeface="DejaVu Sans"/>
                <a:ea typeface="DejaVu Sans"/>
                <a:cs typeface="DejaVu Sans"/>
              </a:defRPr>
            </a:lvl1pPr>
            <a:lvl2pPr algn="l">
              <a:defRPr sz="1650" b="1">
                <a:solidFill>
                  <a:srgbClr val="62D6C9"/>
                </a:solidFill>
                <a:latin typeface="DejaVu Sans"/>
                <a:ea typeface="DejaVu Sans"/>
                <a:cs typeface="DejaVu Sans"/>
              </a:defRPr>
            </a:lvl2pPr>
            <a:lvl3pPr algn="l">
              <a:defRPr sz="1650" b="1">
                <a:solidFill>
                  <a:srgbClr val="62D6C9"/>
                </a:solidFill>
                <a:latin typeface="DejaVu Sans"/>
                <a:ea typeface="DejaVu Sans"/>
                <a:cs typeface="DejaVu Sans"/>
              </a:defRPr>
            </a:lvl3pPr>
            <a:lvl4pPr algn="l">
              <a:defRPr sz="1650" b="1">
                <a:solidFill>
                  <a:srgbClr val="62D6C9"/>
                </a:solidFill>
                <a:latin typeface="DejaVu Sans"/>
                <a:ea typeface="DejaVu Sans"/>
                <a:cs typeface="DejaVu Sans"/>
              </a:defRPr>
            </a:lvl4pPr>
            <a:lvl5pPr algn="l">
              <a:defRPr sz="1650" b="1">
                <a:solidFill>
                  <a:srgbClr val="62D6C9"/>
                </a:solidFill>
                <a:latin typeface="DejaVu Sans"/>
                <a:ea typeface="DejaVu Sans"/>
                <a:cs typeface="DejaVu Sans"/>
              </a:defRPr>
            </a:lvl5pPr>
            <a:lvl6pPr algn="l">
              <a:defRPr sz="1650" b="1">
                <a:solidFill>
                  <a:srgbClr val="62D6C9"/>
                </a:solidFill>
                <a:latin typeface="DejaVu Sans"/>
                <a:ea typeface="DejaVu Sans"/>
                <a:cs typeface="DejaVu Sans"/>
              </a:defRPr>
            </a:lvl6pPr>
            <a:lvl7pPr algn="l">
              <a:defRPr sz="1650" b="1">
                <a:solidFill>
                  <a:srgbClr val="62D6C9"/>
                </a:solidFill>
                <a:latin typeface="DejaVu Sans"/>
                <a:ea typeface="DejaVu Sans"/>
                <a:cs typeface="DejaVu Sans"/>
              </a:defRPr>
            </a:lvl7pPr>
            <a:lvl8pPr algn="l">
              <a:defRPr sz="1650" b="1">
                <a:solidFill>
                  <a:srgbClr val="62D6C9"/>
                </a:solidFill>
                <a:latin typeface="DejaVu Sans"/>
                <a:ea typeface="DejaVu Sans"/>
                <a:cs typeface="DejaVu Sans"/>
              </a:defRPr>
            </a:lvl8pPr>
            <a:lvl9pPr algn="l">
              <a:defRPr sz="1650" b="1">
                <a:solidFill>
                  <a:srgbClr val="62D6C9"/>
                </a:solidFill>
                <a:latin typeface="DejaVu Sans"/>
                <a:ea typeface="DejaVu Sans"/>
                <a:cs typeface="DejaVu Sans"/>
              </a:defRPr>
            </a:lvl9pPr>
          </a:lstStyle>
          <a:p xmlns:a="http://schemas.openxmlformats.org/drawingml/2006/main">
            <a:pPr algn="l">
              <a:lnSpc>
                <a:spcPct val="112000"/>
              </a:lnSpc>
              <a:buNone/>
              <a:defRPr sz="1650" b="1">
                <a:solidFill>
                  <a:srgbClr val="62D6C9"/>
                </a:solidFill>
                <a:latin typeface="DejaVu Sans"/>
                <a:ea typeface="DejaVu Sans"/>
                <a:cs typeface="DejaVu Sans"/>
              </a:defRPr>
            </a:pPr>
            <a:r>
              <a:rPr sz="1650" b="1">
                <a:solidFill>
                  <a:srgbClr val="62D6C9"/>
                </a:solidFill>
                <a:latin typeface="DejaVu Sans"/>
                <a:ea typeface="DejaVu Sans"/>
                <a:cs typeface="DejaVu Sans"/>
              </a:rPr>
              <a:t>02</a:t>
            </a:r>
          </a:p>
        </p:txBody>
      </p:sp>
      <p:sp>
        <p:nvSpPr>
          <p:cNvPr id="13" name="text-qrqjmkipdii">
            <a:extLst xmlns:a="http://schemas.openxmlformats.org/drawingml/2006/main">
              <a:ext uri="{FF2B5EF4-FFF2-40B4-BE49-F238E27FC236}">
                <a16:creationId xmlns:a16="http://schemas.microsoft.com/office/drawing/2014/main" id="{D96B6D57-6F7C-46A2-8D59-3FA6E2CD91E9}"/>
              </a:ext>
            </a:extLst>
          </p:cNvPr>
          <p:cNvSpPr>
            <a:spLocks xmlns:a="http://schemas.openxmlformats.org/drawingml/2006/main" noGrp="1"/>
          </p:cNvSpPr>
          <p:nvPr/>
        </p:nvSpPr>
        <p:spPr>
          <a:xfrm xmlns:a="http://schemas.openxmlformats.org/drawingml/2006/main">
            <a:off x="1238250" y="3337560"/>
            <a:ext cx="2619375" cy="56578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1">
                <a:solidFill>
                  <a:srgbClr val="FFFDFA"/>
                </a:solidFill>
                <a:latin typeface="DejaVu Sans"/>
                <a:ea typeface="DejaVu Sans"/>
                <a:cs typeface="DejaVu Sans"/>
              </a:defRPr>
            </a:defPPr>
            <a:lvl1pPr algn="l">
              <a:defRPr sz="1725" b="1">
                <a:solidFill>
                  <a:srgbClr val="FFFDFA"/>
                </a:solidFill>
                <a:latin typeface="DejaVu Sans"/>
                <a:ea typeface="DejaVu Sans"/>
                <a:cs typeface="DejaVu Sans"/>
              </a:defRPr>
            </a:lvl1pPr>
            <a:lvl2pPr algn="l">
              <a:defRPr sz="1725" b="1">
                <a:solidFill>
                  <a:srgbClr val="FFFDFA"/>
                </a:solidFill>
                <a:latin typeface="DejaVu Sans"/>
                <a:ea typeface="DejaVu Sans"/>
                <a:cs typeface="DejaVu Sans"/>
              </a:defRPr>
            </a:lvl2pPr>
            <a:lvl3pPr algn="l">
              <a:defRPr sz="1725" b="1">
                <a:solidFill>
                  <a:srgbClr val="FFFDFA"/>
                </a:solidFill>
                <a:latin typeface="DejaVu Sans"/>
                <a:ea typeface="DejaVu Sans"/>
                <a:cs typeface="DejaVu Sans"/>
              </a:defRPr>
            </a:lvl3pPr>
            <a:lvl4pPr algn="l">
              <a:defRPr sz="1725" b="1">
                <a:solidFill>
                  <a:srgbClr val="FFFDFA"/>
                </a:solidFill>
                <a:latin typeface="DejaVu Sans"/>
                <a:ea typeface="DejaVu Sans"/>
                <a:cs typeface="DejaVu Sans"/>
              </a:defRPr>
            </a:lvl4pPr>
            <a:lvl5pPr algn="l">
              <a:defRPr sz="1725" b="1">
                <a:solidFill>
                  <a:srgbClr val="FFFDFA"/>
                </a:solidFill>
                <a:latin typeface="DejaVu Sans"/>
                <a:ea typeface="DejaVu Sans"/>
                <a:cs typeface="DejaVu Sans"/>
              </a:defRPr>
            </a:lvl5pPr>
            <a:lvl6pPr algn="l">
              <a:defRPr sz="1725" b="1">
                <a:solidFill>
                  <a:srgbClr val="FFFDFA"/>
                </a:solidFill>
                <a:latin typeface="DejaVu Sans"/>
                <a:ea typeface="DejaVu Sans"/>
                <a:cs typeface="DejaVu Sans"/>
              </a:defRPr>
            </a:lvl6pPr>
            <a:lvl7pPr algn="l">
              <a:defRPr sz="1725" b="1">
                <a:solidFill>
                  <a:srgbClr val="FFFDFA"/>
                </a:solidFill>
                <a:latin typeface="DejaVu Sans"/>
                <a:ea typeface="DejaVu Sans"/>
                <a:cs typeface="DejaVu Sans"/>
              </a:defRPr>
            </a:lvl7pPr>
            <a:lvl8pPr algn="l">
              <a:defRPr sz="1725" b="1">
                <a:solidFill>
                  <a:srgbClr val="FFFDFA"/>
                </a:solidFill>
                <a:latin typeface="DejaVu Sans"/>
                <a:ea typeface="DejaVu Sans"/>
                <a:cs typeface="DejaVu Sans"/>
              </a:defRPr>
            </a:lvl8pPr>
            <a:lvl9pPr algn="l">
              <a:defRPr sz="1725" b="1">
                <a:solidFill>
                  <a:srgbClr val="FFFDFA"/>
                </a:solidFill>
                <a:latin typeface="DejaVu Sans"/>
                <a:ea typeface="DejaVu Sans"/>
                <a:cs typeface="DejaVu Sans"/>
              </a:defRPr>
            </a:lvl9pPr>
          </a:lstStyle>
          <a:p xmlns:a="http://schemas.openxmlformats.org/drawingml/2006/main">
            <a:pPr algn="l">
              <a:lnSpc>
                <a:spcPct val="112000"/>
              </a:lnSpc>
              <a:buNone/>
              <a:defRPr sz="1725" b="1">
                <a:solidFill>
                  <a:srgbClr val="FFFDFA"/>
                </a:solidFill>
                <a:latin typeface="DejaVu Sans"/>
                <a:ea typeface="DejaVu Sans"/>
                <a:cs typeface="DejaVu Sans"/>
              </a:defRPr>
            </a:pPr>
            <a:r>
              <a:rPr sz="1725" b="1">
                <a:solidFill>
                  <a:srgbClr val="FFFDFA"/>
                </a:solidFill>
                <a:latin typeface="DejaVu Sans"/>
                <a:ea typeface="DejaVu Sans"/>
                <a:cs typeface="DejaVu Sans"/>
              </a:rPr>
              <a:t>Information</a:t>
            </a:r>
          </a:p>
        </p:txBody>
      </p:sp>
      <p:sp>
        <p:nvSpPr>
          <p:cNvPr id="14" name="text-bi8hafkb8d7">
            <a:extLst xmlns:a="http://schemas.openxmlformats.org/drawingml/2006/main">
              <a:ext uri="{FF2B5EF4-FFF2-40B4-BE49-F238E27FC236}">
                <a16:creationId xmlns:a16="http://schemas.microsoft.com/office/drawing/2014/main" id="{4B215252-1630-4092-875C-02D8625D5FB6}"/>
              </a:ext>
            </a:extLst>
          </p:cNvPr>
          <p:cNvSpPr>
            <a:spLocks xmlns:a="http://schemas.openxmlformats.org/drawingml/2006/main" noGrp="1"/>
          </p:cNvSpPr>
          <p:nvPr/>
        </p:nvSpPr>
        <p:spPr>
          <a:xfrm xmlns:a="http://schemas.openxmlformats.org/drawingml/2006/main">
            <a:off x="4095750" y="3337560"/>
            <a:ext cx="7381875" cy="56578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0">
                <a:solidFill>
                  <a:srgbClr val="BED0D5"/>
                </a:solidFill>
                <a:latin typeface="DejaVu Sans"/>
                <a:ea typeface="DejaVu Sans"/>
                <a:cs typeface="DejaVu Sans"/>
              </a:defRPr>
            </a:defPPr>
            <a:lvl1pPr algn="l">
              <a:defRPr sz="1725" b="0">
                <a:solidFill>
                  <a:srgbClr val="BED0D5"/>
                </a:solidFill>
                <a:latin typeface="DejaVu Sans"/>
                <a:ea typeface="DejaVu Sans"/>
                <a:cs typeface="DejaVu Sans"/>
              </a:defRPr>
            </a:lvl1pPr>
            <a:lvl2pPr algn="l">
              <a:defRPr sz="1725" b="0">
                <a:solidFill>
                  <a:srgbClr val="BED0D5"/>
                </a:solidFill>
                <a:latin typeface="DejaVu Sans"/>
                <a:ea typeface="DejaVu Sans"/>
                <a:cs typeface="DejaVu Sans"/>
              </a:defRPr>
            </a:lvl2pPr>
            <a:lvl3pPr algn="l">
              <a:defRPr sz="1725" b="0">
                <a:solidFill>
                  <a:srgbClr val="BED0D5"/>
                </a:solidFill>
                <a:latin typeface="DejaVu Sans"/>
                <a:ea typeface="DejaVu Sans"/>
                <a:cs typeface="DejaVu Sans"/>
              </a:defRPr>
            </a:lvl3pPr>
            <a:lvl4pPr algn="l">
              <a:defRPr sz="1725" b="0">
                <a:solidFill>
                  <a:srgbClr val="BED0D5"/>
                </a:solidFill>
                <a:latin typeface="DejaVu Sans"/>
                <a:ea typeface="DejaVu Sans"/>
                <a:cs typeface="DejaVu Sans"/>
              </a:defRPr>
            </a:lvl4pPr>
            <a:lvl5pPr algn="l">
              <a:defRPr sz="1725" b="0">
                <a:solidFill>
                  <a:srgbClr val="BED0D5"/>
                </a:solidFill>
                <a:latin typeface="DejaVu Sans"/>
                <a:ea typeface="DejaVu Sans"/>
                <a:cs typeface="DejaVu Sans"/>
              </a:defRPr>
            </a:lvl5pPr>
            <a:lvl6pPr algn="l">
              <a:defRPr sz="1725" b="0">
                <a:solidFill>
                  <a:srgbClr val="BED0D5"/>
                </a:solidFill>
                <a:latin typeface="DejaVu Sans"/>
                <a:ea typeface="DejaVu Sans"/>
                <a:cs typeface="DejaVu Sans"/>
              </a:defRPr>
            </a:lvl6pPr>
            <a:lvl7pPr algn="l">
              <a:defRPr sz="1725" b="0">
                <a:solidFill>
                  <a:srgbClr val="BED0D5"/>
                </a:solidFill>
                <a:latin typeface="DejaVu Sans"/>
                <a:ea typeface="DejaVu Sans"/>
                <a:cs typeface="DejaVu Sans"/>
              </a:defRPr>
            </a:lvl7pPr>
            <a:lvl8pPr algn="l">
              <a:defRPr sz="1725" b="0">
                <a:solidFill>
                  <a:srgbClr val="BED0D5"/>
                </a:solidFill>
                <a:latin typeface="DejaVu Sans"/>
                <a:ea typeface="DejaVu Sans"/>
                <a:cs typeface="DejaVu Sans"/>
              </a:defRPr>
            </a:lvl8pPr>
            <a:lvl9pPr algn="l">
              <a:defRPr sz="1725" b="0">
                <a:solidFill>
                  <a:srgbClr val="BED0D5"/>
                </a:solidFill>
                <a:latin typeface="DejaVu Sans"/>
                <a:ea typeface="DejaVu Sans"/>
                <a:cs typeface="DejaVu Sans"/>
              </a:defRPr>
            </a:lvl9pPr>
          </a:lstStyle>
          <a:p xmlns:a="http://schemas.openxmlformats.org/drawingml/2006/main">
            <a:pPr algn="l">
              <a:lnSpc>
                <a:spcPct val="112000"/>
              </a:lnSpc>
              <a:buNone/>
              <a:defRPr sz="1725" b="0">
                <a:solidFill>
                  <a:srgbClr val="BED0D5"/>
                </a:solidFill>
                <a:latin typeface="DejaVu Sans"/>
                <a:ea typeface="DejaVu Sans"/>
                <a:cs typeface="DejaVu Sans"/>
              </a:defRPr>
            </a:pPr>
            <a:r>
              <a:rPr sz="1725" b="0">
                <a:solidFill>
                  <a:srgbClr val="BED0D5"/>
                </a:solidFill>
                <a:latin typeface="DejaVu Sans"/>
                <a:ea typeface="DejaVu Sans"/>
                <a:cs typeface="DejaVu Sans"/>
              </a:rPr>
              <a:t>What does it observe and what is hidden?</a:t>
            </a:r>
          </a:p>
        </p:txBody>
      </p:sp>
      <p:sp>
        <p:nvSpPr>
          <p:cNvPr id="15" name="">
            <a:extLst xmlns:a="http://schemas.openxmlformats.org/drawingml/2006/main">
              <a:ext uri="{FF2B5EF4-FFF2-40B4-BE49-F238E27FC236}">
                <a16:creationId xmlns:a16="http://schemas.microsoft.com/office/drawing/2014/main" id="{40994DE4-CD35-4421-864B-D72FA43F0C7B}"/>
              </a:ext>
            </a:extLst>
          </p:cNvPr>
          <p:cNvSpPr>
            <a:spLocks xmlns:a="http://schemas.openxmlformats.org/drawingml/2006/main" noGrp="1"/>
          </p:cNvSpPr>
          <p:nvPr/>
        </p:nvSpPr>
        <p:spPr>
          <a:xfrm xmlns:a="http://schemas.openxmlformats.org/drawingml/2006/main">
            <a:off x="1238250" y="3922395"/>
            <a:ext cx="10344150" cy="9525"/>
          </a:xfrm>
          <a:prstGeom xmlns:a="http://schemas.openxmlformats.org/drawingml/2006/main" prst="rect">
            <a:avLst/>
          </a:prstGeom>
          <a:solidFill xmlns:a="http://schemas.openxmlformats.org/drawingml/2006/main">
            <a:srgbClr val="294652"/>
          </a:solidFill>
          <a:ln xmlns:a="http://schemas.openxmlformats.org/drawingml/2006/main" w="0">
            <a:noFill/>
            <a:prstDash val="solid"/>
          </a:ln>
        </p:spPr>
      </p:sp>
      <p:sp>
        <p:nvSpPr>
          <p:cNvPr id="16" name="text-cnssli7py7">
            <a:extLst xmlns:a="http://schemas.openxmlformats.org/drawingml/2006/main">
              <a:ext uri="{FF2B5EF4-FFF2-40B4-BE49-F238E27FC236}">
                <a16:creationId xmlns:a16="http://schemas.microsoft.com/office/drawing/2014/main" id="{B5B02B19-6704-448C-9CF7-CF96D1E03182}"/>
              </a:ext>
            </a:extLst>
          </p:cNvPr>
          <p:cNvSpPr>
            <a:spLocks xmlns:a="http://schemas.openxmlformats.org/drawingml/2006/main" noGrp="1"/>
          </p:cNvSpPr>
          <p:nvPr/>
        </p:nvSpPr>
        <p:spPr>
          <a:xfrm xmlns:a="http://schemas.openxmlformats.org/drawingml/2006/main">
            <a:off x="628650" y="4065270"/>
            <a:ext cx="428625" cy="60388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1">
                <a:solidFill>
                  <a:srgbClr val="62D6C9"/>
                </a:solidFill>
                <a:latin typeface="DejaVu Sans"/>
                <a:ea typeface="DejaVu Sans"/>
                <a:cs typeface="DejaVu Sans"/>
              </a:defRPr>
            </a:defPPr>
            <a:lvl1pPr algn="l">
              <a:defRPr sz="1650" b="1">
                <a:solidFill>
                  <a:srgbClr val="62D6C9"/>
                </a:solidFill>
                <a:latin typeface="DejaVu Sans"/>
                <a:ea typeface="DejaVu Sans"/>
                <a:cs typeface="DejaVu Sans"/>
              </a:defRPr>
            </a:lvl1pPr>
            <a:lvl2pPr algn="l">
              <a:defRPr sz="1650" b="1">
                <a:solidFill>
                  <a:srgbClr val="62D6C9"/>
                </a:solidFill>
                <a:latin typeface="DejaVu Sans"/>
                <a:ea typeface="DejaVu Sans"/>
                <a:cs typeface="DejaVu Sans"/>
              </a:defRPr>
            </a:lvl2pPr>
            <a:lvl3pPr algn="l">
              <a:defRPr sz="1650" b="1">
                <a:solidFill>
                  <a:srgbClr val="62D6C9"/>
                </a:solidFill>
                <a:latin typeface="DejaVu Sans"/>
                <a:ea typeface="DejaVu Sans"/>
                <a:cs typeface="DejaVu Sans"/>
              </a:defRPr>
            </a:lvl3pPr>
            <a:lvl4pPr algn="l">
              <a:defRPr sz="1650" b="1">
                <a:solidFill>
                  <a:srgbClr val="62D6C9"/>
                </a:solidFill>
                <a:latin typeface="DejaVu Sans"/>
                <a:ea typeface="DejaVu Sans"/>
                <a:cs typeface="DejaVu Sans"/>
              </a:defRPr>
            </a:lvl4pPr>
            <a:lvl5pPr algn="l">
              <a:defRPr sz="1650" b="1">
                <a:solidFill>
                  <a:srgbClr val="62D6C9"/>
                </a:solidFill>
                <a:latin typeface="DejaVu Sans"/>
                <a:ea typeface="DejaVu Sans"/>
                <a:cs typeface="DejaVu Sans"/>
              </a:defRPr>
            </a:lvl5pPr>
            <a:lvl6pPr algn="l">
              <a:defRPr sz="1650" b="1">
                <a:solidFill>
                  <a:srgbClr val="62D6C9"/>
                </a:solidFill>
                <a:latin typeface="DejaVu Sans"/>
                <a:ea typeface="DejaVu Sans"/>
                <a:cs typeface="DejaVu Sans"/>
              </a:defRPr>
            </a:lvl6pPr>
            <a:lvl7pPr algn="l">
              <a:defRPr sz="1650" b="1">
                <a:solidFill>
                  <a:srgbClr val="62D6C9"/>
                </a:solidFill>
                <a:latin typeface="DejaVu Sans"/>
                <a:ea typeface="DejaVu Sans"/>
                <a:cs typeface="DejaVu Sans"/>
              </a:defRPr>
            </a:lvl7pPr>
            <a:lvl8pPr algn="l">
              <a:defRPr sz="1650" b="1">
                <a:solidFill>
                  <a:srgbClr val="62D6C9"/>
                </a:solidFill>
                <a:latin typeface="DejaVu Sans"/>
                <a:ea typeface="DejaVu Sans"/>
                <a:cs typeface="DejaVu Sans"/>
              </a:defRPr>
            </a:lvl8pPr>
            <a:lvl9pPr algn="l">
              <a:defRPr sz="1650" b="1">
                <a:solidFill>
                  <a:srgbClr val="62D6C9"/>
                </a:solidFill>
                <a:latin typeface="DejaVu Sans"/>
                <a:ea typeface="DejaVu Sans"/>
                <a:cs typeface="DejaVu Sans"/>
              </a:defRPr>
            </a:lvl9pPr>
          </a:lstStyle>
          <a:p xmlns:a="http://schemas.openxmlformats.org/drawingml/2006/main">
            <a:pPr algn="l">
              <a:lnSpc>
                <a:spcPct val="112000"/>
              </a:lnSpc>
              <a:buNone/>
              <a:defRPr sz="1650" b="1">
                <a:solidFill>
                  <a:srgbClr val="62D6C9"/>
                </a:solidFill>
                <a:latin typeface="DejaVu Sans"/>
                <a:ea typeface="DejaVu Sans"/>
                <a:cs typeface="DejaVu Sans"/>
              </a:defRPr>
            </a:pPr>
            <a:r>
              <a:rPr sz="1650" b="1">
                <a:solidFill>
                  <a:srgbClr val="62D6C9"/>
                </a:solidFill>
                <a:latin typeface="DejaVu Sans"/>
                <a:ea typeface="DejaVu Sans"/>
                <a:cs typeface="DejaVu Sans"/>
              </a:rPr>
              <a:t>03</a:t>
            </a:r>
          </a:p>
        </p:txBody>
      </p:sp>
      <p:sp>
        <p:nvSpPr>
          <p:cNvPr id="17" name="text-kq9mk56m7zf">
            <a:extLst xmlns:a="http://schemas.openxmlformats.org/drawingml/2006/main">
              <a:ext uri="{FF2B5EF4-FFF2-40B4-BE49-F238E27FC236}">
                <a16:creationId xmlns:a16="http://schemas.microsoft.com/office/drawing/2014/main" id="{F7CB7737-E352-4BFA-BBA7-994445B3225D}"/>
              </a:ext>
            </a:extLst>
          </p:cNvPr>
          <p:cNvSpPr>
            <a:spLocks xmlns:a="http://schemas.openxmlformats.org/drawingml/2006/main" noGrp="1"/>
          </p:cNvSpPr>
          <p:nvPr/>
        </p:nvSpPr>
        <p:spPr>
          <a:xfrm xmlns:a="http://schemas.openxmlformats.org/drawingml/2006/main">
            <a:off x="1238250" y="4055745"/>
            <a:ext cx="2619375" cy="56578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1">
                <a:solidFill>
                  <a:srgbClr val="FFFDFA"/>
                </a:solidFill>
                <a:latin typeface="DejaVu Sans"/>
                <a:ea typeface="DejaVu Sans"/>
                <a:cs typeface="DejaVu Sans"/>
              </a:defRPr>
            </a:defPPr>
            <a:lvl1pPr algn="l">
              <a:defRPr sz="1725" b="1">
                <a:solidFill>
                  <a:srgbClr val="FFFDFA"/>
                </a:solidFill>
                <a:latin typeface="DejaVu Sans"/>
                <a:ea typeface="DejaVu Sans"/>
                <a:cs typeface="DejaVu Sans"/>
              </a:defRPr>
            </a:lvl1pPr>
            <a:lvl2pPr algn="l">
              <a:defRPr sz="1725" b="1">
                <a:solidFill>
                  <a:srgbClr val="FFFDFA"/>
                </a:solidFill>
                <a:latin typeface="DejaVu Sans"/>
                <a:ea typeface="DejaVu Sans"/>
                <a:cs typeface="DejaVu Sans"/>
              </a:defRPr>
            </a:lvl2pPr>
            <a:lvl3pPr algn="l">
              <a:defRPr sz="1725" b="1">
                <a:solidFill>
                  <a:srgbClr val="FFFDFA"/>
                </a:solidFill>
                <a:latin typeface="DejaVu Sans"/>
                <a:ea typeface="DejaVu Sans"/>
                <a:cs typeface="DejaVu Sans"/>
              </a:defRPr>
            </a:lvl3pPr>
            <a:lvl4pPr algn="l">
              <a:defRPr sz="1725" b="1">
                <a:solidFill>
                  <a:srgbClr val="FFFDFA"/>
                </a:solidFill>
                <a:latin typeface="DejaVu Sans"/>
                <a:ea typeface="DejaVu Sans"/>
                <a:cs typeface="DejaVu Sans"/>
              </a:defRPr>
            </a:lvl4pPr>
            <a:lvl5pPr algn="l">
              <a:defRPr sz="1725" b="1">
                <a:solidFill>
                  <a:srgbClr val="FFFDFA"/>
                </a:solidFill>
                <a:latin typeface="DejaVu Sans"/>
                <a:ea typeface="DejaVu Sans"/>
                <a:cs typeface="DejaVu Sans"/>
              </a:defRPr>
            </a:lvl5pPr>
            <a:lvl6pPr algn="l">
              <a:defRPr sz="1725" b="1">
                <a:solidFill>
                  <a:srgbClr val="FFFDFA"/>
                </a:solidFill>
                <a:latin typeface="DejaVu Sans"/>
                <a:ea typeface="DejaVu Sans"/>
                <a:cs typeface="DejaVu Sans"/>
              </a:defRPr>
            </a:lvl6pPr>
            <a:lvl7pPr algn="l">
              <a:defRPr sz="1725" b="1">
                <a:solidFill>
                  <a:srgbClr val="FFFDFA"/>
                </a:solidFill>
                <a:latin typeface="DejaVu Sans"/>
                <a:ea typeface="DejaVu Sans"/>
                <a:cs typeface="DejaVu Sans"/>
              </a:defRPr>
            </a:lvl7pPr>
            <a:lvl8pPr algn="l">
              <a:defRPr sz="1725" b="1">
                <a:solidFill>
                  <a:srgbClr val="FFFDFA"/>
                </a:solidFill>
                <a:latin typeface="DejaVu Sans"/>
                <a:ea typeface="DejaVu Sans"/>
                <a:cs typeface="DejaVu Sans"/>
              </a:defRPr>
            </a:lvl8pPr>
            <a:lvl9pPr algn="l">
              <a:defRPr sz="1725" b="1">
                <a:solidFill>
                  <a:srgbClr val="FFFDFA"/>
                </a:solidFill>
                <a:latin typeface="DejaVu Sans"/>
                <a:ea typeface="DejaVu Sans"/>
                <a:cs typeface="DejaVu Sans"/>
              </a:defRPr>
            </a:lvl9pPr>
          </a:lstStyle>
          <a:p xmlns:a="http://schemas.openxmlformats.org/drawingml/2006/main">
            <a:pPr algn="l">
              <a:lnSpc>
                <a:spcPct val="112000"/>
              </a:lnSpc>
              <a:buNone/>
              <a:defRPr sz="1725" b="1">
                <a:solidFill>
                  <a:srgbClr val="FFFDFA"/>
                </a:solidFill>
                <a:latin typeface="DejaVu Sans"/>
                <a:ea typeface="DejaVu Sans"/>
                <a:cs typeface="DejaVu Sans"/>
              </a:defRPr>
            </a:pPr>
            <a:r>
              <a:rPr sz="1725" b="1">
                <a:solidFill>
                  <a:srgbClr val="FFFDFA"/>
                </a:solidFill>
                <a:latin typeface="DejaVu Sans"/>
                <a:ea typeface="DejaVu Sans"/>
                <a:cs typeface="DejaVu Sans"/>
              </a:rPr>
              <a:t>Actions</a:t>
            </a:r>
          </a:p>
        </p:txBody>
      </p:sp>
      <p:sp>
        <p:nvSpPr>
          <p:cNvPr id="18" name="text-qdws011dume">
            <a:extLst xmlns:a="http://schemas.openxmlformats.org/drawingml/2006/main">
              <a:ext uri="{FF2B5EF4-FFF2-40B4-BE49-F238E27FC236}">
                <a16:creationId xmlns:a16="http://schemas.microsoft.com/office/drawing/2014/main" id="{6D656579-80C6-441E-8411-B8EE3ABBF5F6}"/>
              </a:ext>
            </a:extLst>
          </p:cNvPr>
          <p:cNvSpPr>
            <a:spLocks xmlns:a="http://schemas.openxmlformats.org/drawingml/2006/main" noGrp="1"/>
          </p:cNvSpPr>
          <p:nvPr/>
        </p:nvSpPr>
        <p:spPr>
          <a:xfrm xmlns:a="http://schemas.openxmlformats.org/drawingml/2006/main">
            <a:off x="4095750" y="4055745"/>
            <a:ext cx="7381875" cy="56578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0">
                <a:solidFill>
                  <a:srgbClr val="BED0D5"/>
                </a:solidFill>
                <a:latin typeface="DejaVu Sans"/>
                <a:ea typeface="DejaVu Sans"/>
                <a:cs typeface="DejaVu Sans"/>
              </a:defRPr>
            </a:defPPr>
            <a:lvl1pPr algn="l">
              <a:defRPr sz="1725" b="0">
                <a:solidFill>
                  <a:srgbClr val="BED0D5"/>
                </a:solidFill>
                <a:latin typeface="DejaVu Sans"/>
                <a:ea typeface="DejaVu Sans"/>
                <a:cs typeface="DejaVu Sans"/>
              </a:defRPr>
            </a:lvl1pPr>
            <a:lvl2pPr algn="l">
              <a:defRPr sz="1725" b="0">
                <a:solidFill>
                  <a:srgbClr val="BED0D5"/>
                </a:solidFill>
                <a:latin typeface="DejaVu Sans"/>
                <a:ea typeface="DejaVu Sans"/>
                <a:cs typeface="DejaVu Sans"/>
              </a:defRPr>
            </a:lvl2pPr>
            <a:lvl3pPr algn="l">
              <a:defRPr sz="1725" b="0">
                <a:solidFill>
                  <a:srgbClr val="BED0D5"/>
                </a:solidFill>
                <a:latin typeface="DejaVu Sans"/>
                <a:ea typeface="DejaVu Sans"/>
                <a:cs typeface="DejaVu Sans"/>
              </a:defRPr>
            </a:lvl3pPr>
            <a:lvl4pPr algn="l">
              <a:defRPr sz="1725" b="0">
                <a:solidFill>
                  <a:srgbClr val="BED0D5"/>
                </a:solidFill>
                <a:latin typeface="DejaVu Sans"/>
                <a:ea typeface="DejaVu Sans"/>
                <a:cs typeface="DejaVu Sans"/>
              </a:defRPr>
            </a:lvl4pPr>
            <a:lvl5pPr algn="l">
              <a:defRPr sz="1725" b="0">
                <a:solidFill>
                  <a:srgbClr val="BED0D5"/>
                </a:solidFill>
                <a:latin typeface="DejaVu Sans"/>
                <a:ea typeface="DejaVu Sans"/>
                <a:cs typeface="DejaVu Sans"/>
              </a:defRPr>
            </a:lvl5pPr>
            <a:lvl6pPr algn="l">
              <a:defRPr sz="1725" b="0">
                <a:solidFill>
                  <a:srgbClr val="BED0D5"/>
                </a:solidFill>
                <a:latin typeface="DejaVu Sans"/>
                <a:ea typeface="DejaVu Sans"/>
                <a:cs typeface="DejaVu Sans"/>
              </a:defRPr>
            </a:lvl6pPr>
            <a:lvl7pPr algn="l">
              <a:defRPr sz="1725" b="0">
                <a:solidFill>
                  <a:srgbClr val="BED0D5"/>
                </a:solidFill>
                <a:latin typeface="DejaVu Sans"/>
                <a:ea typeface="DejaVu Sans"/>
                <a:cs typeface="DejaVu Sans"/>
              </a:defRPr>
            </a:lvl7pPr>
            <a:lvl8pPr algn="l">
              <a:defRPr sz="1725" b="0">
                <a:solidFill>
                  <a:srgbClr val="BED0D5"/>
                </a:solidFill>
                <a:latin typeface="DejaVu Sans"/>
                <a:ea typeface="DejaVu Sans"/>
                <a:cs typeface="DejaVu Sans"/>
              </a:defRPr>
            </a:lvl8pPr>
            <a:lvl9pPr algn="l">
              <a:defRPr sz="1725" b="0">
                <a:solidFill>
                  <a:srgbClr val="BED0D5"/>
                </a:solidFill>
                <a:latin typeface="DejaVu Sans"/>
                <a:ea typeface="DejaVu Sans"/>
                <a:cs typeface="DejaVu Sans"/>
              </a:defRPr>
            </a:lvl9pPr>
          </a:lstStyle>
          <a:p xmlns:a="http://schemas.openxmlformats.org/drawingml/2006/main">
            <a:pPr algn="l">
              <a:lnSpc>
                <a:spcPct val="112000"/>
              </a:lnSpc>
              <a:buNone/>
              <a:defRPr sz="1725" b="0">
                <a:solidFill>
                  <a:srgbClr val="BED0D5"/>
                </a:solidFill>
                <a:latin typeface="DejaVu Sans"/>
                <a:ea typeface="DejaVu Sans"/>
                <a:cs typeface="DejaVu Sans"/>
              </a:defRPr>
            </a:pPr>
            <a:r>
              <a:rPr sz="1725" b="0">
                <a:solidFill>
                  <a:srgbClr val="BED0D5"/>
                </a:solidFill>
                <a:latin typeface="DejaVu Sans"/>
                <a:ea typeface="DejaVu Sans"/>
                <a:cs typeface="DejaVu Sans"/>
              </a:rPr>
              <a:t>What can it actually execute?</a:t>
            </a:r>
          </a:p>
        </p:txBody>
      </p:sp>
      <p:sp>
        <p:nvSpPr>
          <p:cNvPr id="19" name="">
            <a:extLst xmlns:a="http://schemas.openxmlformats.org/drawingml/2006/main">
              <a:ext uri="{FF2B5EF4-FFF2-40B4-BE49-F238E27FC236}">
                <a16:creationId xmlns:a16="http://schemas.microsoft.com/office/drawing/2014/main" id="{19C2B11A-AEC9-4A84-A759-F81DBB8634C4}"/>
              </a:ext>
            </a:extLst>
          </p:cNvPr>
          <p:cNvSpPr>
            <a:spLocks xmlns:a="http://schemas.openxmlformats.org/drawingml/2006/main" noGrp="1"/>
          </p:cNvSpPr>
          <p:nvPr/>
        </p:nvSpPr>
        <p:spPr>
          <a:xfrm xmlns:a="http://schemas.openxmlformats.org/drawingml/2006/main">
            <a:off x="1238250" y="4640580"/>
            <a:ext cx="10344150" cy="9525"/>
          </a:xfrm>
          <a:prstGeom xmlns:a="http://schemas.openxmlformats.org/drawingml/2006/main" prst="rect">
            <a:avLst/>
          </a:prstGeom>
          <a:solidFill xmlns:a="http://schemas.openxmlformats.org/drawingml/2006/main">
            <a:srgbClr val="294652"/>
          </a:solidFill>
          <a:ln xmlns:a="http://schemas.openxmlformats.org/drawingml/2006/main" w="0">
            <a:noFill/>
            <a:prstDash val="solid"/>
          </a:ln>
        </p:spPr>
      </p:sp>
      <p:sp>
        <p:nvSpPr>
          <p:cNvPr id="20" name="text-ibevm6sst2">
            <a:extLst xmlns:a="http://schemas.openxmlformats.org/drawingml/2006/main">
              <a:ext uri="{FF2B5EF4-FFF2-40B4-BE49-F238E27FC236}">
                <a16:creationId xmlns:a16="http://schemas.microsoft.com/office/drawing/2014/main" id="{DFC6D324-EA33-48E6-84F5-B05F41D3939A}"/>
              </a:ext>
            </a:extLst>
          </p:cNvPr>
          <p:cNvSpPr>
            <a:spLocks xmlns:a="http://schemas.openxmlformats.org/drawingml/2006/main" noGrp="1"/>
          </p:cNvSpPr>
          <p:nvPr/>
        </p:nvSpPr>
        <p:spPr>
          <a:xfrm xmlns:a="http://schemas.openxmlformats.org/drawingml/2006/main">
            <a:off x="628650" y="4783455"/>
            <a:ext cx="428625" cy="60388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1">
                <a:solidFill>
                  <a:srgbClr val="62D6C9"/>
                </a:solidFill>
                <a:latin typeface="DejaVu Sans"/>
                <a:ea typeface="DejaVu Sans"/>
                <a:cs typeface="DejaVu Sans"/>
              </a:defRPr>
            </a:defPPr>
            <a:lvl1pPr algn="l">
              <a:defRPr sz="1650" b="1">
                <a:solidFill>
                  <a:srgbClr val="62D6C9"/>
                </a:solidFill>
                <a:latin typeface="DejaVu Sans"/>
                <a:ea typeface="DejaVu Sans"/>
                <a:cs typeface="DejaVu Sans"/>
              </a:defRPr>
            </a:lvl1pPr>
            <a:lvl2pPr algn="l">
              <a:defRPr sz="1650" b="1">
                <a:solidFill>
                  <a:srgbClr val="62D6C9"/>
                </a:solidFill>
                <a:latin typeface="DejaVu Sans"/>
                <a:ea typeface="DejaVu Sans"/>
                <a:cs typeface="DejaVu Sans"/>
              </a:defRPr>
            </a:lvl2pPr>
            <a:lvl3pPr algn="l">
              <a:defRPr sz="1650" b="1">
                <a:solidFill>
                  <a:srgbClr val="62D6C9"/>
                </a:solidFill>
                <a:latin typeface="DejaVu Sans"/>
                <a:ea typeface="DejaVu Sans"/>
                <a:cs typeface="DejaVu Sans"/>
              </a:defRPr>
            </a:lvl3pPr>
            <a:lvl4pPr algn="l">
              <a:defRPr sz="1650" b="1">
                <a:solidFill>
                  <a:srgbClr val="62D6C9"/>
                </a:solidFill>
                <a:latin typeface="DejaVu Sans"/>
                <a:ea typeface="DejaVu Sans"/>
                <a:cs typeface="DejaVu Sans"/>
              </a:defRPr>
            </a:lvl4pPr>
            <a:lvl5pPr algn="l">
              <a:defRPr sz="1650" b="1">
                <a:solidFill>
                  <a:srgbClr val="62D6C9"/>
                </a:solidFill>
                <a:latin typeface="DejaVu Sans"/>
                <a:ea typeface="DejaVu Sans"/>
                <a:cs typeface="DejaVu Sans"/>
              </a:defRPr>
            </a:lvl5pPr>
            <a:lvl6pPr algn="l">
              <a:defRPr sz="1650" b="1">
                <a:solidFill>
                  <a:srgbClr val="62D6C9"/>
                </a:solidFill>
                <a:latin typeface="DejaVu Sans"/>
                <a:ea typeface="DejaVu Sans"/>
                <a:cs typeface="DejaVu Sans"/>
              </a:defRPr>
            </a:lvl6pPr>
            <a:lvl7pPr algn="l">
              <a:defRPr sz="1650" b="1">
                <a:solidFill>
                  <a:srgbClr val="62D6C9"/>
                </a:solidFill>
                <a:latin typeface="DejaVu Sans"/>
                <a:ea typeface="DejaVu Sans"/>
                <a:cs typeface="DejaVu Sans"/>
              </a:defRPr>
            </a:lvl7pPr>
            <a:lvl8pPr algn="l">
              <a:defRPr sz="1650" b="1">
                <a:solidFill>
                  <a:srgbClr val="62D6C9"/>
                </a:solidFill>
                <a:latin typeface="DejaVu Sans"/>
                <a:ea typeface="DejaVu Sans"/>
                <a:cs typeface="DejaVu Sans"/>
              </a:defRPr>
            </a:lvl8pPr>
            <a:lvl9pPr algn="l">
              <a:defRPr sz="1650" b="1">
                <a:solidFill>
                  <a:srgbClr val="62D6C9"/>
                </a:solidFill>
                <a:latin typeface="DejaVu Sans"/>
                <a:ea typeface="DejaVu Sans"/>
                <a:cs typeface="DejaVu Sans"/>
              </a:defRPr>
            </a:lvl9pPr>
          </a:lstStyle>
          <a:p xmlns:a="http://schemas.openxmlformats.org/drawingml/2006/main">
            <a:pPr algn="l">
              <a:lnSpc>
                <a:spcPct val="112000"/>
              </a:lnSpc>
              <a:buNone/>
              <a:defRPr sz="1650" b="1">
                <a:solidFill>
                  <a:srgbClr val="62D6C9"/>
                </a:solidFill>
                <a:latin typeface="DejaVu Sans"/>
                <a:ea typeface="DejaVu Sans"/>
                <a:cs typeface="DejaVu Sans"/>
              </a:defRPr>
            </a:pPr>
            <a:r>
              <a:rPr sz="1650" b="1">
                <a:solidFill>
                  <a:srgbClr val="62D6C9"/>
                </a:solidFill>
                <a:latin typeface="DejaVu Sans"/>
                <a:ea typeface="DejaVu Sans"/>
                <a:cs typeface="DejaVu Sans"/>
              </a:rPr>
              <a:t>04</a:t>
            </a:r>
          </a:p>
        </p:txBody>
      </p:sp>
      <p:sp>
        <p:nvSpPr>
          <p:cNvPr id="21" name="text-kc3xvleg3ye">
            <a:extLst xmlns:a="http://schemas.openxmlformats.org/drawingml/2006/main">
              <a:ext uri="{FF2B5EF4-FFF2-40B4-BE49-F238E27FC236}">
                <a16:creationId xmlns:a16="http://schemas.microsoft.com/office/drawing/2014/main" id="{68A06DA0-55A0-43CA-B46C-52F7BCA0E08C}"/>
              </a:ext>
            </a:extLst>
          </p:cNvPr>
          <p:cNvSpPr>
            <a:spLocks xmlns:a="http://schemas.openxmlformats.org/drawingml/2006/main" noGrp="1"/>
          </p:cNvSpPr>
          <p:nvPr/>
        </p:nvSpPr>
        <p:spPr>
          <a:xfrm xmlns:a="http://schemas.openxmlformats.org/drawingml/2006/main">
            <a:off x="1238250" y="4773930"/>
            <a:ext cx="2619375" cy="56578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1">
                <a:solidFill>
                  <a:srgbClr val="FFFDFA"/>
                </a:solidFill>
                <a:latin typeface="DejaVu Sans"/>
                <a:ea typeface="DejaVu Sans"/>
                <a:cs typeface="DejaVu Sans"/>
              </a:defRPr>
            </a:defPPr>
            <a:lvl1pPr algn="l">
              <a:defRPr sz="1725" b="1">
                <a:solidFill>
                  <a:srgbClr val="FFFDFA"/>
                </a:solidFill>
                <a:latin typeface="DejaVu Sans"/>
                <a:ea typeface="DejaVu Sans"/>
                <a:cs typeface="DejaVu Sans"/>
              </a:defRPr>
            </a:lvl1pPr>
            <a:lvl2pPr algn="l">
              <a:defRPr sz="1725" b="1">
                <a:solidFill>
                  <a:srgbClr val="FFFDFA"/>
                </a:solidFill>
                <a:latin typeface="DejaVu Sans"/>
                <a:ea typeface="DejaVu Sans"/>
                <a:cs typeface="DejaVu Sans"/>
              </a:defRPr>
            </a:lvl2pPr>
            <a:lvl3pPr algn="l">
              <a:defRPr sz="1725" b="1">
                <a:solidFill>
                  <a:srgbClr val="FFFDFA"/>
                </a:solidFill>
                <a:latin typeface="DejaVu Sans"/>
                <a:ea typeface="DejaVu Sans"/>
                <a:cs typeface="DejaVu Sans"/>
              </a:defRPr>
            </a:lvl3pPr>
            <a:lvl4pPr algn="l">
              <a:defRPr sz="1725" b="1">
                <a:solidFill>
                  <a:srgbClr val="FFFDFA"/>
                </a:solidFill>
                <a:latin typeface="DejaVu Sans"/>
                <a:ea typeface="DejaVu Sans"/>
                <a:cs typeface="DejaVu Sans"/>
              </a:defRPr>
            </a:lvl4pPr>
            <a:lvl5pPr algn="l">
              <a:defRPr sz="1725" b="1">
                <a:solidFill>
                  <a:srgbClr val="FFFDFA"/>
                </a:solidFill>
                <a:latin typeface="DejaVu Sans"/>
                <a:ea typeface="DejaVu Sans"/>
                <a:cs typeface="DejaVu Sans"/>
              </a:defRPr>
            </a:lvl5pPr>
            <a:lvl6pPr algn="l">
              <a:defRPr sz="1725" b="1">
                <a:solidFill>
                  <a:srgbClr val="FFFDFA"/>
                </a:solidFill>
                <a:latin typeface="DejaVu Sans"/>
                <a:ea typeface="DejaVu Sans"/>
                <a:cs typeface="DejaVu Sans"/>
              </a:defRPr>
            </a:lvl6pPr>
            <a:lvl7pPr algn="l">
              <a:defRPr sz="1725" b="1">
                <a:solidFill>
                  <a:srgbClr val="FFFDFA"/>
                </a:solidFill>
                <a:latin typeface="DejaVu Sans"/>
                <a:ea typeface="DejaVu Sans"/>
                <a:cs typeface="DejaVu Sans"/>
              </a:defRPr>
            </a:lvl7pPr>
            <a:lvl8pPr algn="l">
              <a:defRPr sz="1725" b="1">
                <a:solidFill>
                  <a:srgbClr val="FFFDFA"/>
                </a:solidFill>
                <a:latin typeface="DejaVu Sans"/>
                <a:ea typeface="DejaVu Sans"/>
                <a:cs typeface="DejaVu Sans"/>
              </a:defRPr>
            </a:lvl8pPr>
            <a:lvl9pPr algn="l">
              <a:defRPr sz="1725" b="1">
                <a:solidFill>
                  <a:srgbClr val="FFFDFA"/>
                </a:solidFill>
                <a:latin typeface="DejaVu Sans"/>
                <a:ea typeface="DejaVu Sans"/>
                <a:cs typeface="DejaVu Sans"/>
              </a:defRPr>
            </a:lvl9pPr>
          </a:lstStyle>
          <a:p xmlns:a="http://schemas.openxmlformats.org/drawingml/2006/main">
            <a:pPr algn="l">
              <a:lnSpc>
                <a:spcPct val="112000"/>
              </a:lnSpc>
              <a:buNone/>
              <a:defRPr sz="1725" b="1">
                <a:solidFill>
                  <a:srgbClr val="FFFDFA"/>
                </a:solidFill>
                <a:latin typeface="DejaVu Sans"/>
                <a:ea typeface="DejaVu Sans"/>
                <a:cs typeface="DejaVu Sans"/>
              </a:defRPr>
            </a:pPr>
            <a:r>
              <a:rPr sz="1725" b="1">
                <a:solidFill>
                  <a:srgbClr val="FFFDFA"/>
                </a:solidFill>
                <a:latin typeface="DejaVu Sans"/>
                <a:ea typeface="DejaVu Sans"/>
                <a:cs typeface="DejaVu Sans"/>
              </a:rPr>
              <a:t>Evaluation</a:t>
            </a:r>
          </a:p>
        </p:txBody>
      </p:sp>
      <p:sp>
        <p:nvSpPr>
          <p:cNvPr id="22" name="text-n7utjdipkvg">
            <a:extLst xmlns:a="http://schemas.openxmlformats.org/drawingml/2006/main">
              <a:ext uri="{FF2B5EF4-FFF2-40B4-BE49-F238E27FC236}">
                <a16:creationId xmlns:a16="http://schemas.microsoft.com/office/drawing/2014/main" id="{E09FA34C-7F3B-43FB-A418-81625E3F6EC8}"/>
              </a:ext>
            </a:extLst>
          </p:cNvPr>
          <p:cNvSpPr>
            <a:spLocks xmlns:a="http://schemas.openxmlformats.org/drawingml/2006/main" noGrp="1"/>
          </p:cNvSpPr>
          <p:nvPr/>
        </p:nvSpPr>
        <p:spPr>
          <a:xfrm xmlns:a="http://schemas.openxmlformats.org/drawingml/2006/main">
            <a:off x="4095750" y="4773930"/>
            <a:ext cx="7381875" cy="56578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0">
                <a:solidFill>
                  <a:srgbClr val="BED0D5"/>
                </a:solidFill>
                <a:latin typeface="DejaVu Sans"/>
                <a:ea typeface="DejaVu Sans"/>
                <a:cs typeface="DejaVu Sans"/>
              </a:defRPr>
            </a:defPPr>
            <a:lvl1pPr algn="l">
              <a:defRPr sz="1725" b="0">
                <a:solidFill>
                  <a:srgbClr val="BED0D5"/>
                </a:solidFill>
                <a:latin typeface="DejaVu Sans"/>
                <a:ea typeface="DejaVu Sans"/>
                <a:cs typeface="DejaVu Sans"/>
              </a:defRPr>
            </a:lvl1pPr>
            <a:lvl2pPr algn="l">
              <a:defRPr sz="1725" b="0">
                <a:solidFill>
                  <a:srgbClr val="BED0D5"/>
                </a:solidFill>
                <a:latin typeface="DejaVu Sans"/>
                <a:ea typeface="DejaVu Sans"/>
                <a:cs typeface="DejaVu Sans"/>
              </a:defRPr>
            </a:lvl2pPr>
            <a:lvl3pPr algn="l">
              <a:defRPr sz="1725" b="0">
                <a:solidFill>
                  <a:srgbClr val="BED0D5"/>
                </a:solidFill>
                <a:latin typeface="DejaVu Sans"/>
                <a:ea typeface="DejaVu Sans"/>
                <a:cs typeface="DejaVu Sans"/>
              </a:defRPr>
            </a:lvl3pPr>
            <a:lvl4pPr algn="l">
              <a:defRPr sz="1725" b="0">
                <a:solidFill>
                  <a:srgbClr val="BED0D5"/>
                </a:solidFill>
                <a:latin typeface="DejaVu Sans"/>
                <a:ea typeface="DejaVu Sans"/>
                <a:cs typeface="DejaVu Sans"/>
              </a:defRPr>
            </a:lvl4pPr>
            <a:lvl5pPr algn="l">
              <a:defRPr sz="1725" b="0">
                <a:solidFill>
                  <a:srgbClr val="BED0D5"/>
                </a:solidFill>
                <a:latin typeface="DejaVu Sans"/>
                <a:ea typeface="DejaVu Sans"/>
                <a:cs typeface="DejaVu Sans"/>
              </a:defRPr>
            </a:lvl5pPr>
            <a:lvl6pPr algn="l">
              <a:defRPr sz="1725" b="0">
                <a:solidFill>
                  <a:srgbClr val="BED0D5"/>
                </a:solidFill>
                <a:latin typeface="DejaVu Sans"/>
                <a:ea typeface="DejaVu Sans"/>
                <a:cs typeface="DejaVu Sans"/>
              </a:defRPr>
            </a:lvl6pPr>
            <a:lvl7pPr algn="l">
              <a:defRPr sz="1725" b="0">
                <a:solidFill>
                  <a:srgbClr val="BED0D5"/>
                </a:solidFill>
                <a:latin typeface="DejaVu Sans"/>
                <a:ea typeface="DejaVu Sans"/>
                <a:cs typeface="DejaVu Sans"/>
              </a:defRPr>
            </a:lvl7pPr>
            <a:lvl8pPr algn="l">
              <a:defRPr sz="1725" b="0">
                <a:solidFill>
                  <a:srgbClr val="BED0D5"/>
                </a:solidFill>
                <a:latin typeface="DejaVu Sans"/>
                <a:ea typeface="DejaVu Sans"/>
                <a:cs typeface="DejaVu Sans"/>
              </a:defRPr>
            </a:lvl8pPr>
            <a:lvl9pPr algn="l">
              <a:defRPr sz="1725" b="0">
                <a:solidFill>
                  <a:srgbClr val="BED0D5"/>
                </a:solidFill>
                <a:latin typeface="DejaVu Sans"/>
                <a:ea typeface="DejaVu Sans"/>
                <a:cs typeface="DejaVu Sans"/>
              </a:defRPr>
            </a:lvl9pPr>
          </a:lstStyle>
          <a:p xmlns:a="http://schemas.openxmlformats.org/drawingml/2006/main">
            <a:pPr algn="l">
              <a:lnSpc>
                <a:spcPct val="112000"/>
              </a:lnSpc>
              <a:buNone/>
              <a:defRPr sz="1725" b="0">
                <a:solidFill>
                  <a:srgbClr val="BED0D5"/>
                </a:solidFill>
                <a:latin typeface="DejaVu Sans"/>
                <a:ea typeface="DejaVu Sans"/>
                <a:cs typeface="DejaVu Sans"/>
              </a:defRPr>
            </a:pPr>
            <a:r>
              <a:rPr sz="1725" b="0">
                <a:solidFill>
                  <a:srgbClr val="BED0D5"/>
                </a:solidFill>
                <a:latin typeface="DejaVu Sans"/>
                <a:ea typeface="DejaVu Sans"/>
                <a:cs typeface="DejaVu Sans"/>
              </a:rPr>
              <a:t>How are success, cost and repeatability checked?</a:t>
            </a:r>
          </a:p>
        </p:txBody>
      </p:sp>
      <p:sp>
        <p:nvSpPr>
          <p:cNvPr id="23" name="">
            <a:extLst xmlns:a="http://schemas.openxmlformats.org/drawingml/2006/main">
              <a:ext uri="{FF2B5EF4-FFF2-40B4-BE49-F238E27FC236}">
                <a16:creationId xmlns:a16="http://schemas.microsoft.com/office/drawing/2014/main" id="{B9F22970-B25B-4971-BC7E-160E510CFE8A}"/>
              </a:ext>
            </a:extLst>
          </p:cNvPr>
          <p:cNvSpPr>
            <a:spLocks xmlns:a="http://schemas.openxmlformats.org/drawingml/2006/main" noGrp="1"/>
          </p:cNvSpPr>
          <p:nvPr/>
        </p:nvSpPr>
        <p:spPr>
          <a:xfrm xmlns:a="http://schemas.openxmlformats.org/drawingml/2006/main">
            <a:off x="1238250" y="5358765"/>
            <a:ext cx="10344150" cy="9525"/>
          </a:xfrm>
          <a:prstGeom xmlns:a="http://schemas.openxmlformats.org/drawingml/2006/main" prst="rect">
            <a:avLst/>
          </a:prstGeom>
          <a:solidFill xmlns:a="http://schemas.openxmlformats.org/drawingml/2006/main">
            <a:srgbClr val="294652"/>
          </a:solidFill>
          <a:ln xmlns:a="http://schemas.openxmlformats.org/drawingml/2006/main" w="0">
            <a:noFill/>
            <a:prstDash val="solid"/>
          </a:ln>
        </p:spPr>
      </p:sp>
      <p:sp>
        <p:nvSpPr>
          <p:cNvPr id="24" name="text-dyoq9celng">
            <a:extLst xmlns:a="http://schemas.openxmlformats.org/drawingml/2006/main">
              <a:ext uri="{FF2B5EF4-FFF2-40B4-BE49-F238E27FC236}">
                <a16:creationId xmlns:a16="http://schemas.microsoft.com/office/drawing/2014/main" id="{853A3364-D68A-44C8-A24F-8F74A96B954C}"/>
              </a:ext>
            </a:extLst>
          </p:cNvPr>
          <p:cNvSpPr>
            <a:spLocks xmlns:a="http://schemas.openxmlformats.org/drawingml/2006/main" noGrp="1"/>
          </p:cNvSpPr>
          <p:nvPr/>
        </p:nvSpPr>
        <p:spPr>
          <a:xfrm xmlns:a="http://schemas.openxmlformats.org/drawingml/2006/main">
            <a:off x="628650" y="5501640"/>
            <a:ext cx="428625" cy="60388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1">
                <a:solidFill>
                  <a:srgbClr val="62D6C9"/>
                </a:solidFill>
                <a:latin typeface="DejaVu Sans"/>
                <a:ea typeface="DejaVu Sans"/>
                <a:cs typeface="DejaVu Sans"/>
              </a:defRPr>
            </a:defPPr>
            <a:lvl1pPr algn="l">
              <a:defRPr sz="1650" b="1">
                <a:solidFill>
                  <a:srgbClr val="62D6C9"/>
                </a:solidFill>
                <a:latin typeface="DejaVu Sans"/>
                <a:ea typeface="DejaVu Sans"/>
                <a:cs typeface="DejaVu Sans"/>
              </a:defRPr>
            </a:lvl1pPr>
            <a:lvl2pPr algn="l">
              <a:defRPr sz="1650" b="1">
                <a:solidFill>
                  <a:srgbClr val="62D6C9"/>
                </a:solidFill>
                <a:latin typeface="DejaVu Sans"/>
                <a:ea typeface="DejaVu Sans"/>
                <a:cs typeface="DejaVu Sans"/>
              </a:defRPr>
            </a:lvl2pPr>
            <a:lvl3pPr algn="l">
              <a:defRPr sz="1650" b="1">
                <a:solidFill>
                  <a:srgbClr val="62D6C9"/>
                </a:solidFill>
                <a:latin typeface="DejaVu Sans"/>
                <a:ea typeface="DejaVu Sans"/>
                <a:cs typeface="DejaVu Sans"/>
              </a:defRPr>
            </a:lvl3pPr>
            <a:lvl4pPr algn="l">
              <a:defRPr sz="1650" b="1">
                <a:solidFill>
                  <a:srgbClr val="62D6C9"/>
                </a:solidFill>
                <a:latin typeface="DejaVu Sans"/>
                <a:ea typeface="DejaVu Sans"/>
                <a:cs typeface="DejaVu Sans"/>
              </a:defRPr>
            </a:lvl4pPr>
            <a:lvl5pPr algn="l">
              <a:defRPr sz="1650" b="1">
                <a:solidFill>
                  <a:srgbClr val="62D6C9"/>
                </a:solidFill>
                <a:latin typeface="DejaVu Sans"/>
                <a:ea typeface="DejaVu Sans"/>
                <a:cs typeface="DejaVu Sans"/>
              </a:defRPr>
            </a:lvl5pPr>
            <a:lvl6pPr algn="l">
              <a:defRPr sz="1650" b="1">
                <a:solidFill>
                  <a:srgbClr val="62D6C9"/>
                </a:solidFill>
                <a:latin typeface="DejaVu Sans"/>
                <a:ea typeface="DejaVu Sans"/>
                <a:cs typeface="DejaVu Sans"/>
              </a:defRPr>
            </a:lvl6pPr>
            <a:lvl7pPr algn="l">
              <a:defRPr sz="1650" b="1">
                <a:solidFill>
                  <a:srgbClr val="62D6C9"/>
                </a:solidFill>
                <a:latin typeface="DejaVu Sans"/>
                <a:ea typeface="DejaVu Sans"/>
                <a:cs typeface="DejaVu Sans"/>
              </a:defRPr>
            </a:lvl7pPr>
            <a:lvl8pPr algn="l">
              <a:defRPr sz="1650" b="1">
                <a:solidFill>
                  <a:srgbClr val="62D6C9"/>
                </a:solidFill>
                <a:latin typeface="DejaVu Sans"/>
                <a:ea typeface="DejaVu Sans"/>
                <a:cs typeface="DejaVu Sans"/>
              </a:defRPr>
            </a:lvl8pPr>
            <a:lvl9pPr algn="l">
              <a:defRPr sz="1650" b="1">
                <a:solidFill>
                  <a:srgbClr val="62D6C9"/>
                </a:solidFill>
                <a:latin typeface="DejaVu Sans"/>
                <a:ea typeface="DejaVu Sans"/>
                <a:cs typeface="DejaVu Sans"/>
              </a:defRPr>
            </a:lvl9pPr>
          </a:lstStyle>
          <a:p xmlns:a="http://schemas.openxmlformats.org/drawingml/2006/main">
            <a:pPr algn="l">
              <a:lnSpc>
                <a:spcPct val="112000"/>
              </a:lnSpc>
              <a:buNone/>
              <a:defRPr sz="1650" b="1">
                <a:solidFill>
                  <a:srgbClr val="62D6C9"/>
                </a:solidFill>
                <a:latin typeface="DejaVu Sans"/>
                <a:ea typeface="DejaVu Sans"/>
                <a:cs typeface="DejaVu Sans"/>
              </a:defRPr>
            </a:pPr>
            <a:r>
              <a:rPr sz="1650" b="1">
                <a:solidFill>
                  <a:srgbClr val="62D6C9"/>
                </a:solidFill>
                <a:latin typeface="DejaVu Sans"/>
                <a:ea typeface="DejaVu Sans"/>
                <a:cs typeface="DejaVu Sans"/>
              </a:rPr>
              <a:t>05</a:t>
            </a:r>
          </a:p>
        </p:txBody>
      </p:sp>
      <p:sp>
        <p:nvSpPr>
          <p:cNvPr id="25" name="text-xeqqpty4blg">
            <a:extLst xmlns:a="http://schemas.openxmlformats.org/drawingml/2006/main">
              <a:ext uri="{FF2B5EF4-FFF2-40B4-BE49-F238E27FC236}">
                <a16:creationId xmlns:a16="http://schemas.microsoft.com/office/drawing/2014/main" id="{428DBA32-0C2E-40EF-B668-4EFAAC600853}"/>
              </a:ext>
            </a:extLst>
          </p:cNvPr>
          <p:cNvSpPr>
            <a:spLocks xmlns:a="http://schemas.openxmlformats.org/drawingml/2006/main" noGrp="1"/>
          </p:cNvSpPr>
          <p:nvPr/>
        </p:nvSpPr>
        <p:spPr>
          <a:xfrm xmlns:a="http://schemas.openxmlformats.org/drawingml/2006/main">
            <a:off x="1238250" y="5492115"/>
            <a:ext cx="2619375" cy="56578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1">
                <a:solidFill>
                  <a:srgbClr val="FFFDFA"/>
                </a:solidFill>
                <a:latin typeface="DejaVu Sans"/>
                <a:ea typeface="DejaVu Sans"/>
                <a:cs typeface="DejaVu Sans"/>
              </a:defRPr>
            </a:defPPr>
            <a:lvl1pPr algn="l">
              <a:defRPr sz="1725" b="1">
                <a:solidFill>
                  <a:srgbClr val="FFFDFA"/>
                </a:solidFill>
                <a:latin typeface="DejaVu Sans"/>
                <a:ea typeface="DejaVu Sans"/>
                <a:cs typeface="DejaVu Sans"/>
              </a:defRPr>
            </a:lvl1pPr>
            <a:lvl2pPr algn="l">
              <a:defRPr sz="1725" b="1">
                <a:solidFill>
                  <a:srgbClr val="FFFDFA"/>
                </a:solidFill>
                <a:latin typeface="DejaVu Sans"/>
                <a:ea typeface="DejaVu Sans"/>
                <a:cs typeface="DejaVu Sans"/>
              </a:defRPr>
            </a:lvl2pPr>
            <a:lvl3pPr algn="l">
              <a:defRPr sz="1725" b="1">
                <a:solidFill>
                  <a:srgbClr val="FFFDFA"/>
                </a:solidFill>
                <a:latin typeface="DejaVu Sans"/>
                <a:ea typeface="DejaVu Sans"/>
                <a:cs typeface="DejaVu Sans"/>
              </a:defRPr>
            </a:lvl3pPr>
            <a:lvl4pPr algn="l">
              <a:defRPr sz="1725" b="1">
                <a:solidFill>
                  <a:srgbClr val="FFFDFA"/>
                </a:solidFill>
                <a:latin typeface="DejaVu Sans"/>
                <a:ea typeface="DejaVu Sans"/>
                <a:cs typeface="DejaVu Sans"/>
              </a:defRPr>
            </a:lvl4pPr>
            <a:lvl5pPr algn="l">
              <a:defRPr sz="1725" b="1">
                <a:solidFill>
                  <a:srgbClr val="FFFDFA"/>
                </a:solidFill>
                <a:latin typeface="DejaVu Sans"/>
                <a:ea typeface="DejaVu Sans"/>
                <a:cs typeface="DejaVu Sans"/>
              </a:defRPr>
            </a:lvl5pPr>
            <a:lvl6pPr algn="l">
              <a:defRPr sz="1725" b="1">
                <a:solidFill>
                  <a:srgbClr val="FFFDFA"/>
                </a:solidFill>
                <a:latin typeface="DejaVu Sans"/>
                <a:ea typeface="DejaVu Sans"/>
                <a:cs typeface="DejaVu Sans"/>
              </a:defRPr>
            </a:lvl6pPr>
            <a:lvl7pPr algn="l">
              <a:defRPr sz="1725" b="1">
                <a:solidFill>
                  <a:srgbClr val="FFFDFA"/>
                </a:solidFill>
                <a:latin typeface="DejaVu Sans"/>
                <a:ea typeface="DejaVu Sans"/>
                <a:cs typeface="DejaVu Sans"/>
              </a:defRPr>
            </a:lvl7pPr>
            <a:lvl8pPr algn="l">
              <a:defRPr sz="1725" b="1">
                <a:solidFill>
                  <a:srgbClr val="FFFDFA"/>
                </a:solidFill>
                <a:latin typeface="DejaVu Sans"/>
                <a:ea typeface="DejaVu Sans"/>
                <a:cs typeface="DejaVu Sans"/>
              </a:defRPr>
            </a:lvl8pPr>
            <a:lvl9pPr algn="l">
              <a:defRPr sz="1725" b="1">
                <a:solidFill>
                  <a:srgbClr val="FFFDFA"/>
                </a:solidFill>
                <a:latin typeface="DejaVu Sans"/>
                <a:ea typeface="DejaVu Sans"/>
                <a:cs typeface="DejaVu Sans"/>
              </a:defRPr>
            </a:lvl9pPr>
          </a:lstStyle>
          <a:p xmlns:a="http://schemas.openxmlformats.org/drawingml/2006/main">
            <a:pPr algn="l">
              <a:lnSpc>
                <a:spcPct val="112000"/>
              </a:lnSpc>
              <a:buNone/>
              <a:defRPr sz="1725" b="1">
                <a:solidFill>
                  <a:srgbClr val="FFFDFA"/>
                </a:solidFill>
                <a:latin typeface="DejaVu Sans"/>
                <a:ea typeface="DejaVu Sans"/>
                <a:cs typeface="DejaVu Sans"/>
              </a:defRPr>
            </a:pPr>
            <a:r>
              <a:rPr sz="1725" b="1">
                <a:solidFill>
                  <a:srgbClr val="FFFDFA"/>
                </a:solidFill>
                <a:latin typeface="DejaVu Sans"/>
                <a:ea typeface="DejaVu Sans"/>
                <a:cs typeface="DejaVu Sans"/>
              </a:rPr>
              <a:t>Control</a:t>
            </a:r>
          </a:p>
        </p:txBody>
      </p:sp>
      <p:sp>
        <p:nvSpPr>
          <p:cNvPr id="26" name="text-0wen9yrmduhp">
            <a:extLst xmlns:a="http://schemas.openxmlformats.org/drawingml/2006/main">
              <a:ext uri="{FF2B5EF4-FFF2-40B4-BE49-F238E27FC236}">
                <a16:creationId xmlns:a16="http://schemas.microsoft.com/office/drawing/2014/main" id="{1F616569-8394-406F-8113-62B9EFD86EA0}"/>
              </a:ext>
            </a:extLst>
          </p:cNvPr>
          <p:cNvSpPr>
            <a:spLocks xmlns:a="http://schemas.openxmlformats.org/drawingml/2006/main" noGrp="1"/>
          </p:cNvSpPr>
          <p:nvPr/>
        </p:nvSpPr>
        <p:spPr>
          <a:xfrm xmlns:a="http://schemas.openxmlformats.org/drawingml/2006/main">
            <a:off x="4095750" y="5492115"/>
            <a:ext cx="7381875" cy="56578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0">
                <a:solidFill>
                  <a:srgbClr val="BED0D5"/>
                </a:solidFill>
                <a:latin typeface="DejaVu Sans"/>
                <a:ea typeface="DejaVu Sans"/>
                <a:cs typeface="DejaVu Sans"/>
              </a:defRPr>
            </a:defPPr>
            <a:lvl1pPr algn="l">
              <a:defRPr sz="1725" b="0">
                <a:solidFill>
                  <a:srgbClr val="BED0D5"/>
                </a:solidFill>
                <a:latin typeface="DejaVu Sans"/>
                <a:ea typeface="DejaVu Sans"/>
                <a:cs typeface="DejaVu Sans"/>
              </a:defRPr>
            </a:lvl1pPr>
            <a:lvl2pPr algn="l">
              <a:defRPr sz="1725" b="0">
                <a:solidFill>
                  <a:srgbClr val="BED0D5"/>
                </a:solidFill>
                <a:latin typeface="DejaVu Sans"/>
                <a:ea typeface="DejaVu Sans"/>
                <a:cs typeface="DejaVu Sans"/>
              </a:defRPr>
            </a:lvl2pPr>
            <a:lvl3pPr algn="l">
              <a:defRPr sz="1725" b="0">
                <a:solidFill>
                  <a:srgbClr val="BED0D5"/>
                </a:solidFill>
                <a:latin typeface="DejaVu Sans"/>
                <a:ea typeface="DejaVu Sans"/>
                <a:cs typeface="DejaVu Sans"/>
              </a:defRPr>
            </a:lvl3pPr>
            <a:lvl4pPr algn="l">
              <a:defRPr sz="1725" b="0">
                <a:solidFill>
                  <a:srgbClr val="BED0D5"/>
                </a:solidFill>
                <a:latin typeface="DejaVu Sans"/>
                <a:ea typeface="DejaVu Sans"/>
                <a:cs typeface="DejaVu Sans"/>
              </a:defRPr>
            </a:lvl4pPr>
            <a:lvl5pPr algn="l">
              <a:defRPr sz="1725" b="0">
                <a:solidFill>
                  <a:srgbClr val="BED0D5"/>
                </a:solidFill>
                <a:latin typeface="DejaVu Sans"/>
                <a:ea typeface="DejaVu Sans"/>
                <a:cs typeface="DejaVu Sans"/>
              </a:defRPr>
            </a:lvl5pPr>
            <a:lvl6pPr algn="l">
              <a:defRPr sz="1725" b="0">
                <a:solidFill>
                  <a:srgbClr val="BED0D5"/>
                </a:solidFill>
                <a:latin typeface="DejaVu Sans"/>
                <a:ea typeface="DejaVu Sans"/>
                <a:cs typeface="DejaVu Sans"/>
              </a:defRPr>
            </a:lvl6pPr>
            <a:lvl7pPr algn="l">
              <a:defRPr sz="1725" b="0">
                <a:solidFill>
                  <a:srgbClr val="BED0D5"/>
                </a:solidFill>
                <a:latin typeface="DejaVu Sans"/>
                <a:ea typeface="DejaVu Sans"/>
                <a:cs typeface="DejaVu Sans"/>
              </a:defRPr>
            </a:lvl7pPr>
            <a:lvl8pPr algn="l">
              <a:defRPr sz="1725" b="0">
                <a:solidFill>
                  <a:srgbClr val="BED0D5"/>
                </a:solidFill>
                <a:latin typeface="DejaVu Sans"/>
                <a:ea typeface="DejaVu Sans"/>
                <a:cs typeface="DejaVu Sans"/>
              </a:defRPr>
            </a:lvl8pPr>
            <a:lvl9pPr algn="l">
              <a:defRPr sz="1725" b="0">
                <a:solidFill>
                  <a:srgbClr val="BED0D5"/>
                </a:solidFill>
                <a:latin typeface="DejaVu Sans"/>
                <a:ea typeface="DejaVu Sans"/>
                <a:cs typeface="DejaVu Sans"/>
              </a:defRPr>
            </a:lvl9pPr>
          </a:lstStyle>
          <a:p xmlns:a="http://schemas.openxmlformats.org/drawingml/2006/main">
            <a:pPr algn="l">
              <a:lnSpc>
                <a:spcPct val="112000"/>
              </a:lnSpc>
              <a:buNone/>
              <a:defRPr sz="1725" b="0">
                <a:solidFill>
                  <a:srgbClr val="BED0D5"/>
                </a:solidFill>
                <a:latin typeface="DejaVu Sans"/>
                <a:ea typeface="DejaVu Sans"/>
                <a:cs typeface="DejaVu Sans"/>
              </a:defRPr>
            </a:pPr>
            <a:r>
              <a:rPr sz="1725" b="0">
                <a:solidFill>
                  <a:srgbClr val="BED0D5"/>
                </a:solidFill>
                <a:latin typeface="DejaVu Sans"/>
                <a:ea typeface="DejaVu Sans"/>
                <a:cs typeface="DejaVu Sans"/>
              </a:rPr>
              <a:t>When does it stop and who is accountable?</a:t>
            </a:r>
          </a:p>
        </p:txBody>
      </p:sp>
    </p:spTree>
    <p:extLst>
      <p:ext uri="{BB962C8B-B14F-4D97-AF65-F5344CB8AC3E}">
        <p14:creationId xmlns:p14="http://schemas.microsoft.com/office/powerpoint/2010/main" val="1419861475"/>
      </p:ext>
    </p:extLst>
  </p:cSld>
</p:sld>
</file>

<file path=ppt/slides/slide22.xml><?xml version="1.0" encoding="utf-8"?>
<p:sld xmlns:p="http://schemas.openxmlformats.org/presentationml/2006/main">
  <p:cSld>
    <p:bg>
      <p:bgPr>
        <a:solidFill xmlns:a="http://schemas.openxmlformats.org/drawingml/2006/main">
          <a:srgbClr val="071923"/>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B6DD4F85-DB1D-4F44-9867-903E3E767C61}"/>
              </a:ext>
            </a:extLst>
          </p:cNvPr>
          <p:cNvSpPr>
            <a:spLocks xmlns:a="http://schemas.openxmlformats.org/drawingml/2006/main" noGrp="1"/>
          </p:cNvSpPr>
          <p:nvPr/>
        </p:nvSpPr>
        <p:spPr>
          <a:xfrm xmlns:a="http://schemas.openxmlformats.org/drawingml/2006/main">
            <a:off x="609600" y="323850"/>
            <a:ext cx="495300" cy="47625"/>
          </a:xfrm>
          <a:prstGeom xmlns:a="http://schemas.openxmlformats.org/drawingml/2006/main" prst="rect">
            <a:avLst/>
          </a:prstGeom>
          <a:solidFill xmlns:a="http://schemas.openxmlformats.org/drawingml/2006/main">
            <a:srgbClr val="D64136"/>
          </a:solidFill>
          <a:ln xmlns:a="http://schemas.openxmlformats.org/drawingml/2006/main" w="0">
            <a:noFill/>
            <a:prstDash val="solid"/>
          </a:ln>
        </p:spPr>
      </p:sp>
      <p:sp>
        <p:nvSpPr>
          <p:cNvPr id="2" name="text-wxqw4c0gnmh">
            <a:extLst xmlns:a="http://schemas.openxmlformats.org/drawingml/2006/main">
              <a:ext uri="{FF2B5EF4-FFF2-40B4-BE49-F238E27FC236}">
                <a16:creationId xmlns:a16="http://schemas.microsoft.com/office/drawing/2014/main" id="{7810600D-686D-4F22-98C8-3366368F10D0}"/>
              </a:ext>
            </a:extLst>
          </p:cNvPr>
          <p:cNvSpPr>
            <a:spLocks xmlns:a="http://schemas.openxmlformats.org/drawingml/2006/main" noGrp="1"/>
          </p:cNvSpPr>
          <p:nvPr/>
        </p:nvSpPr>
        <p:spPr>
          <a:xfrm xmlns:a="http://schemas.openxmlformats.org/drawingml/2006/main">
            <a:off x="1257300" y="247650"/>
            <a:ext cx="809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50" b="1">
                <a:solidFill>
                  <a:srgbClr val="62D6C9"/>
                </a:solidFill>
                <a:latin typeface="DejaVu Sans"/>
                <a:ea typeface="DejaVu Sans"/>
                <a:cs typeface="DejaVu Sans"/>
              </a:defRPr>
            </a:defPPr>
            <a:lvl1pPr algn="l">
              <a:defRPr sz="1050" b="1">
                <a:solidFill>
                  <a:srgbClr val="62D6C9"/>
                </a:solidFill>
                <a:latin typeface="DejaVu Sans"/>
                <a:ea typeface="DejaVu Sans"/>
                <a:cs typeface="DejaVu Sans"/>
              </a:defRPr>
            </a:lvl1pPr>
            <a:lvl2pPr algn="l">
              <a:defRPr sz="1050" b="1">
                <a:solidFill>
                  <a:srgbClr val="62D6C9"/>
                </a:solidFill>
                <a:latin typeface="DejaVu Sans"/>
                <a:ea typeface="DejaVu Sans"/>
                <a:cs typeface="DejaVu Sans"/>
              </a:defRPr>
            </a:lvl2pPr>
            <a:lvl3pPr algn="l">
              <a:defRPr sz="1050" b="1">
                <a:solidFill>
                  <a:srgbClr val="62D6C9"/>
                </a:solidFill>
                <a:latin typeface="DejaVu Sans"/>
                <a:ea typeface="DejaVu Sans"/>
                <a:cs typeface="DejaVu Sans"/>
              </a:defRPr>
            </a:lvl3pPr>
            <a:lvl4pPr algn="l">
              <a:defRPr sz="1050" b="1">
                <a:solidFill>
                  <a:srgbClr val="62D6C9"/>
                </a:solidFill>
                <a:latin typeface="DejaVu Sans"/>
                <a:ea typeface="DejaVu Sans"/>
                <a:cs typeface="DejaVu Sans"/>
              </a:defRPr>
            </a:lvl4pPr>
            <a:lvl5pPr algn="l">
              <a:defRPr sz="1050" b="1">
                <a:solidFill>
                  <a:srgbClr val="62D6C9"/>
                </a:solidFill>
                <a:latin typeface="DejaVu Sans"/>
                <a:ea typeface="DejaVu Sans"/>
                <a:cs typeface="DejaVu Sans"/>
              </a:defRPr>
            </a:lvl5pPr>
            <a:lvl6pPr algn="l">
              <a:defRPr sz="1050" b="1">
                <a:solidFill>
                  <a:srgbClr val="62D6C9"/>
                </a:solidFill>
                <a:latin typeface="DejaVu Sans"/>
                <a:ea typeface="DejaVu Sans"/>
                <a:cs typeface="DejaVu Sans"/>
              </a:defRPr>
            </a:lvl6pPr>
            <a:lvl7pPr algn="l">
              <a:defRPr sz="1050" b="1">
                <a:solidFill>
                  <a:srgbClr val="62D6C9"/>
                </a:solidFill>
                <a:latin typeface="DejaVu Sans"/>
                <a:ea typeface="DejaVu Sans"/>
                <a:cs typeface="DejaVu Sans"/>
              </a:defRPr>
            </a:lvl7pPr>
            <a:lvl8pPr algn="l">
              <a:defRPr sz="1050" b="1">
                <a:solidFill>
                  <a:srgbClr val="62D6C9"/>
                </a:solidFill>
                <a:latin typeface="DejaVu Sans"/>
                <a:ea typeface="DejaVu Sans"/>
                <a:cs typeface="DejaVu Sans"/>
              </a:defRPr>
            </a:lvl8pPr>
            <a:lvl9pPr algn="l">
              <a:defRPr sz="1050" b="1">
                <a:solidFill>
                  <a:srgbClr val="62D6C9"/>
                </a:solidFill>
                <a:latin typeface="DejaVu Sans"/>
                <a:ea typeface="DejaVu Sans"/>
                <a:cs typeface="DejaVu Sans"/>
              </a:defRPr>
            </a:lvl9pPr>
          </a:lstStyle>
          <a:p xmlns:a="http://schemas.openxmlformats.org/drawingml/2006/main">
            <a:pPr algn="l">
              <a:lnSpc>
                <a:spcPct val="112000"/>
              </a:lnSpc>
              <a:buNone/>
              <a:defRPr sz="1050" b="1">
                <a:solidFill>
                  <a:srgbClr val="62D6C9"/>
                </a:solidFill>
                <a:latin typeface="DejaVu Sans"/>
                <a:ea typeface="DejaVu Sans"/>
                <a:cs typeface="DejaVu Sans"/>
              </a:defRPr>
            </a:pPr>
            <a:r>
              <a:rPr sz="1050" b="1">
                <a:solidFill>
                  <a:srgbClr val="62D6C9"/>
                </a:solidFill>
                <a:latin typeface="DejaVu Sans"/>
                <a:ea typeface="DejaVu Sans"/>
                <a:cs typeface="DejaVu Sans"/>
              </a:rPr>
              <a:t>TECHNOLOGICAL CHINA</a:t>
            </a:r>
          </a:p>
        </p:txBody>
      </p:sp>
      <p:sp>
        <p:nvSpPr>
          <p:cNvPr id="3" name="text-2c6v5gbcx2z">
            <a:extLst xmlns:a="http://schemas.openxmlformats.org/drawingml/2006/main">
              <a:ext uri="{FF2B5EF4-FFF2-40B4-BE49-F238E27FC236}">
                <a16:creationId xmlns:a16="http://schemas.microsoft.com/office/drawing/2014/main" id="{43C2A936-2025-4ABE-B450-A402CA539D7F}"/>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700" b="1">
                <a:solidFill>
                  <a:srgbClr val="FFFDFA"/>
                </a:solidFill>
                <a:latin typeface="DejaVu Sans"/>
                <a:ea typeface="DejaVu Sans"/>
                <a:cs typeface="DejaVu Sans"/>
              </a:defRPr>
            </a:defPPr>
            <a:lvl1pPr algn="l">
              <a:defRPr sz="2700" b="1">
                <a:solidFill>
                  <a:srgbClr val="FFFDFA"/>
                </a:solidFill>
                <a:latin typeface="DejaVu Sans"/>
                <a:ea typeface="DejaVu Sans"/>
                <a:cs typeface="DejaVu Sans"/>
              </a:defRPr>
            </a:lvl1pPr>
            <a:lvl2pPr algn="l">
              <a:defRPr sz="2700" b="1">
                <a:solidFill>
                  <a:srgbClr val="FFFDFA"/>
                </a:solidFill>
                <a:latin typeface="DejaVu Sans"/>
                <a:ea typeface="DejaVu Sans"/>
                <a:cs typeface="DejaVu Sans"/>
              </a:defRPr>
            </a:lvl2pPr>
            <a:lvl3pPr algn="l">
              <a:defRPr sz="2700" b="1">
                <a:solidFill>
                  <a:srgbClr val="FFFDFA"/>
                </a:solidFill>
                <a:latin typeface="DejaVu Sans"/>
                <a:ea typeface="DejaVu Sans"/>
                <a:cs typeface="DejaVu Sans"/>
              </a:defRPr>
            </a:lvl3pPr>
            <a:lvl4pPr algn="l">
              <a:defRPr sz="2700" b="1">
                <a:solidFill>
                  <a:srgbClr val="FFFDFA"/>
                </a:solidFill>
                <a:latin typeface="DejaVu Sans"/>
                <a:ea typeface="DejaVu Sans"/>
                <a:cs typeface="DejaVu Sans"/>
              </a:defRPr>
            </a:lvl4pPr>
            <a:lvl5pPr algn="l">
              <a:defRPr sz="2700" b="1">
                <a:solidFill>
                  <a:srgbClr val="FFFDFA"/>
                </a:solidFill>
                <a:latin typeface="DejaVu Sans"/>
                <a:ea typeface="DejaVu Sans"/>
                <a:cs typeface="DejaVu Sans"/>
              </a:defRPr>
            </a:lvl5pPr>
            <a:lvl6pPr algn="l">
              <a:defRPr sz="2700" b="1">
                <a:solidFill>
                  <a:srgbClr val="FFFDFA"/>
                </a:solidFill>
                <a:latin typeface="DejaVu Sans"/>
                <a:ea typeface="DejaVu Sans"/>
                <a:cs typeface="DejaVu Sans"/>
              </a:defRPr>
            </a:lvl6pPr>
            <a:lvl7pPr algn="l">
              <a:defRPr sz="2700" b="1">
                <a:solidFill>
                  <a:srgbClr val="FFFDFA"/>
                </a:solidFill>
                <a:latin typeface="DejaVu Sans"/>
                <a:ea typeface="DejaVu Sans"/>
                <a:cs typeface="DejaVu Sans"/>
              </a:defRPr>
            </a:lvl7pPr>
            <a:lvl8pPr algn="l">
              <a:defRPr sz="2700" b="1">
                <a:solidFill>
                  <a:srgbClr val="FFFDFA"/>
                </a:solidFill>
                <a:latin typeface="DejaVu Sans"/>
                <a:ea typeface="DejaVu Sans"/>
                <a:cs typeface="DejaVu Sans"/>
              </a:defRPr>
            </a:lvl8pPr>
            <a:lvl9pPr algn="l">
              <a:defRPr sz="2700" b="1">
                <a:solidFill>
                  <a:srgbClr val="FFFDFA"/>
                </a:solidFill>
                <a:latin typeface="DejaVu Sans"/>
                <a:ea typeface="DejaVu Sans"/>
                <a:cs typeface="DejaVu Sans"/>
              </a:defRPr>
            </a:lvl9pPr>
          </a:lstStyle>
          <a:p xmlns:a="http://schemas.openxmlformats.org/drawingml/2006/main">
            <a:pPr algn="l">
              <a:lnSpc>
                <a:spcPct val="112000"/>
              </a:lnSpc>
              <a:buNone/>
              <a:defRPr sz="2700" b="1">
                <a:solidFill>
                  <a:srgbClr val="FFFDFA"/>
                </a:solidFill>
                <a:latin typeface="DejaVu Sans"/>
                <a:ea typeface="DejaVu Sans"/>
                <a:cs typeface="DejaVu Sans"/>
              </a:defRPr>
            </a:pPr>
            <a:r>
              <a:rPr sz="2700" b="1">
                <a:solidFill>
                  <a:srgbClr val="FFFDFA"/>
                </a:solidFill>
                <a:latin typeface="DejaVu Sans"/>
                <a:ea typeface="DejaVu Sans"/>
                <a:cs typeface="DejaVu Sans"/>
              </a:rPr>
              <a:t>The next step is the Chinese ecosystem</a:t>
            </a:r>
          </a:p>
        </p:txBody>
      </p:sp>
      <p:sp>
        <p:nvSpPr>
          <p:cNvPr id="4" name="text-okfy4l9ddqf">
            <a:extLst xmlns:a="http://schemas.openxmlformats.org/drawingml/2006/main">
              <a:ext uri="{FF2B5EF4-FFF2-40B4-BE49-F238E27FC236}">
                <a16:creationId xmlns:a16="http://schemas.microsoft.com/office/drawing/2014/main" id="{15942B5D-2E63-417B-A737-284DA012B21A}"/>
              </a:ext>
            </a:extLst>
          </p:cNvPr>
          <p:cNvSpPr>
            <a:spLocks xmlns:a="http://schemas.openxmlformats.org/drawingml/2006/main" noGrp="1"/>
          </p:cNvSpPr>
          <p:nvPr/>
        </p:nvSpPr>
        <p:spPr>
          <a:xfrm xmlns:a="http://schemas.openxmlformats.org/drawingml/2006/main">
            <a:off x="609600" y="1857375"/>
            <a:ext cx="109728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BED0D5"/>
                </a:solidFill>
                <a:latin typeface="DejaVu Sans"/>
                <a:ea typeface="DejaVu Sans"/>
                <a:cs typeface="DejaVu Sans"/>
              </a:defRPr>
            </a:defPPr>
            <a:lvl1pPr algn="l">
              <a:defRPr sz="1575" b="0">
                <a:solidFill>
                  <a:srgbClr val="BED0D5"/>
                </a:solidFill>
                <a:latin typeface="DejaVu Sans"/>
                <a:ea typeface="DejaVu Sans"/>
                <a:cs typeface="DejaVu Sans"/>
              </a:defRPr>
            </a:lvl1pPr>
            <a:lvl2pPr algn="l">
              <a:defRPr sz="1575" b="0">
                <a:solidFill>
                  <a:srgbClr val="BED0D5"/>
                </a:solidFill>
                <a:latin typeface="DejaVu Sans"/>
                <a:ea typeface="DejaVu Sans"/>
                <a:cs typeface="DejaVu Sans"/>
              </a:defRPr>
            </a:lvl2pPr>
            <a:lvl3pPr algn="l">
              <a:defRPr sz="1575" b="0">
                <a:solidFill>
                  <a:srgbClr val="BED0D5"/>
                </a:solidFill>
                <a:latin typeface="DejaVu Sans"/>
                <a:ea typeface="DejaVu Sans"/>
                <a:cs typeface="DejaVu Sans"/>
              </a:defRPr>
            </a:lvl3pPr>
            <a:lvl4pPr algn="l">
              <a:defRPr sz="1575" b="0">
                <a:solidFill>
                  <a:srgbClr val="BED0D5"/>
                </a:solidFill>
                <a:latin typeface="DejaVu Sans"/>
                <a:ea typeface="DejaVu Sans"/>
                <a:cs typeface="DejaVu Sans"/>
              </a:defRPr>
            </a:lvl4pPr>
            <a:lvl5pPr algn="l">
              <a:defRPr sz="1575" b="0">
                <a:solidFill>
                  <a:srgbClr val="BED0D5"/>
                </a:solidFill>
                <a:latin typeface="DejaVu Sans"/>
                <a:ea typeface="DejaVu Sans"/>
                <a:cs typeface="DejaVu Sans"/>
              </a:defRPr>
            </a:lvl5pPr>
            <a:lvl6pPr algn="l">
              <a:defRPr sz="1575" b="0">
                <a:solidFill>
                  <a:srgbClr val="BED0D5"/>
                </a:solidFill>
                <a:latin typeface="DejaVu Sans"/>
                <a:ea typeface="DejaVu Sans"/>
                <a:cs typeface="DejaVu Sans"/>
              </a:defRPr>
            </a:lvl6pPr>
            <a:lvl7pPr algn="l">
              <a:defRPr sz="1575" b="0">
                <a:solidFill>
                  <a:srgbClr val="BED0D5"/>
                </a:solidFill>
                <a:latin typeface="DejaVu Sans"/>
                <a:ea typeface="DejaVu Sans"/>
                <a:cs typeface="DejaVu Sans"/>
              </a:defRPr>
            </a:lvl7pPr>
            <a:lvl8pPr algn="l">
              <a:defRPr sz="1575" b="0">
                <a:solidFill>
                  <a:srgbClr val="BED0D5"/>
                </a:solidFill>
                <a:latin typeface="DejaVu Sans"/>
                <a:ea typeface="DejaVu Sans"/>
                <a:cs typeface="DejaVu Sans"/>
              </a:defRPr>
            </a:lvl8pPr>
            <a:lvl9pPr algn="l">
              <a:defRPr sz="1575" b="0">
                <a:solidFill>
                  <a:srgbClr val="BED0D5"/>
                </a:solidFill>
                <a:latin typeface="DejaVu Sans"/>
                <a:ea typeface="DejaVu Sans"/>
                <a:cs typeface="DejaVu Sans"/>
              </a:defRPr>
            </a:lvl9pPr>
          </a:lstStyle>
          <a:p xmlns:a="http://schemas.openxmlformats.org/drawingml/2006/main">
            <a:pPr algn="l">
              <a:lnSpc>
                <a:spcPct val="112000"/>
              </a:lnSpc>
              <a:buNone/>
              <a:defRPr sz="1575" b="0">
                <a:solidFill>
                  <a:srgbClr val="BED0D5"/>
                </a:solidFill>
                <a:latin typeface="DejaVu Sans"/>
                <a:ea typeface="DejaVu Sans"/>
                <a:cs typeface="DejaVu Sans"/>
              </a:defRPr>
            </a:pPr>
            <a:r>
              <a:rPr sz="1575" b="0">
                <a:solidFill>
                  <a:srgbClr val="BED0D5"/>
                </a:solidFill>
                <a:latin typeface="DejaVu Sans"/>
                <a:ea typeface="DejaVu Sans"/>
                <a:cs typeface="DejaVu Sans"/>
              </a:rPr>
              <a:t>Models, platforms and factories connect these architectures to economic decisions.</a:t>
            </a:r>
          </a:p>
        </p:txBody>
      </p:sp>
      <p:sp>
        <p:nvSpPr>
          <p:cNvPr id="5" name="">
            <a:extLst xmlns:a="http://schemas.openxmlformats.org/drawingml/2006/main">
              <a:ext uri="{FF2B5EF4-FFF2-40B4-BE49-F238E27FC236}">
                <a16:creationId xmlns:a16="http://schemas.microsoft.com/office/drawing/2014/main" id="{F78F6AAD-758B-483E-A66B-7C9112000DA9}"/>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294652"/>
          </a:solidFill>
          <a:ln xmlns:a="http://schemas.openxmlformats.org/drawingml/2006/main" w="0">
            <a:noFill/>
            <a:prstDash val="solid"/>
          </a:ln>
        </p:spPr>
      </p:sp>
      <p:sp>
        <p:nvSpPr>
          <p:cNvPr id="6" name="text-l3i96jto6cf">
            <a:extLst xmlns:a="http://schemas.openxmlformats.org/drawingml/2006/main">
              <a:ext uri="{FF2B5EF4-FFF2-40B4-BE49-F238E27FC236}">
                <a16:creationId xmlns:a16="http://schemas.microsoft.com/office/drawing/2014/main" id="{5DC56D61-DC3E-4045-9B47-D9B5D419F826}"/>
              </a:ext>
            </a:extLst>
          </p:cNvPr>
          <p:cNvSpPr>
            <a:spLocks xmlns:a="http://schemas.openxmlformats.org/drawingml/2006/main" noGrp="1"/>
          </p:cNvSpPr>
          <p:nvPr/>
        </p:nvSpPr>
        <p:spPr>
          <a:xfrm xmlns:a="http://schemas.openxmlformats.org/drawingml/2006/main">
            <a:off x="609600" y="6362700"/>
            <a:ext cx="971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975" b="0">
                <a:solidFill>
                  <a:srgbClr val="BED0D5"/>
                </a:solidFill>
                <a:latin typeface="DejaVu Sans"/>
                <a:ea typeface="DejaVu Sans"/>
                <a:cs typeface="DejaVu Sans"/>
              </a:defRPr>
            </a:defPPr>
            <a:lvl1pPr algn="l">
              <a:defRPr sz="975" b="0">
                <a:solidFill>
                  <a:srgbClr val="BED0D5"/>
                </a:solidFill>
                <a:latin typeface="DejaVu Sans"/>
                <a:ea typeface="DejaVu Sans"/>
                <a:cs typeface="DejaVu Sans"/>
              </a:defRPr>
            </a:lvl1pPr>
            <a:lvl2pPr algn="l">
              <a:defRPr sz="975" b="0">
                <a:solidFill>
                  <a:srgbClr val="BED0D5"/>
                </a:solidFill>
                <a:latin typeface="DejaVu Sans"/>
                <a:ea typeface="DejaVu Sans"/>
                <a:cs typeface="DejaVu Sans"/>
              </a:defRPr>
            </a:lvl2pPr>
            <a:lvl3pPr algn="l">
              <a:defRPr sz="975" b="0">
                <a:solidFill>
                  <a:srgbClr val="BED0D5"/>
                </a:solidFill>
                <a:latin typeface="DejaVu Sans"/>
                <a:ea typeface="DejaVu Sans"/>
                <a:cs typeface="DejaVu Sans"/>
              </a:defRPr>
            </a:lvl3pPr>
            <a:lvl4pPr algn="l">
              <a:defRPr sz="975" b="0">
                <a:solidFill>
                  <a:srgbClr val="BED0D5"/>
                </a:solidFill>
                <a:latin typeface="DejaVu Sans"/>
                <a:ea typeface="DejaVu Sans"/>
                <a:cs typeface="DejaVu Sans"/>
              </a:defRPr>
            </a:lvl4pPr>
            <a:lvl5pPr algn="l">
              <a:defRPr sz="975" b="0">
                <a:solidFill>
                  <a:srgbClr val="BED0D5"/>
                </a:solidFill>
                <a:latin typeface="DejaVu Sans"/>
                <a:ea typeface="DejaVu Sans"/>
                <a:cs typeface="DejaVu Sans"/>
              </a:defRPr>
            </a:lvl5pPr>
            <a:lvl6pPr algn="l">
              <a:defRPr sz="975" b="0">
                <a:solidFill>
                  <a:srgbClr val="BED0D5"/>
                </a:solidFill>
                <a:latin typeface="DejaVu Sans"/>
                <a:ea typeface="DejaVu Sans"/>
                <a:cs typeface="DejaVu Sans"/>
              </a:defRPr>
            </a:lvl6pPr>
            <a:lvl7pPr algn="l">
              <a:defRPr sz="975" b="0">
                <a:solidFill>
                  <a:srgbClr val="BED0D5"/>
                </a:solidFill>
                <a:latin typeface="DejaVu Sans"/>
                <a:ea typeface="DejaVu Sans"/>
                <a:cs typeface="DejaVu Sans"/>
              </a:defRPr>
            </a:lvl7pPr>
            <a:lvl8pPr algn="l">
              <a:defRPr sz="975" b="0">
                <a:solidFill>
                  <a:srgbClr val="BED0D5"/>
                </a:solidFill>
                <a:latin typeface="DejaVu Sans"/>
                <a:ea typeface="DejaVu Sans"/>
                <a:cs typeface="DejaVu Sans"/>
              </a:defRPr>
            </a:lvl8pPr>
            <a:lvl9pPr algn="l">
              <a:defRPr sz="975" b="0">
                <a:solidFill>
                  <a:srgbClr val="BED0D5"/>
                </a:solidFill>
                <a:latin typeface="DejaVu Sans"/>
                <a:ea typeface="DejaVu Sans"/>
                <a:cs typeface="DejaVu Sans"/>
              </a:defRPr>
            </a:lvl9pPr>
          </a:lstStyle>
          <a:p xmlns:a="http://schemas.openxmlformats.org/drawingml/2006/main">
            <a:pPr algn="l">
              <a:lnSpc>
                <a:spcPct val="112000"/>
              </a:lnSpc>
              <a:buNone/>
              <a:defRPr sz="975" b="0">
                <a:solidFill>
                  <a:srgbClr val="BED0D5"/>
                </a:solidFill>
                <a:latin typeface="DejaVu Sans"/>
                <a:ea typeface="DejaVu Sans"/>
                <a:cs typeface="DejaVu Sans"/>
              </a:defRPr>
            </a:pPr>
            <a:r>
              <a:rPr sz="975" b="0">
                <a:solidFill>
                  <a:srgbClr val="BED0D5"/>
                </a:solidFill>
                <a:latin typeface="DejaVu Sans"/>
                <a:ea typeface="DejaVu Sans"/>
                <a:cs typeface="DejaVu Sans"/>
              </a:rPr>
              <a:t>Sergio Gevatschnaider  ·  Sergio Gevatschnaider</a:t>
            </a:r>
          </a:p>
        </p:txBody>
      </p:sp>
      <p:sp>
        <p:nvSpPr>
          <p:cNvPr id="7" name="text-mhqdxup4j99">
            <a:extLst xmlns:a="http://schemas.openxmlformats.org/drawingml/2006/main">
              <a:ext uri="{FF2B5EF4-FFF2-40B4-BE49-F238E27FC236}">
                <a16:creationId xmlns:a16="http://schemas.microsoft.com/office/drawing/2014/main" id="{A1D5B920-9594-4443-A36D-79CDC2C8FE6C}"/>
              </a:ext>
            </a:extLst>
          </p:cNvPr>
          <p:cNvSpPr>
            <a:spLocks xmlns:a="http://schemas.openxmlformats.org/drawingml/2006/main" noGrp="1"/>
          </p:cNvSpPr>
          <p:nvPr/>
        </p:nvSpPr>
        <p:spPr>
          <a:xfrm xmlns:a="http://schemas.openxmlformats.org/drawingml/2006/main">
            <a:off x="10934700" y="6296025"/>
            <a:ext cx="6477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725" b="1">
                <a:solidFill>
                  <a:srgbClr val="62D6C9"/>
                </a:solidFill>
                <a:latin typeface="DejaVu Sans"/>
                <a:ea typeface="DejaVu Sans"/>
                <a:cs typeface="DejaVu Sans"/>
              </a:defRPr>
            </a:defPPr>
            <a:lvl1pPr algn="r">
              <a:defRPr sz="1725" b="1">
                <a:solidFill>
                  <a:srgbClr val="62D6C9"/>
                </a:solidFill>
                <a:latin typeface="DejaVu Sans"/>
                <a:ea typeface="DejaVu Sans"/>
                <a:cs typeface="DejaVu Sans"/>
              </a:defRPr>
            </a:lvl1pPr>
            <a:lvl2pPr algn="r">
              <a:defRPr sz="1725" b="1">
                <a:solidFill>
                  <a:srgbClr val="62D6C9"/>
                </a:solidFill>
                <a:latin typeface="DejaVu Sans"/>
                <a:ea typeface="DejaVu Sans"/>
                <a:cs typeface="DejaVu Sans"/>
              </a:defRPr>
            </a:lvl2pPr>
            <a:lvl3pPr algn="r">
              <a:defRPr sz="1725" b="1">
                <a:solidFill>
                  <a:srgbClr val="62D6C9"/>
                </a:solidFill>
                <a:latin typeface="DejaVu Sans"/>
                <a:ea typeface="DejaVu Sans"/>
                <a:cs typeface="DejaVu Sans"/>
              </a:defRPr>
            </a:lvl3pPr>
            <a:lvl4pPr algn="r">
              <a:defRPr sz="1725" b="1">
                <a:solidFill>
                  <a:srgbClr val="62D6C9"/>
                </a:solidFill>
                <a:latin typeface="DejaVu Sans"/>
                <a:ea typeface="DejaVu Sans"/>
                <a:cs typeface="DejaVu Sans"/>
              </a:defRPr>
            </a:lvl4pPr>
            <a:lvl5pPr algn="r">
              <a:defRPr sz="1725" b="1">
                <a:solidFill>
                  <a:srgbClr val="62D6C9"/>
                </a:solidFill>
                <a:latin typeface="DejaVu Sans"/>
                <a:ea typeface="DejaVu Sans"/>
                <a:cs typeface="DejaVu Sans"/>
              </a:defRPr>
            </a:lvl5pPr>
            <a:lvl6pPr algn="r">
              <a:defRPr sz="1725" b="1">
                <a:solidFill>
                  <a:srgbClr val="62D6C9"/>
                </a:solidFill>
                <a:latin typeface="DejaVu Sans"/>
                <a:ea typeface="DejaVu Sans"/>
                <a:cs typeface="DejaVu Sans"/>
              </a:defRPr>
            </a:lvl6pPr>
            <a:lvl7pPr algn="r">
              <a:defRPr sz="1725" b="1">
                <a:solidFill>
                  <a:srgbClr val="62D6C9"/>
                </a:solidFill>
                <a:latin typeface="DejaVu Sans"/>
                <a:ea typeface="DejaVu Sans"/>
                <a:cs typeface="DejaVu Sans"/>
              </a:defRPr>
            </a:lvl7pPr>
            <a:lvl8pPr algn="r">
              <a:defRPr sz="1725" b="1">
                <a:solidFill>
                  <a:srgbClr val="62D6C9"/>
                </a:solidFill>
                <a:latin typeface="DejaVu Sans"/>
                <a:ea typeface="DejaVu Sans"/>
                <a:cs typeface="DejaVu Sans"/>
              </a:defRPr>
            </a:lvl8pPr>
            <a:lvl9pPr algn="r">
              <a:defRPr sz="1725" b="1">
                <a:solidFill>
                  <a:srgbClr val="62D6C9"/>
                </a:solidFill>
                <a:latin typeface="DejaVu Sans"/>
                <a:ea typeface="DejaVu Sans"/>
                <a:cs typeface="DejaVu Sans"/>
              </a:defRPr>
            </a:lvl9pPr>
          </a:lstStyle>
          <a:p xmlns:a="http://schemas.openxmlformats.org/drawingml/2006/main">
            <a:pPr algn="r">
              <a:lnSpc>
                <a:spcPct val="112000"/>
              </a:lnSpc>
              <a:buNone/>
              <a:defRPr sz="1725" b="1">
                <a:solidFill>
                  <a:srgbClr val="62D6C9"/>
                </a:solidFill>
                <a:latin typeface="DejaVu Sans"/>
                <a:ea typeface="DejaVu Sans"/>
                <a:cs typeface="DejaVu Sans"/>
              </a:defRPr>
            </a:pPr>
            <a:r>
              <a:rPr sz="1725" b="1">
                <a:solidFill>
                  <a:srgbClr val="62D6C9"/>
                </a:solidFill>
                <a:latin typeface="DejaVu Sans"/>
                <a:ea typeface="DejaVu Sans"/>
                <a:cs typeface="DejaVu Sans"/>
              </a:rPr>
              <a:t>22</a:t>
            </a:r>
          </a:p>
        </p:txBody>
      </p:sp>
      <p:sp>
        <p:nvSpPr>
          <p:cNvPr id="8" name="text-y4i0j3ab2z">
            <a:extLst xmlns:a="http://schemas.openxmlformats.org/drawingml/2006/main">
              <a:ext uri="{FF2B5EF4-FFF2-40B4-BE49-F238E27FC236}">
                <a16:creationId xmlns:a16="http://schemas.microsoft.com/office/drawing/2014/main" id="{D3ECD917-F66A-4CD2-BF70-C3C66D968CFF}"/>
              </a:ext>
            </a:extLst>
          </p:cNvPr>
          <p:cNvSpPr>
            <a:spLocks xmlns:a="http://schemas.openxmlformats.org/drawingml/2006/main" noGrp="1"/>
          </p:cNvSpPr>
          <p:nvPr/>
        </p:nvSpPr>
        <p:spPr>
          <a:xfrm xmlns:a="http://schemas.openxmlformats.org/drawingml/2006/main">
            <a:off x="609600" y="2733675"/>
            <a:ext cx="257175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4875" b="1">
                <a:solidFill>
                  <a:srgbClr val="62D6C9"/>
                </a:solidFill>
                <a:latin typeface="DejaVu Sans"/>
                <a:ea typeface="DejaVu Sans"/>
                <a:cs typeface="DejaVu Sans"/>
              </a:defRPr>
            </a:defPPr>
            <a:lvl1pPr algn="l">
              <a:defRPr sz="4875" b="1">
                <a:solidFill>
                  <a:srgbClr val="62D6C9"/>
                </a:solidFill>
                <a:latin typeface="DejaVu Sans"/>
                <a:ea typeface="DejaVu Sans"/>
                <a:cs typeface="DejaVu Sans"/>
              </a:defRPr>
            </a:lvl1pPr>
            <a:lvl2pPr algn="l">
              <a:defRPr sz="4875" b="1">
                <a:solidFill>
                  <a:srgbClr val="62D6C9"/>
                </a:solidFill>
                <a:latin typeface="DejaVu Sans"/>
                <a:ea typeface="DejaVu Sans"/>
                <a:cs typeface="DejaVu Sans"/>
              </a:defRPr>
            </a:lvl2pPr>
            <a:lvl3pPr algn="l">
              <a:defRPr sz="4875" b="1">
                <a:solidFill>
                  <a:srgbClr val="62D6C9"/>
                </a:solidFill>
                <a:latin typeface="DejaVu Sans"/>
                <a:ea typeface="DejaVu Sans"/>
                <a:cs typeface="DejaVu Sans"/>
              </a:defRPr>
            </a:lvl3pPr>
            <a:lvl4pPr algn="l">
              <a:defRPr sz="4875" b="1">
                <a:solidFill>
                  <a:srgbClr val="62D6C9"/>
                </a:solidFill>
                <a:latin typeface="DejaVu Sans"/>
                <a:ea typeface="DejaVu Sans"/>
                <a:cs typeface="DejaVu Sans"/>
              </a:defRPr>
            </a:lvl4pPr>
            <a:lvl5pPr algn="l">
              <a:defRPr sz="4875" b="1">
                <a:solidFill>
                  <a:srgbClr val="62D6C9"/>
                </a:solidFill>
                <a:latin typeface="DejaVu Sans"/>
                <a:ea typeface="DejaVu Sans"/>
                <a:cs typeface="DejaVu Sans"/>
              </a:defRPr>
            </a:lvl5pPr>
            <a:lvl6pPr algn="l">
              <a:defRPr sz="4875" b="1">
                <a:solidFill>
                  <a:srgbClr val="62D6C9"/>
                </a:solidFill>
                <a:latin typeface="DejaVu Sans"/>
                <a:ea typeface="DejaVu Sans"/>
                <a:cs typeface="DejaVu Sans"/>
              </a:defRPr>
            </a:lvl6pPr>
            <a:lvl7pPr algn="l">
              <a:defRPr sz="4875" b="1">
                <a:solidFill>
                  <a:srgbClr val="62D6C9"/>
                </a:solidFill>
                <a:latin typeface="DejaVu Sans"/>
                <a:ea typeface="DejaVu Sans"/>
                <a:cs typeface="DejaVu Sans"/>
              </a:defRPr>
            </a:lvl7pPr>
            <a:lvl8pPr algn="l">
              <a:defRPr sz="4875" b="1">
                <a:solidFill>
                  <a:srgbClr val="62D6C9"/>
                </a:solidFill>
                <a:latin typeface="DejaVu Sans"/>
                <a:ea typeface="DejaVu Sans"/>
                <a:cs typeface="DejaVu Sans"/>
              </a:defRPr>
            </a:lvl8pPr>
            <a:lvl9pPr algn="l">
              <a:defRPr sz="4875" b="1">
                <a:solidFill>
                  <a:srgbClr val="62D6C9"/>
                </a:solidFill>
                <a:latin typeface="DejaVu Sans"/>
                <a:ea typeface="DejaVu Sans"/>
                <a:cs typeface="DejaVu Sans"/>
              </a:defRPr>
            </a:lvl9pPr>
          </a:lstStyle>
          <a:p xmlns:a="http://schemas.openxmlformats.org/drawingml/2006/main">
            <a:pPr algn="l">
              <a:lnSpc>
                <a:spcPct val="112000"/>
              </a:lnSpc>
              <a:buNone/>
              <a:defRPr sz="4875" b="1">
                <a:solidFill>
                  <a:srgbClr val="62D6C9"/>
                </a:solidFill>
                <a:latin typeface="DejaVu Sans"/>
                <a:ea typeface="DejaVu Sans"/>
                <a:cs typeface="DejaVu Sans"/>
              </a:defRPr>
            </a:pPr>
            <a:r>
              <a:rPr sz="4875" b="1">
                <a:solidFill>
                  <a:srgbClr val="62D6C9"/>
                </a:solidFill>
                <a:latin typeface="DejaVu Sans"/>
                <a:ea typeface="DejaVu Sans"/>
                <a:cs typeface="DejaVu Sans"/>
              </a:rPr>
              <a:t>01</a:t>
            </a:r>
          </a:p>
        </p:txBody>
      </p:sp>
      <p:sp>
        <p:nvSpPr>
          <p:cNvPr id="9" name="text-qrh33pkzdn9">
            <a:extLst xmlns:a="http://schemas.openxmlformats.org/drawingml/2006/main">
              <a:ext uri="{FF2B5EF4-FFF2-40B4-BE49-F238E27FC236}">
                <a16:creationId xmlns:a16="http://schemas.microsoft.com/office/drawing/2014/main" id="{23B4A91C-B5DF-4A68-84F5-53BD5CF120AA}"/>
              </a:ext>
            </a:extLst>
          </p:cNvPr>
          <p:cNvSpPr>
            <a:spLocks xmlns:a="http://schemas.openxmlformats.org/drawingml/2006/main" noGrp="1"/>
          </p:cNvSpPr>
          <p:nvPr/>
        </p:nvSpPr>
        <p:spPr>
          <a:xfrm xmlns:a="http://schemas.openxmlformats.org/drawingml/2006/main">
            <a:off x="609600" y="3752850"/>
            <a:ext cx="25717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75" b="1">
                <a:solidFill>
                  <a:srgbClr val="FFFDFA"/>
                </a:solidFill>
                <a:latin typeface="DejaVu Sans"/>
                <a:ea typeface="DejaVu Sans"/>
                <a:cs typeface="DejaVu Sans"/>
              </a:defRPr>
            </a:defPPr>
            <a:lvl1pPr algn="l">
              <a:defRPr sz="2175" b="1">
                <a:solidFill>
                  <a:srgbClr val="FFFDFA"/>
                </a:solidFill>
                <a:latin typeface="DejaVu Sans"/>
                <a:ea typeface="DejaVu Sans"/>
                <a:cs typeface="DejaVu Sans"/>
              </a:defRPr>
            </a:lvl1pPr>
            <a:lvl2pPr algn="l">
              <a:defRPr sz="2175" b="1">
                <a:solidFill>
                  <a:srgbClr val="FFFDFA"/>
                </a:solidFill>
                <a:latin typeface="DejaVu Sans"/>
                <a:ea typeface="DejaVu Sans"/>
                <a:cs typeface="DejaVu Sans"/>
              </a:defRPr>
            </a:lvl2pPr>
            <a:lvl3pPr algn="l">
              <a:defRPr sz="2175" b="1">
                <a:solidFill>
                  <a:srgbClr val="FFFDFA"/>
                </a:solidFill>
                <a:latin typeface="DejaVu Sans"/>
                <a:ea typeface="DejaVu Sans"/>
                <a:cs typeface="DejaVu Sans"/>
              </a:defRPr>
            </a:lvl3pPr>
            <a:lvl4pPr algn="l">
              <a:defRPr sz="2175" b="1">
                <a:solidFill>
                  <a:srgbClr val="FFFDFA"/>
                </a:solidFill>
                <a:latin typeface="DejaVu Sans"/>
                <a:ea typeface="DejaVu Sans"/>
                <a:cs typeface="DejaVu Sans"/>
              </a:defRPr>
            </a:lvl4pPr>
            <a:lvl5pPr algn="l">
              <a:defRPr sz="2175" b="1">
                <a:solidFill>
                  <a:srgbClr val="FFFDFA"/>
                </a:solidFill>
                <a:latin typeface="DejaVu Sans"/>
                <a:ea typeface="DejaVu Sans"/>
                <a:cs typeface="DejaVu Sans"/>
              </a:defRPr>
            </a:lvl5pPr>
            <a:lvl6pPr algn="l">
              <a:defRPr sz="2175" b="1">
                <a:solidFill>
                  <a:srgbClr val="FFFDFA"/>
                </a:solidFill>
                <a:latin typeface="DejaVu Sans"/>
                <a:ea typeface="DejaVu Sans"/>
                <a:cs typeface="DejaVu Sans"/>
              </a:defRPr>
            </a:lvl6pPr>
            <a:lvl7pPr algn="l">
              <a:defRPr sz="2175" b="1">
                <a:solidFill>
                  <a:srgbClr val="FFFDFA"/>
                </a:solidFill>
                <a:latin typeface="DejaVu Sans"/>
                <a:ea typeface="DejaVu Sans"/>
                <a:cs typeface="DejaVu Sans"/>
              </a:defRPr>
            </a:lvl7pPr>
            <a:lvl8pPr algn="l">
              <a:defRPr sz="2175" b="1">
                <a:solidFill>
                  <a:srgbClr val="FFFDFA"/>
                </a:solidFill>
                <a:latin typeface="DejaVu Sans"/>
                <a:ea typeface="DejaVu Sans"/>
                <a:cs typeface="DejaVu Sans"/>
              </a:defRPr>
            </a:lvl8pPr>
            <a:lvl9pPr algn="l">
              <a:defRPr sz="2175" b="1">
                <a:solidFill>
                  <a:srgbClr val="FFFDFA"/>
                </a:solidFill>
                <a:latin typeface="DejaVu Sans"/>
                <a:ea typeface="DejaVu Sans"/>
                <a:cs typeface="DejaVu Sans"/>
              </a:defRPr>
            </a:lvl9pPr>
          </a:lstStyle>
          <a:p xmlns:a="http://schemas.openxmlformats.org/drawingml/2006/main">
            <a:pPr algn="l">
              <a:lnSpc>
                <a:spcPct val="112000"/>
              </a:lnSpc>
              <a:buNone/>
              <a:defRPr sz="2175" b="1">
                <a:solidFill>
                  <a:srgbClr val="FFFDFA"/>
                </a:solidFill>
                <a:latin typeface="DejaVu Sans"/>
                <a:ea typeface="DejaVu Sans"/>
                <a:cs typeface="DejaVu Sans"/>
              </a:defRPr>
            </a:pPr>
            <a:r>
              <a:rPr sz="2175" b="1">
                <a:solidFill>
                  <a:srgbClr val="FFFDFA"/>
                </a:solidFill>
                <a:latin typeface="DejaVu Sans"/>
                <a:ea typeface="DejaVu Sans"/>
                <a:cs typeface="DejaVu Sans"/>
              </a:rPr>
              <a:t>Model</a:t>
            </a:r>
          </a:p>
        </p:txBody>
      </p:sp>
      <p:sp>
        <p:nvSpPr>
          <p:cNvPr id="10" name="text-72nixlhhf1p">
            <a:extLst xmlns:a="http://schemas.openxmlformats.org/drawingml/2006/main">
              <a:ext uri="{FF2B5EF4-FFF2-40B4-BE49-F238E27FC236}">
                <a16:creationId xmlns:a16="http://schemas.microsoft.com/office/drawing/2014/main" id="{0636DE6C-257E-44C2-BDDE-C3BB308B18B8}"/>
              </a:ext>
            </a:extLst>
          </p:cNvPr>
          <p:cNvSpPr>
            <a:spLocks xmlns:a="http://schemas.openxmlformats.org/drawingml/2006/main" noGrp="1"/>
          </p:cNvSpPr>
          <p:nvPr/>
        </p:nvSpPr>
        <p:spPr>
          <a:xfrm xmlns:a="http://schemas.openxmlformats.org/drawingml/2006/main">
            <a:off x="609600" y="4543425"/>
            <a:ext cx="2571750" cy="1276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0">
                <a:solidFill>
                  <a:srgbClr val="BED0D5"/>
                </a:solidFill>
                <a:latin typeface="DejaVu Sans"/>
                <a:ea typeface="DejaVu Sans"/>
                <a:cs typeface="DejaVu Sans"/>
              </a:defRPr>
            </a:defPPr>
            <a:lvl1pPr algn="l">
              <a:defRPr sz="1725" b="0">
                <a:solidFill>
                  <a:srgbClr val="BED0D5"/>
                </a:solidFill>
                <a:latin typeface="DejaVu Sans"/>
                <a:ea typeface="DejaVu Sans"/>
                <a:cs typeface="DejaVu Sans"/>
              </a:defRPr>
            </a:lvl1pPr>
            <a:lvl2pPr algn="l">
              <a:defRPr sz="1725" b="0">
                <a:solidFill>
                  <a:srgbClr val="BED0D5"/>
                </a:solidFill>
                <a:latin typeface="DejaVu Sans"/>
                <a:ea typeface="DejaVu Sans"/>
                <a:cs typeface="DejaVu Sans"/>
              </a:defRPr>
            </a:lvl2pPr>
            <a:lvl3pPr algn="l">
              <a:defRPr sz="1725" b="0">
                <a:solidFill>
                  <a:srgbClr val="BED0D5"/>
                </a:solidFill>
                <a:latin typeface="DejaVu Sans"/>
                <a:ea typeface="DejaVu Sans"/>
                <a:cs typeface="DejaVu Sans"/>
              </a:defRPr>
            </a:lvl3pPr>
            <a:lvl4pPr algn="l">
              <a:defRPr sz="1725" b="0">
                <a:solidFill>
                  <a:srgbClr val="BED0D5"/>
                </a:solidFill>
                <a:latin typeface="DejaVu Sans"/>
                <a:ea typeface="DejaVu Sans"/>
                <a:cs typeface="DejaVu Sans"/>
              </a:defRPr>
            </a:lvl4pPr>
            <a:lvl5pPr algn="l">
              <a:defRPr sz="1725" b="0">
                <a:solidFill>
                  <a:srgbClr val="BED0D5"/>
                </a:solidFill>
                <a:latin typeface="DejaVu Sans"/>
                <a:ea typeface="DejaVu Sans"/>
                <a:cs typeface="DejaVu Sans"/>
              </a:defRPr>
            </a:lvl5pPr>
            <a:lvl6pPr algn="l">
              <a:defRPr sz="1725" b="0">
                <a:solidFill>
                  <a:srgbClr val="BED0D5"/>
                </a:solidFill>
                <a:latin typeface="DejaVu Sans"/>
                <a:ea typeface="DejaVu Sans"/>
                <a:cs typeface="DejaVu Sans"/>
              </a:defRPr>
            </a:lvl6pPr>
            <a:lvl7pPr algn="l">
              <a:defRPr sz="1725" b="0">
                <a:solidFill>
                  <a:srgbClr val="BED0D5"/>
                </a:solidFill>
                <a:latin typeface="DejaVu Sans"/>
                <a:ea typeface="DejaVu Sans"/>
                <a:cs typeface="DejaVu Sans"/>
              </a:defRPr>
            </a:lvl7pPr>
            <a:lvl8pPr algn="l">
              <a:defRPr sz="1725" b="0">
                <a:solidFill>
                  <a:srgbClr val="BED0D5"/>
                </a:solidFill>
                <a:latin typeface="DejaVu Sans"/>
                <a:ea typeface="DejaVu Sans"/>
                <a:cs typeface="DejaVu Sans"/>
              </a:defRPr>
            </a:lvl8pPr>
            <a:lvl9pPr algn="l">
              <a:defRPr sz="1725" b="0">
                <a:solidFill>
                  <a:srgbClr val="BED0D5"/>
                </a:solidFill>
                <a:latin typeface="DejaVu Sans"/>
                <a:ea typeface="DejaVu Sans"/>
                <a:cs typeface="DejaVu Sans"/>
              </a:defRPr>
            </a:lvl9pPr>
          </a:lstStyle>
          <a:p xmlns:a="http://schemas.openxmlformats.org/drawingml/2006/main">
            <a:pPr algn="l">
              <a:lnSpc>
                <a:spcPct val="112000"/>
              </a:lnSpc>
              <a:buNone/>
              <a:defRPr sz="1725" b="0">
                <a:solidFill>
                  <a:srgbClr val="BED0D5"/>
                </a:solidFill>
                <a:latin typeface="DejaVu Sans"/>
                <a:ea typeface="DejaVu Sans"/>
                <a:cs typeface="DejaVu Sans"/>
              </a:defRPr>
            </a:pPr>
            <a:r>
              <a:rPr sz="1725" b="0">
                <a:solidFill>
                  <a:srgbClr val="BED0D5"/>
                </a:solidFill>
                <a:latin typeface="DejaVu Sans"/>
                <a:ea typeface="DejaVu Sans"/>
                <a:cs typeface="DejaVu Sans"/>
              </a:rPr>
              <a:t>Language and reasoning capabilities.</a:t>
            </a:r>
          </a:p>
        </p:txBody>
      </p:sp>
      <p:sp>
        <p:nvSpPr>
          <p:cNvPr id="11" name="text-2xl220cw8uk">
            <a:extLst xmlns:a="http://schemas.openxmlformats.org/drawingml/2006/main">
              <a:ext uri="{FF2B5EF4-FFF2-40B4-BE49-F238E27FC236}">
                <a16:creationId xmlns:a16="http://schemas.microsoft.com/office/drawing/2014/main" id="{575FBCA7-5A41-42F3-9130-0EEC8212C718}"/>
              </a:ext>
            </a:extLst>
          </p:cNvPr>
          <p:cNvSpPr>
            <a:spLocks xmlns:a="http://schemas.openxmlformats.org/drawingml/2006/main" noGrp="1"/>
          </p:cNvSpPr>
          <p:nvPr/>
        </p:nvSpPr>
        <p:spPr>
          <a:xfrm xmlns:a="http://schemas.openxmlformats.org/drawingml/2006/main">
            <a:off x="3409950" y="2733675"/>
            <a:ext cx="257175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4875" b="1">
                <a:solidFill>
                  <a:srgbClr val="62D6C9"/>
                </a:solidFill>
                <a:latin typeface="DejaVu Sans"/>
                <a:ea typeface="DejaVu Sans"/>
                <a:cs typeface="DejaVu Sans"/>
              </a:defRPr>
            </a:defPPr>
            <a:lvl1pPr algn="l">
              <a:defRPr sz="4875" b="1">
                <a:solidFill>
                  <a:srgbClr val="62D6C9"/>
                </a:solidFill>
                <a:latin typeface="DejaVu Sans"/>
                <a:ea typeface="DejaVu Sans"/>
                <a:cs typeface="DejaVu Sans"/>
              </a:defRPr>
            </a:lvl1pPr>
            <a:lvl2pPr algn="l">
              <a:defRPr sz="4875" b="1">
                <a:solidFill>
                  <a:srgbClr val="62D6C9"/>
                </a:solidFill>
                <a:latin typeface="DejaVu Sans"/>
                <a:ea typeface="DejaVu Sans"/>
                <a:cs typeface="DejaVu Sans"/>
              </a:defRPr>
            </a:lvl2pPr>
            <a:lvl3pPr algn="l">
              <a:defRPr sz="4875" b="1">
                <a:solidFill>
                  <a:srgbClr val="62D6C9"/>
                </a:solidFill>
                <a:latin typeface="DejaVu Sans"/>
                <a:ea typeface="DejaVu Sans"/>
                <a:cs typeface="DejaVu Sans"/>
              </a:defRPr>
            </a:lvl3pPr>
            <a:lvl4pPr algn="l">
              <a:defRPr sz="4875" b="1">
                <a:solidFill>
                  <a:srgbClr val="62D6C9"/>
                </a:solidFill>
                <a:latin typeface="DejaVu Sans"/>
                <a:ea typeface="DejaVu Sans"/>
                <a:cs typeface="DejaVu Sans"/>
              </a:defRPr>
            </a:lvl4pPr>
            <a:lvl5pPr algn="l">
              <a:defRPr sz="4875" b="1">
                <a:solidFill>
                  <a:srgbClr val="62D6C9"/>
                </a:solidFill>
                <a:latin typeface="DejaVu Sans"/>
                <a:ea typeface="DejaVu Sans"/>
                <a:cs typeface="DejaVu Sans"/>
              </a:defRPr>
            </a:lvl5pPr>
            <a:lvl6pPr algn="l">
              <a:defRPr sz="4875" b="1">
                <a:solidFill>
                  <a:srgbClr val="62D6C9"/>
                </a:solidFill>
                <a:latin typeface="DejaVu Sans"/>
                <a:ea typeface="DejaVu Sans"/>
                <a:cs typeface="DejaVu Sans"/>
              </a:defRPr>
            </a:lvl6pPr>
            <a:lvl7pPr algn="l">
              <a:defRPr sz="4875" b="1">
                <a:solidFill>
                  <a:srgbClr val="62D6C9"/>
                </a:solidFill>
                <a:latin typeface="DejaVu Sans"/>
                <a:ea typeface="DejaVu Sans"/>
                <a:cs typeface="DejaVu Sans"/>
              </a:defRPr>
            </a:lvl7pPr>
            <a:lvl8pPr algn="l">
              <a:defRPr sz="4875" b="1">
                <a:solidFill>
                  <a:srgbClr val="62D6C9"/>
                </a:solidFill>
                <a:latin typeface="DejaVu Sans"/>
                <a:ea typeface="DejaVu Sans"/>
                <a:cs typeface="DejaVu Sans"/>
              </a:defRPr>
            </a:lvl8pPr>
            <a:lvl9pPr algn="l">
              <a:defRPr sz="4875" b="1">
                <a:solidFill>
                  <a:srgbClr val="62D6C9"/>
                </a:solidFill>
                <a:latin typeface="DejaVu Sans"/>
                <a:ea typeface="DejaVu Sans"/>
                <a:cs typeface="DejaVu Sans"/>
              </a:defRPr>
            </a:lvl9pPr>
          </a:lstStyle>
          <a:p xmlns:a="http://schemas.openxmlformats.org/drawingml/2006/main">
            <a:pPr algn="l">
              <a:lnSpc>
                <a:spcPct val="112000"/>
              </a:lnSpc>
              <a:buNone/>
              <a:defRPr sz="4875" b="1">
                <a:solidFill>
                  <a:srgbClr val="62D6C9"/>
                </a:solidFill>
                <a:latin typeface="DejaVu Sans"/>
                <a:ea typeface="DejaVu Sans"/>
                <a:cs typeface="DejaVu Sans"/>
              </a:defRPr>
            </a:pPr>
            <a:r>
              <a:rPr sz="4875" b="1">
                <a:solidFill>
                  <a:srgbClr val="62D6C9"/>
                </a:solidFill>
                <a:latin typeface="DejaVu Sans"/>
                <a:ea typeface="DejaVu Sans"/>
                <a:cs typeface="DejaVu Sans"/>
              </a:rPr>
              <a:t>02</a:t>
            </a:r>
          </a:p>
        </p:txBody>
      </p:sp>
      <p:sp>
        <p:nvSpPr>
          <p:cNvPr id="12" name="text-4zafoeed385">
            <a:extLst xmlns:a="http://schemas.openxmlformats.org/drawingml/2006/main">
              <a:ext uri="{FF2B5EF4-FFF2-40B4-BE49-F238E27FC236}">
                <a16:creationId xmlns:a16="http://schemas.microsoft.com/office/drawing/2014/main" id="{0D714407-95EA-4D58-A632-0BB9253A94AD}"/>
              </a:ext>
            </a:extLst>
          </p:cNvPr>
          <p:cNvSpPr>
            <a:spLocks xmlns:a="http://schemas.openxmlformats.org/drawingml/2006/main" noGrp="1"/>
          </p:cNvSpPr>
          <p:nvPr/>
        </p:nvSpPr>
        <p:spPr>
          <a:xfrm xmlns:a="http://schemas.openxmlformats.org/drawingml/2006/main">
            <a:off x="3409950" y="3752850"/>
            <a:ext cx="25717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75" b="1">
                <a:solidFill>
                  <a:srgbClr val="FFFDFA"/>
                </a:solidFill>
                <a:latin typeface="DejaVu Sans"/>
                <a:ea typeface="DejaVu Sans"/>
                <a:cs typeface="DejaVu Sans"/>
              </a:defRPr>
            </a:defPPr>
            <a:lvl1pPr algn="l">
              <a:defRPr sz="2175" b="1">
                <a:solidFill>
                  <a:srgbClr val="FFFDFA"/>
                </a:solidFill>
                <a:latin typeface="DejaVu Sans"/>
                <a:ea typeface="DejaVu Sans"/>
                <a:cs typeface="DejaVu Sans"/>
              </a:defRPr>
            </a:lvl1pPr>
            <a:lvl2pPr algn="l">
              <a:defRPr sz="2175" b="1">
                <a:solidFill>
                  <a:srgbClr val="FFFDFA"/>
                </a:solidFill>
                <a:latin typeface="DejaVu Sans"/>
                <a:ea typeface="DejaVu Sans"/>
                <a:cs typeface="DejaVu Sans"/>
              </a:defRPr>
            </a:lvl2pPr>
            <a:lvl3pPr algn="l">
              <a:defRPr sz="2175" b="1">
                <a:solidFill>
                  <a:srgbClr val="FFFDFA"/>
                </a:solidFill>
                <a:latin typeface="DejaVu Sans"/>
                <a:ea typeface="DejaVu Sans"/>
                <a:cs typeface="DejaVu Sans"/>
              </a:defRPr>
            </a:lvl3pPr>
            <a:lvl4pPr algn="l">
              <a:defRPr sz="2175" b="1">
                <a:solidFill>
                  <a:srgbClr val="FFFDFA"/>
                </a:solidFill>
                <a:latin typeface="DejaVu Sans"/>
                <a:ea typeface="DejaVu Sans"/>
                <a:cs typeface="DejaVu Sans"/>
              </a:defRPr>
            </a:lvl4pPr>
            <a:lvl5pPr algn="l">
              <a:defRPr sz="2175" b="1">
                <a:solidFill>
                  <a:srgbClr val="FFFDFA"/>
                </a:solidFill>
                <a:latin typeface="DejaVu Sans"/>
                <a:ea typeface="DejaVu Sans"/>
                <a:cs typeface="DejaVu Sans"/>
              </a:defRPr>
            </a:lvl5pPr>
            <a:lvl6pPr algn="l">
              <a:defRPr sz="2175" b="1">
                <a:solidFill>
                  <a:srgbClr val="FFFDFA"/>
                </a:solidFill>
                <a:latin typeface="DejaVu Sans"/>
                <a:ea typeface="DejaVu Sans"/>
                <a:cs typeface="DejaVu Sans"/>
              </a:defRPr>
            </a:lvl6pPr>
            <a:lvl7pPr algn="l">
              <a:defRPr sz="2175" b="1">
                <a:solidFill>
                  <a:srgbClr val="FFFDFA"/>
                </a:solidFill>
                <a:latin typeface="DejaVu Sans"/>
                <a:ea typeface="DejaVu Sans"/>
                <a:cs typeface="DejaVu Sans"/>
              </a:defRPr>
            </a:lvl7pPr>
            <a:lvl8pPr algn="l">
              <a:defRPr sz="2175" b="1">
                <a:solidFill>
                  <a:srgbClr val="FFFDFA"/>
                </a:solidFill>
                <a:latin typeface="DejaVu Sans"/>
                <a:ea typeface="DejaVu Sans"/>
                <a:cs typeface="DejaVu Sans"/>
              </a:defRPr>
            </a:lvl8pPr>
            <a:lvl9pPr algn="l">
              <a:defRPr sz="2175" b="1">
                <a:solidFill>
                  <a:srgbClr val="FFFDFA"/>
                </a:solidFill>
                <a:latin typeface="DejaVu Sans"/>
                <a:ea typeface="DejaVu Sans"/>
                <a:cs typeface="DejaVu Sans"/>
              </a:defRPr>
            </a:lvl9pPr>
          </a:lstStyle>
          <a:p xmlns:a="http://schemas.openxmlformats.org/drawingml/2006/main">
            <a:pPr algn="l">
              <a:lnSpc>
                <a:spcPct val="112000"/>
              </a:lnSpc>
              <a:buNone/>
              <a:defRPr sz="2175" b="1">
                <a:solidFill>
                  <a:srgbClr val="FFFDFA"/>
                </a:solidFill>
                <a:latin typeface="DejaVu Sans"/>
                <a:ea typeface="DejaVu Sans"/>
                <a:cs typeface="DejaVu Sans"/>
              </a:defRPr>
            </a:pPr>
            <a:r>
              <a:rPr sz="2175" b="1">
                <a:solidFill>
                  <a:srgbClr val="FFFDFA"/>
                </a:solidFill>
                <a:latin typeface="DejaVu Sans"/>
                <a:ea typeface="DejaVu Sans"/>
                <a:cs typeface="DejaVu Sans"/>
              </a:rPr>
              <a:t>Agent system</a:t>
            </a:r>
          </a:p>
        </p:txBody>
      </p:sp>
      <p:sp>
        <p:nvSpPr>
          <p:cNvPr id="13" name="text-fuwjd1cyikc">
            <a:extLst xmlns:a="http://schemas.openxmlformats.org/drawingml/2006/main">
              <a:ext uri="{FF2B5EF4-FFF2-40B4-BE49-F238E27FC236}">
                <a16:creationId xmlns:a16="http://schemas.microsoft.com/office/drawing/2014/main" id="{67C3E2B5-4C86-4CF3-8A10-F0180BC1E594}"/>
              </a:ext>
            </a:extLst>
          </p:cNvPr>
          <p:cNvSpPr>
            <a:spLocks xmlns:a="http://schemas.openxmlformats.org/drawingml/2006/main" noGrp="1"/>
          </p:cNvSpPr>
          <p:nvPr/>
        </p:nvSpPr>
        <p:spPr>
          <a:xfrm xmlns:a="http://schemas.openxmlformats.org/drawingml/2006/main">
            <a:off x="3409950" y="4543425"/>
            <a:ext cx="2571750" cy="1276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0">
                <a:solidFill>
                  <a:srgbClr val="BED0D5"/>
                </a:solidFill>
                <a:latin typeface="DejaVu Sans"/>
                <a:ea typeface="DejaVu Sans"/>
                <a:cs typeface="DejaVu Sans"/>
              </a:defRPr>
            </a:defPPr>
            <a:lvl1pPr algn="l">
              <a:defRPr sz="1725" b="0">
                <a:solidFill>
                  <a:srgbClr val="BED0D5"/>
                </a:solidFill>
                <a:latin typeface="DejaVu Sans"/>
                <a:ea typeface="DejaVu Sans"/>
                <a:cs typeface="DejaVu Sans"/>
              </a:defRPr>
            </a:lvl1pPr>
            <a:lvl2pPr algn="l">
              <a:defRPr sz="1725" b="0">
                <a:solidFill>
                  <a:srgbClr val="BED0D5"/>
                </a:solidFill>
                <a:latin typeface="DejaVu Sans"/>
                <a:ea typeface="DejaVu Sans"/>
                <a:cs typeface="DejaVu Sans"/>
              </a:defRPr>
            </a:lvl2pPr>
            <a:lvl3pPr algn="l">
              <a:defRPr sz="1725" b="0">
                <a:solidFill>
                  <a:srgbClr val="BED0D5"/>
                </a:solidFill>
                <a:latin typeface="DejaVu Sans"/>
                <a:ea typeface="DejaVu Sans"/>
                <a:cs typeface="DejaVu Sans"/>
              </a:defRPr>
            </a:lvl3pPr>
            <a:lvl4pPr algn="l">
              <a:defRPr sz="1725" b="0">
                <a:solidFill>
                  <a:srgbClr val="BED0D5"/>
                </a:solidFill>
                <a:latin typeface="DejaVu Sans"/>
                <a:ea typeface="DejaVu Sans"/>
                <a:cs typeface="DejaVu Sans"/>
              </a:defRPr>
            </a:lvl4pPr>
            <a:lvl5pPr algn="l">
              <a:defRPr sz="1725" b="0">
                <a:solidFill>
                  <a:srgbClr val="BED0D5"/>
                </a:solidFill>
                <a:latin typeface="DejaVu Sans"/>
                <a:ea typeface="DejaVu Sans"/>
                <a:cs typeface="DejaVu Sans"/>
              </a:defRPr>
            </a:lvl5pPr>
            <a:lvl6pPr algn="l">
              <a:defRPr sz="1725" b="0">
                <a:solidFill>
                  <a:srgbClr val="BED0D5"/>
                </a:solidFill>
                <a:latin typeface="DejaVu Sans"/>
                <a:ea typeface="DejaVu Sans"/>
                <a:cs typeface="DejaVu Sans"/>
              </a:defRPr>
            </a:lvl6pPr>
            <a:lvl7pPr algn="l">
              <a:defRPr sz="1725" b="0">
                <a:solidFill>
                  <a:srgbClr val="BED0D5"/>
                </a:solidFill>
                <a:latin typeface="DejaVu Sans"/>
                <a:ea typeface="DejaVu Sans"/>
                <a:cs typeface="DejaVu Sans"/>
              </a:defRPr>
            </a:lvl7pPr>
            <a:lvl8pPr algn="l">
              <a:defRPr sz="1725" b="0">
                <a:solidFill>
                  <a:srgbClr val="BED0D5"/>
                </a:solidFill>
                <a:latin typeface="DejaVu Sans"/>
                <a:ea typeface="DejaVu Sans"/>
                <a:cs typeface="DejaVu Sans"/>
              </a:defRPr>
            </a:lvl8pPr>
            <a:lvl9pPr algn="l">
              <a:defRPr sz="1725" b="0">
                <a:solidFill>
                  <a:srgbClr val="BED0D5"/>
                </a:solidFill>
                <a:latin typeface="DejaVu Sans"/>
                <a:ea typeface="DejaVu Sans"/>
                <a:cs typeface="DejaVu Sans"/>
              </a:defRPr>
            </a:lvl9pPr>
          </a:lstStyle>
          <a:p xmlns:a="http://schemas.openxmlformats.org/drawingml/2006/main">
            <a:pPr algn="l">
              <a:lnSpc>
                <a:spcPct val="112000"/>
              </a:lnSpc>
              <a:buNone/>
              <a:defRPr sz="1725" b="0">
                <a:solidFill>
                  <a:srgbClr val="BED0D5"/>
                </a:solidFill>
                <a:latin typeface="DejaVu Sans"/>
                <a:ea typeface="DejaVu Sans"/>
                <a:cs typeface="DejaVu Sans"/>
              </a:defRPr>
            </a:pPr>
            <a:r>
              <a:rPr sz="1725" b="0">
                <a:solidFill>
                  <a:srgbClr val="BED0D5"/>
                </a:solidFill>
                <a:latin typeface="DejaVu Sans"/>
                <a:ea typeface="DejaVu Sans"/>
                <a:cs typeface="DejaVu Sans"/>
              </a:rPr>
              <a:t>Tools, memory and controls.</a:t>
            </a:r>
          </a:p>
        </p:txBody>
      </p:sp>
      <p:sp>
        <p:nvSpPr>
          <p:cNvPr id="14" name="text-vh3368r917h">
            <a:extLst xmlns:a="http://schemas.openxmlformats.org/drawingml/2006/main">
              <a:ext uri="{FF2B5EF4-FFF2-40B4-BE49-F238E27FC236}">
                <a16:creationId xmlns:a16="http://schemas.microsoft.com/office/drawing/2014/main" id="{33B8C01B-7817-4557-AE1A-364833C73540}"/>
              </a:ext>
            </a:extLst>
          </p:cNvPr>
          <p:cNvSpPr>
            <a:spLocks xmlns:a="http://schemas.openxmlformats.org/drawingml/2006/main" noGrp="1"/>
          </p:cNvSpPr>
          <p:nvPr/>
        </p:nvSpPr>
        <p:spPr>
          <a:xfrm xmlns:a="http://schemas.openxmlformats.org/drawingml/2006/main">
            <a:off x="6210300" y="2733675"/>
            <a:ext cx="257175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4875" b="1">
                <a:solidFill>
                  <a:srgbClr val="62D6C9"/>
                </a:solidFill>
                <a:latin typeface="DejaVu Sans"/>
                <a:ea typeface="DejaVu Sans"/>
                <a:cs typeface="DejaVu Sans"/>
              </a:defRPr>
            </a:defPPr>
            <a:lvl1pPr algn="l">
              <a:defRPr sz="4875" b="1">
                <a:solidFill>
                  <a:srgbClr val="62D6C9"/>
                </a:solidFill>
                <a:latin typeface="DejaVu Sans"/>
                <a:ea typeface="DejaVu Sans"/>
                <a:cs typeface="DejaVu Sans"/>
              </a:defRPr>
            </a:lvl1pPr>
            <a:lvl2pPr algn="l">
              <a:defRPr sz="4875" b="1">
                <a:solidFill>
                  <a:srgbClr val="62D6C9"/>
                </a:solidFill>
                <a:latin typeface="DejaVu Sans"/>
                <a:ea typeface="DejaVu Sans"/>
                <a:cs typeface="DejaVu Sans"/>
              </a:defRPr>
            </a:lvl2pPr>
            <a:lvl3pPr algn="l">
              <a:defRPr sz="4875" b="1">
                <a:solidFill>
                  <a:srgbClr val="62D6C9"/>
                </a:solidFill>
                <a:latin typeface="DejaVu Sans"/>
                <a:ea typeface="DejaVu Sans"/>
                <a:cs typeface="DejaVu Sans"/>
              </a:defRPr>
            </a:lvl3pPr>
            <a:lvl4pPr algn="l">
              <a:defRPr sz="4875" b="1">
                <a:solidFill>
                  <a:srgbClr val="62D6C9"/>
                </a:solidFill>
                <a:latin typeface="DejaVu Sans"/>
                <a:ea typeface="DejaVu Sans"/>
                <a:cs typeface="DejaVu Sans"/>
              </a:defRPr>
            </a:lvl4pPr>
            <a:lvl5pPr algn="l">
              <a:defRPr sz="4875" b="1">
                <a:solidFill>
                  <a:srgbClr val="62D6C9"/>
                </a:solidFill>
                <a:latin typeface="DejaVu Sans"/>
                <a:ea typeface="DejaVu Sans"/>
                <a:cs typeface="DejaVu Sans"/>
              </a:defRPr>
            </a:lvl5pPr>
            <a:lvl6pPr algn="l">
              <a:defRPr sz="4875" b="1">
                <a:solidFill>
                  <a:srgbClr val="62D6C9"/>
                </a:solidFill>
                <a:latin typeface="DejaVu Sans"/>
                <a:ea typeface="DejaVu Sans"/>
                <a:cs typeface="DejaVu Sans"/>
              </a:defRPr>
            </a:lvl6pPr>
            <a:lvl7pPr algn="l">
              <a:defRPr sz="4875" b="1">
                <a:solidFill>
                  <a:srgbClr val="62D6C9"/>
                </a:solidFill>
                <a:latin typeface="DejaVu Sans"/>
                <a:ea typeface="DejaVu Sans"/>
                <a:cs typeface="DejaVu Sans"/>
              </a:defRPr>
            </a:lvl7pPr>
            <a:lvl8pPr algn="l">
              <a:defRPr sz="4875" b="1">
                <a:solidFill>
                  <a:srgbClr val="62D6C9"/>
                </a:solidFill>
                <a:latin typeface="DejaVu Sans"/>
                <a:ea typeface="DejaVu Sans"/>
                <a:cs typeface="DejaVu Sans"/>
              </a:defRPr>
            </a:lvl8pPr>
            <a:lvl9pPr algn="l">
              <a:defRPr sz="4875" b="1">
                <a:solidFill>
                  <a:srgbClr val="62D6C9"/>
                </a:solidFill>
                <a:latin typeface="DejaVu Sans"/>
                <a:ea typeface="DejaVu Sans"/>
                <a:cs typeface="DejaVu Sans"/>
              </a:defRPr>
            </a:lvl9pPr>
          </a:lstStyle>
          <a:p xmlns:a="http://schemas.openxmlformats.org/drawingml/2006/main">
            <a:pPr algn="l">
              <a:lnSpc>
                <a:spcPct val="112000"/>
              </a:lnSpc>
              <a:buNone/>
              <a:defRPr sz="4875" b="1">
                <a:solidFill>
                  <a:srgbClr val="62D6C9"/>
                </a:solidFill>
                <a:latin typeface="DejaVu Sans"/>
                <a:ea typeface="DejaVu Sans"/>
                <a:cs typeface="DejaVu Sans"/>
              </a:defRPr>
            </a:pPr>
            <a:r>
              <a:rPr sz="4875" b="1">
                <a:solidFill>
                  <a:srgbClr val="62D6C9"/>
                </a:solidFill>
                <a:latin typeface="DejaVu Sans"/>
                <a:ea typeface="DejaVu Sans"/>
                <a:cs typeface="DejaVu Sans"/>
              </a:rPr>
              <a:t>03</a:t>
            </a:r>
          </a:p>
        </p:txBody>
      </p:sp>
      <p:sp>
        <p:nvSpPr>
          <p:cNvPr id="15" name="text-i87nfvchyyn">
            <a:extLst xmlns:a="http://schemas.openxmlformats.org/drawingml/2006/main">
              <a:ext uri="{FF2B5EF4-FFF2-40B4-BE49-F238E27FC236}">
                <a16:creationId xmlns:a16="http://schemas.microsoft.com/office/drawing/2014/main" id="{7CD2653A-39A5-4BDE-A2F0-992E27E03A24}"/>
              </a:ext>
            </a:extLst>
          </p:cNvPr>
          <p:cNvSpPr>
            <a:spLocks xmlns:a="http://schemas.openxmlformats.org/drawingml/2006/main" noGrp="1"/>
          </p:cNvSpPr>
          <p:nvPr/>
        </p:nvSpPr>
        <p:spPr>
          <a:xfrm xmlns:a="http://schemas.openxmlformats.org/drawingml/2006/main">
            <a:off x="6210300" y="3752850"/>
            <a:ext cx="25717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75" b="1">
                <a:solidFill>
                  <a:srgbClr val="FFFDFA"/>
                </a:solidFill>
                <a:latin typeface="DejaVu Sans"/>
                <a:ea typeface="DejaVu Sans"/>
                <a:cs typeface="DejaVu Sans"/>
              </a:defRPr>
            </a:defPPr>
            <a:lvl1pPr algn="l">
              <a:defRPr sz="2175" b="1">
                <a:solidFill>
                  <a:srgbClr val="FFFDFA"/>
                </a:solidFill>
                <a:latin typeface="DejaVu Sans"/>
                <a:ea typeface="DejaVu Sans"/>
                <a:cs typeface="DejaVu Sans"/>
              </a:defRPr>
            </a:lvl1pPr>
            <a:lvl2pPr algn="l">
              <a:defRPr sz="2175" b="1">
                <a:solidFill>
                  <a:srgbClr val="FFFDFA"/>
                </a:solidFill>
                <a:latin typeface="DejaVu Sans"/>
                <a:ea typeface="DejaVu Sans"/>
                <a:cs typeface="DejaVu Sans"/>
              </a:defRPr>
            </a:lvl2pPr>
            <a:lvl3pPr algn="l">
              <a:defRPr sz="2175" b="1">
                <a:solidFill>
                  <a:srgbClr val="FFFDFA"/>
                </a:solidFill>
                <a:latin typeface="DejaVu Sans"/>
                <a:ea typeface="DejaVu Sans"/>
                <a:cs typeface="DejaVu Sans"/>
              </a:defRPr>
            </a:lvl3pPr>
            <a:lvl4pPr algn="l">
              <a:defRPr sz="2175" b="1">
                <a:solidFill>
                  <a:srgbClr val="FFFDFA"/>
                </a:solidFill>
                <a:latin typeface="DejaVu Sans"/>
                <a:ea typeface="DejaVu Sans"/>
                <a:cs typeface="DejaVu Sans"/>
              </a:defRPr>
            </a:lvl4pPr>
            <a:lvl5pPr algn="l">
              <a:defRPr sz="2175" b="1">
                <a:solidFill>
                  <a:srgbClr val="FFFDFA"/>
                </a:solidFill>
                <a:latin typeface="DejaVu Sans"/>
                <a:ea typeface="DejaVu Sans"/>
                <a:cs typeface="DejaVu Sans"/>
              </a:defRPr>
            </a:lvl5pPr>
            <a:lvl6pPr algn="l">
              <a:defRPr sz="2175" b="1">
                <a:solidFill>
                  <a:srgbClr val="FFFDFA"/>
                </a:solidFill>
                <a:latin typeface="DejaVu Sans"/>
                <a:ea typeface="DejaVu Sans"/>
                <a:cs typeface="DejaVu Sans"/>
              </a:defRPr>
            </a:lvl6pPr>
            <a:lvl7pPr algn="l">
              <a:defRPr sz="2175" b="1">
                <a:solidFill>
                  <a:srgbClr val="FFFDFA"/>
                </a:solidFill>
                <a:latin typeface="DejaVu Sans"/>
                <a:ea typeface="DejaVu Sans"/>
                <a:cs typeface="DejaVu Sans"/>
              </a:defRPr>
            </a:lvl7pPr>
            <a:lvl8pPr algn="l">
              <a:defRPr sz="2175" b="1">
                <a:solidFill>
                  <a:srgbClr val="FFFDFA"/>
                </a:solidFill>
                <a:latin typeface="DejaVu Sans"/>
                <a:ea typeface="DejaVu Sans"/>
                <a:cs typeface="DejaVu Sans"/>
              </a:defRPr>
            </a:lvl8pPr>
            <a:lvl9pPr algn="l">
              <a:defRPr sz="2175" b="1">
                <a:solidFill>
                  <a:srgbClr val="FFFDFA"/>
                </a:solidFill>
                <a:latin typeface="DejaVu Sans"/>
                <a:ea typeface="DejaVu Sans"/>
                <a:cs typeface="DejaVu Sans"/>
              </a:defRPr>
            </a:lvl9pPr>
          </a:lstStyle>
          <a:p xmlns:a="http://schemas.openxmlformats.org/drawingml/2006/main">
            <a:pPr algn="l">
              <a:lnSpc>
                <a:spcPct val="112000"/>
              </a:lnSpc>
              <a:buNone/>
              <a:defRPr sz="2175" b="1">
                <a:solidFill>
                  <a:srgbClr val="FFFDFA"/>
                </a:solidFill>
                <a:latin typeface="DejaVu Sans"/>
                <a:ea typeface="DejaVu Sans"/>
                <a:cs typeface="DejaVu Sans"/>
              </a:defRPr>
            </a:pPr>
            <a:r>
              <a:rPr sz="2175" b="1">
                <a:solidFill>
                  <a:srgbClr val="FFFDFA"/>
                </a:solidFill>
                <a:latin typeface="DejaVu Sans"/>
                <a:ea typeface="DejaVu Sans"/>
                <a:cs typeface="DejaVu Sans"/>
              </a:rPr>
              <a:t>Robot</a:t>
            </a:r>
          </a:p>
        </p:txBody>
      </p:sp>
      <p:sp>
        <p:nvSpPr>
          <p:cNvPr id="16" name="text-kf7j8kxpmmi">
            <a:extLst xmlns:a="http://schemas.openxmlformats.org/drawingml/2006/main">
              <a:ext uri="{FF2B5EF4-FFF2-40B4-BE49-F238E27FC236}">
                <a16:creationId xmlns:a16="http://schemas.microsoft.com/office/drawing/2014/main" id="{DCE611CA-5D14-4E6B-90A0-C03AB48A3A3A}"/>
              </a:ext>
            </a:extLst>
          </p:cNvPr>
          <p:cNvSpPr>
            <a:spLocks xmlns:a="http://schemas.openxmlformats.org/drawingml/2006/main" noGrp="1"/>
          </p:cNvSpPr>
          <p:nvPr/>
        </p:nvSpPr>
        <p:spPr>
          <a:xfrm xmlns:a="http://schemas.openxmlformats.org/drawingml/2006/main">
            <a:off x="6210300" y="4543425"/>
            <a:ext cx="2571750" cy="1276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0">
                <a:solidFill>
                  <a:srgbClr val="BED0D5"/>
                </a:solidFill>
                <a:latin typeface="DejaVu Sans"/>
                <a:ea typeface="DejaVu Sans"/>
                <a:cs typeface="DejaVu Sans"/>
              </a:defRPr>
            </a:defPPr>
            <a:lvl1pPr algn="l">
              <a:defRPr sz="1725" b="0">
                <a:solidFill>
                  <a:srgbClr val="BED0D5"/>
                </a:solidFill>
                <a:latin typeface="DejaVu Sans"/>
                <a:ea typeface="DejaVu Sans"/>
                <a:cs typeface="DejaVu Sans"/>
              </a:defRPr>
            </a:lvl1pPr>
            <a:lvl2pPr algn="l">
              <a:defRPr sz="1725" b="0">
                <a:solidFill>
                  <a:srgbClr val="BED0D5"/>
                </a:solidFill>
                <a:latin typeface="DejaVu Sans"/>
                <a:ea typeface="DejaVu Sans"/>
                <a:cs typeface="DejaVu Sans"/>
              </a:defRPr>
            </a:lvl2pPr>
            <a:lvl3pPr algn="l">
              <a:defRPr sz="1725" b="0">
                <a:solidFill>
                  <a:srgbClr val="BED0D5"/>
                </a:solidFill>
                <a:latin typeface="DejaVu Sans"/>
                <a:ea typeface="DejaVu Sans"/>
                <a:cs typeface="DejaVu Sans"/>
              </a:defRPr>
            </a:lvl3pPr>
            <a:lvl4pPr algn="l">
              <a:defRPr sz="1725" b="0">
                <a:solidFill>
                  <a:srgbClr val="BED0D5"/>
                </a:solidFill>
                <a:latin typeface="DejaVu Sans"/>
                <a:ea typeface="DejaVu Sans"/>
                <a:cs typeface="DejaVu Sans"/>
              </a:defRPr>
            </a:lvl4pPr>
            <a:lvl5pPr algn="l">
              <a:defRPr sz="1725" b="0">
                <a:solidFill>
                  <a:srgbClr val="BED0D5"/>
                </a:solidFill>
                <a:latin typeface="DejaVu Sans"/>
                <a:ea typeface="DejaVu Sans"/>
                <a:cs typeface="DejaVu Sans"/>
              </a:defRPr>
            </a:lvl5pPr>
            <a:lvl6pPr algn="l">
              <a:defRPr sz="1725" b="0">
                <a:solidFill>
                  <a:srgbClr val="BED0D5"/>
                </a:solidFill>
                <a:latin typeface="DejaVu Sans"/>
                <a:ea typeface="DejaVu Sans"/>
                <a:cs typeface="DejaVu Sans"/>
              </a:defRPr>
            </a:lvl6pPr>
            <a:lvl7pPr algn="l">
              <a:defRPr sz="1725" b="0">
                <a:solidFill>
                  <a:srgbClr val="BED0D5"/>
                </a:solidFill>
                <a:latin typeface="DejaVu Sans"/>
                <a:ea typeface="DejaVu Sans"/>
                <a:cs typeface="DejaVu Sans"/>
              </a:defRPr>
            </a:lvl7pPr>
            <a:lvl8pPr algn="l">
              <a:defRPr sz="1725" b="0">
                <a:solidFill>
                  <a:srgbClr val="BED0D5"/>
                </a:solidFill>
                <a:latin typeface="DejaVu Sans"/>
                <a:ea typeface="DejaVu Sans"/>
                <a:cs typeface="DejaVu Sans"/>
              </a:defRPr>
            </a:lvl8pPr>
            <a:lvl9pPr algn="l">
              <a:defRPr sz="1725" b="0">
                <a:solidFill>
                  <a:srgbClr val="BED0D5"/>
                </a:solidFill>
                <a:latin typeface="DejaVu Sans"/>
                <a:ea typeface="DejaVu Sans"/>
                <a:cs typeface="DejaVu Sans"/>
              </a:defRPr>
            </a:lvl9pPr>
          </a:lstStyle>
          <a:p xmlns:a="http://schemas.openxmlformats.org/drawingml/2006/main">
            <a:pPr algn="l">
              <a:lnSpc>
                <a:spcPct val="112000"/>
              </a:lnSpc>
              <a:buNone/>
              <a:defRPr sz="1725" b="0">
                <a:solidFill>
                  <a:srgbClr val="BED0D5"/>
                </a:solidFill>
                <a:latin typeface="DejaVu Sans"/>
                <a:ea typeface="DejaVu Sans"/>
                <a:cs typeface="DejaVu Sans"/>
              </a:defRPr>
            </a:pPr>
            <a:r>
              <a:rPr sz="1725" b="0">
                <a:solidFill>
                  <a:srgbClr val="BED0D5"/>
                </a:solidFill>
                <a:latin typeface="DejaVu Sans"/>
                <a:ea typeface="DejaVu Sans"/>
                <a:cs typeface="DejaVu Sans"/>
              </a:rPr>
              <a:t>Perception, control and physical execution.</a:t>
            </a:r>
          </a:p>
        </p:txBody>
      </p:sp>
      <p:sp>
        <p:nvSpPr>
          <p:cNvPr id="17" name="text-cuw4okaec3j">
            <a:extLst xmlns:a="http://schemas.openxmlformats.org/drawingml/2006/main">
              <a:ext uri="{FF2B5EF4-FFF2-40B4-BE49-F238E27FC236}">
                <a16:creationId xmlns:a16="http://schemas.microsoft.com/office/drawing/2014/main" id="{6143FAB3-B9BF-4933-B41F-753D2D89489C}"/>
              </a:ext>
            </a:extLst>
          </p:cNvPr>
          <p:cNvSpPr>
            <a:spLocks xmlns:a="http://schemas.openxmlformats.org/drawingml/2006/main" noGrp="1"/>
          </p:cNvSpPr>
          <p:nvPr/>
        </p:nvSpPr>
        <p:spPr>
          <a:xfrm xmlns:a="http://schemas.openxmlformats.org/drawingml/2006/main">
            <a:off x="9010650" y="2733675"/>
            <a:ext cx="257175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4875" b="1">
                <a:solidFill>
                  <a:srgbClr val="62D6C9"/>
                </a:solidFill>
                <a:latin typeface="DejaVu Sans"/>
                <a:ea typeface="DejaVu Sans"/>
                <a:cs typeface="DejaVu Sans"/>
              </a:defRPr>
            </a:defPPr>
            <a:lvl1pPr algn="l">
              <a:defRPr sz="4875" b="1">
                <a:solidFill>
                  <a:srgbClr val="62D6C9"/>
                </a:solidFill>
                <a:latin typeface="DejaVu Sans"/>
                <a:ea typeface="DejaVu Sans"/>
                <a:cs typeface="DejaVu Sans"/>
              </a:defRPr>
            </a:lvl1pPr>
            <a:lvl2pPr algn="l">
              <a:defRPr sz="4875" b="1">
                <a:solidFill>
                  <a:srgbClr val="62D6C9"/>
                </a:solidFill>
                <a:latin typeface="DejaVu Sans"/>
                <a:ea typeface="DejaVu Sans"/>
                <a:cs typeface="DejaVu Sans"/>
              </a:defRPr>
            </a:lvl2pPr>
            <a:lvl3pPr algn="l">
              <a:defRPr sz="4875" b="1">
                <a:solidFill>
                  <a:srgbClr val="62D6C9"/>
                </a:solidFill>
                <a:latin typeface="DejaVu Sans"/>
                <a:ea typeface="DejaVu Sans"/>
                <a:cs typeface="DejaVu Sans"/>
              </a:defRPr>
            </a:lvl3pPr>
            <a:lvl4pPr algn="l">
              <a:defRPr sz="4875" b="1">
                <a:solidFill>
                  <a:srgbClr val="62D6C9"/>
                </a:solidFill>
                <a:latin typeface="DejaVu Sans"/>
                <a:ea typeface="DejaVu Sans"/>
                <a:cs typeface="DejaVu Sans"/>
              </a:defRPr>
            </a:lvl4pPr>
            <a:lvl5pPr algn="l">
              <a:defRPr sz="4875" b="1">
                <a:solidFill>
                  <a:srgbClr val="62D6C9"/>
                </a:solidFill>
                <a:latin typeface="DejaVu Sans"/>
                <a:ea typeface="DejaVu Sans"/>
                <a:cs typeface="DejaVu Sans"/>
              </a:defRPr>
            </a:lvl5pPr>
            <a:lvl6pPr algn="l">
              <a:defRPr sz="4875" b="1">
                <a:solidFill>
                  <a:srgbClr val="62D6C9"/>
                </a:solidFill>
                <a:latin typeface="DejaVu Sans"/>
                <a:ea typeface="DejaVu Sans"/>
                <a:cs typeface="DejaVu Sans"/>
              </a:defRPr>
            </a:lvl6pPr>
            <a:lvl7pPr algn="l">
              <a:defRPr sz="4875" b="1">
                <a:solidFill>
                  <a:srgbClr val="62D6C9"/>
                </a:solidFill>
                <a:latin typeface="DejaVu Sans"/>
                <a:ea typeface="DejaVu Sans"/>
                <a:cs typeface="DejaVu Sans"/>
              </a:defRPr>
            </a:lvl7pPr>
            <a:lvl8pPr algn="l">
              <a:defRPr sz="4875" b="1">
                <a:solidFill>
                  <a:srgbClr val="62D6C9"/>
                </a:solidFill>
                <a:latin typeface="DejaVu Sans"/>
                <a:ea typeface="DejaVu Sans"/>
                <a:cs typeface="DejaVu Sans"/>
              </a:defRPr>
            </a:lvl8pPr>
            <a:lvl9pPr algn="l">
              <a:defRPr sz="4875" b="1">
                <a:solidFill>
                  <a:srgbClr val="62D6C9"/>
                </a:solidFill>
                <a:latin typeface="DejaVu Sans"/>
                <a:ea typeface="DejaVu Sans"/>
                <a:cs typeface="DejaVu Sans"/>
              </a:defRPr>
            </a:lvl9pPr>
          </a:lstStyle>
          <a:p xmlns:a="http://schemas.openxmlformats.org/drawingml/2006/main">
            <a:pPr algn="l">
              <a:lnSpc>
                <a:spcPct val="112000"/>
              </a:lnSpc>
              <a:buNone/>
              <a:defRPr sz="4875" b="1">
                <a:solidFill>
                  <a:srgbClr val="62D6C9"/>
                </a:solidFill>
                <a:latin typeface="DejaVu Sans"/>
                <a:ea typeface="DejaVu Sans"/>
                <a:cs typeface="DejaVu Sans"/>
              </a:defRPr>
            </a:pPr>
            <a:r>
              <a:rPr sz="4875" b="1">
                <a:solidFill>
                  <a:srgbClr val="62D6C9"/>
                </a:solidFill>
                <a:latin typeface="DejaVu Sans"/>
                <a:ea typeface="DejaVu Sans"/>
                <a:cs typeface="DejaVu Sans"/>
              </a:rPr>
              <a:t>04</a:t>
            </a:r>
          </a:p>
        </p:txBody>
      </p:sp>
      <p:sp>
        <p:nvSpPr>
          <p:cNvPr id="18" name="text-79utyhx1enj">
            <a:extLst xmlns:a="http://schemas.openxmlformats.org/drawingml/2006/main">
              <a:ext uri="{FF2B5EF4-FFF2-40B4-BE49-F238E27FC236}">
                <a16:creationId xmlns:a16="http://schemas.microsoft.com/office/drawing/2014/main" id="{BA81F91D-D51E-482F-88E4-E5366F0F5319}"/>
              </a:ext>
            </a:extLst>
          </p:cNvPr>
          <p:cNvSpPr>
            <a:spLocks xmlns:a="http://schemas.openxmlformats.org/drawingml/2006/main" noGrp="1"/>
          </p:cNvSpPr>
          <p:nvPr/>
        </p:nvSpPr>
        <p:spPr>
          <a:xfrm xmlns:a="http://schemas.openxmlformats.org/drawingml/2006/main">
            <a:off x="9010650" y="3752850"/>
            <a:ext cx="25717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75" b="1">
                <a:solidFill>
                  <a:srgbClr val="FFFDFA"/>
                </a:solidFill>
                <a:latin typeface="DejaVu Sans"/>
                <a:ea typeface="DejaVu Sans"/>
                <a:cs typeface="DejaVu Sans"/>
              </a:defRPr>
            </a:defPPr>
            <a:lvl1pPr algn="l">
              <a:defRPr sz="2175" b="1">
                <a:solidFill>
                  <a:srgbClr val="FFFDFA"/>
                </a:solidFill>
                <a:latin typeface="DejaVu Sans"/>
                <a:ea typeface="DejaVu Sans"/>
                <a:cs typeface="DejaVu Sans"/>
              </a:defRPr>
            </a:lvl1pPr>
            <a:lvl2pPr algn="l">
              <a:defRPr sz="2175" b="1">
                <a:solidFill>
                  <a:srgbClr val="FFFDFA"/>
                </a:solidFill>
                <a:latin typeface="DejaVu Sans"/>
                <a:ea typeface="DejaVu Sans"/>
                <a:cs typeface="DejaVu Sans"/>
              </a:defRPr>
            </a:lvl2pPr>
            <a:lvl3pPr algn="l">
              <a:defRPr sz="2175" b="1">
                <a:solidFill>
                  <a:srgbClr val="FFFDFA"/>
                </a:solidFill>
                <a:latin typeface="DejaVu Sans"/>
                <a:ea typeface="DejaVu Sans"/>
                <a:cs typeface="DejaVu Sans"/>
              </a:defRPr>
            </a:lvl3pPr>
            <a:lvl4pPr algn="l">
              <a:defRPr sz="2175" b="1">
                <a:solidFill>
                  <a:srgbClr val="FFFDFA"/>
                </a:solidFill>
                <a:latin typeface="DejaVu Sans"/>
                <a:ea typeface="DejaVu Sans"/>
                <a:cs typeface="DejaVu Sans"/>
              </a:defRPr>
            </a:lvl4pPr>
            <a:lvl5pPr algn="l">
              <a:defRPr sz="2175" b="1">
                <a:solidFill>
                  <a:srgbClr val="FFFDFA"/>
                </a:solidFill>
                <a:latin typeface="DejaVu Sans"/>
                <a:ea typeface="DejaVu Sans"/>
                <a:cs typeface="DejaVu Sans"/>
              </a:defRPr>
            </a:lvl5pPr>
            <a:lvl6pPr algn="l">
              <a:defRPr sz="2175" b="1">
                <a:solidFill>
                  <a:srgbClr val="FFFDFA"/>
                </a:solidFill>
                <a:latin typeface="DejaVu Sans"/>
                <a:ea typeface="DejaVu Sans"/>
                <a:cs typeface="DejaVu Sans"/>
              </a:defRPr>
            </a:lvl6pPr>
            <a:lvl7pPr algn="l">
              <a:defRPr sz="2175" b="1">
                <a:solidFill>
                  <a:srgbClr val="FFFDFA"/>
                </a:solidFill>
                <a:latin typeface="DejaVu Sans"/>
                <a:ea typeface="DejaVu Sans"/>
                <a:cs typeface="DejaVu Sans"/>
              </a:defRPr>
            </a:lvl7pPr>
            <a:lvl8pPr algn="l">
              <a:defRPr sz="2175" b="1">
                <a:solidFill>
                  <a:srgbClr val="FFFDFA"/>
                </a:solidFill>
                <a:latin typeface="DejaVu Sans"/>
                <a:ea typeface="DejaVu Sans"/>
                <a:cs typeface="DejaVu Sans"/>
              </a:defRPr>
            </a:lvl8pPr>
            <a:lvl9pPr algn="l">
              <a:defRPr sz="2175" b="1">
                <a:solidFill>
                  <a:srgbClr val="FFFDFA"/>
                </a:solidFill>
                <a:latin typeface="DejaVu Sans"/>
                <a:ea typeface="DejaVu Sans"/>
                <a:cs typeface="DejaVu Sans"/>
              </a:defRPr>
            </a:lvl9pPr>
          </a:lstStyle>
          <a:p xmlns:a="http://schemas.openxmlformats.org/drawingml/2006/main">
            <a:pPr algn="l">
              <a:lnSpc>
                <a:spcPct val="112000"/>
              </a:lnSpc>
              <a:buNone/>
              <a:defRPr sz="2175" b="1">
                <a:solidFill>
                  <a:srgbClr val="FFFDFA"/>
                </a:solidFill>
                <a:latin typeface="DejaVu Sans"/>
                <a:ea typeface="DejaVu Sans"/>
                <a:cs typeface="DejaVu Sans"/>
              </a:defRPr>
            </a:pPr>
            <a:r>
              <a:rPr sz="2175" b="1">
                <a:solidFill>
                  <a:srgbClr val="FFFDFA"/>
                </a:solidFill>
                <a:latin typeface="DejaVu Sans"/>
                <a:ea typeface="DejaVu Sans"/>
                <a:cs typeface="DejaVu Sans"/>
              </a:rPr>
              <a:t>Outcome</a:t>
            </a:r>
          </a:p>
        </p:txBody>
      </p:sp>
      <p:sp>
        <p:nvSpPr>
          <p:cNvPr id="19" name="text-kq73xncrosr">
            <a:extLst xmlns:a="http://schemas.openxmlformats.org/drawingml/2006/main">
              <a:ext uri="{FF2B5EF4-FFF2-40B4-BE49-F238E27FC236}">
                <a16:creationId xmlns:a16="http://schemas.microsoft.com/office/drawing/2014/main" id="{2D8BB388-A587-4E42-9F7D-595BEACC332A}"/>
              </a:ext>
            </a:extLst>
          </p:cNvPr>
          <p:cNvSpPr>
            <a:spLocks xmlns:a="http://schemas.openxmlformats.org/drawingml/2006/main" noGrp="1"/>
          </p:cNvSpPr>
          <p:nvPr/>
        </p:nvSpPr>
        <p:spPr>
          <a:xfrm xmlns:a="http://schemas.openxmlformats.org/drawingml/2006/main">
            <a:off x="9010650" y="4543425"/>
            <a:ext cx="2571750" cy="1276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0">
                <a:solidFill>
                  <a:srgbClr val="BED0D5"/>
                </a:solidFill>
                <a:latin typeface="DejaVu Sans"/>
                <a:ea typeface="DejaVu Sans"/>
                <a:cs typeface="DejaVu Sans"/>
              </a:defRPr>
            </a:defPPr>
            <a:lvl1pPr algn="l">
              <a:defRPr sz="1725" b="0">
                <a:solidFill>
                  <a:srgbClr val="BED0D5"/>
                </a:solidFill>
                <a:latin typeface="DejaVu Sans"/>
                <a:ea typeface="DejaVu Sans"/>
                <a:cs typeface="DejaVu Sans"/>
              </a:defRPr>
            </a:lvl1pPr>
            <a:lvl2pPr algn="l">
              <a:defRPr sz="1725" b="0">
                <a:solidFill>
                  <a:srgbClr val="BED0D5"/>
                </a:solidFill>
                <a:latin typeface="DejaVu Sans"/>
                <a:ea typeface="DejaVu Sans"/>
                <a:cs typeface="DejaVu Sans"/>
              </a:defRPr>
            </a:lvl2pPr>
            <a:lvl3pPr algn="l">
              <a:defRPr sz="1725" b="0">
                <a:solidFill>
                  <a:srgbClr val="BED0D5"/>
                </a:solidFill>
                <a:latin typeface="DejaVu Sans"/>
                <a:ea typeface="DejaVu Sans"/>
                <a:cs typeface="DejaVu Sans"/>
              </a:defRPr>
            </a:lvl3pPr>
            <a:lvl4pPr algn="l">
              <a:defRPr sz="1725" b="0">
                <a:solidFill>
                  <a:srgbClr val="BED0D5"/>
                </a:solidFill>
                <a:latin typeface="DejaVu Sans"/>
                <a:ea typeface="DejaVu Sans"/>
                <a:cs typeface="DejaVu Sans"/>
              </a:defRPr>
            </a:lvl4pPr>
            <a:lvl5pPr algn="l">
              <a:defRPr sz="1725" b="0">
                <a:solidFill>
                  <a:srgbClr val="BED0D5"/>
                </a:solidFill>
                <a:latin typeface="DejaVu Sans"/>
                <a:ea typeface="DejaVu Sans"/>
                <a:cs typeface="DejaVu Sans"/>
              </a:defRPr>
            </a:lvl5pPr>
            <a:lvl6pPr algn="l">
              <a:defRPr sz="1725" b="0">
                <a:solidFill>
                  <a:srgbClr val="BED0D5"/>
                </a:solidFill>
                <a:latin typeface="DejaVu Sans"/>
                <a:ea typeface="DejaVu Sans"/>
                <a:cs typeface="DejaVu Sans"/>
              </a:defRPr>
            </a:lvl6pPr>
            <a:lvl7pPr algn="l">
              <a:defRPr sz="1725" b="0">
                <a:solidFill>
                  <a:srgbClr val="BED0D5"/>
                </a:solidFill>
                <a:latin typeface="DejaVu Sans"/>
                <a:ea typeface="DejaVu Sans"/>
                <a:cs typeface="DejaVu Sans"/>
              </a:defRPr>
            </a:lvl7pPr>
            <a:lvl8pPr algn="l">
              <a:defRPr sz="1725" b="0">
                <a:solidFill>
                  <a:srgbClr val="BED0D5"/>
                </a:solidFill>
                <a:latin typeface="DejaVu Sans"/>
                <a:ea typeface="DejaVu Sans"/>
                <a:cs typeface="DejaVu Sans"/>
              </a:defRPr>
            </a:lvl8pPr>
            <a:lvl9pPr algn="l">
              <a:defRPr sz="1725" b="0">
                <a:solidFill>
                  <a:srgbClr val="BED0D5"/>
                </a:solidFill>
                <a:latin typeface="DejaVu Sans"/>
                <a:ea typeface="DejaVu Sans"/>
                <a:cs typeface="DejaVu Sans"/>
              </a:defRPr>
            </a:lvl9pPr>
          </a:lstStyle>
          <a:p xmlns:a="http://schemas.openxmlformats.org/drawingml/2006/main">
            <a:pPr algn="l">
              <a:lnSpc>
                <a:spcPct val="112000"/>
              </a:lnSpc>
              <a:buNone/>
              <a:defRPr sz="1725" b="0">
                <a:solidFill>
                  <a:srgbClr val="BED0D5"/>
                </a:solidFill>
                <a:latin typeface="DejaVu Sans"/>
                <a:ea typeface="DejaVu Sans"/>
                <a:cs typeface="DejaVu Sans"/>
              </a:defRPr>
            </a:pPr>
            <a:r>
              <a:rPr sz="1725" b="0">
                <a:solidFill>
                  <a:srgbClr val="BED0D5"/>
                </a:solidFill>
                <a:latin typeface="DejaVu Sans"/>
                <a:ea typeface="DejaVu Sans"/>
                <a:cs typeface="DejaVu Sans"/>
              </a:rPr>
              <a:t>Correct tasks, availability and cost.</a:t>
            </a:r>
          </a:p>
        </p:txBody>
      </p:sp>
    </p:spTree>
    <p:extLst>
      <p:ext uri="{BB962C8B-B14F-4D97-AF65-F5344CB8AC3E}">
        <p14:creationId xmlns:p14="http://schemas.microsoft.com/office/powerpoint/2010/main" val="116241955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DejaVu Sans"/>
        <a:ea typeface=""/>
        <a:cs typeface=""/>
      </a:majorFont>
      <a:minorFont>
        <a:latin typeface="DejaVu San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2026-10-25T20:55:33.6730000Z</dcterms:created>
  <dcterms:modified xsi:type="dcterms:W3CDTF">2026-10-25T20:55:33.6730000Z</dcterms:modified>
</coreProperties>
</file>