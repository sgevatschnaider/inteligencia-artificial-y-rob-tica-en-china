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37ded0308b4a2f" /><Relationship Type="http://schemas.openxmlformats.org/officeDocument/2006/relationships/extended-properties" Target="/docProps/app.xml" Id="R7bfe9f1ef55d446d" /><Relationship Type="http://schemas.openxmlformats.org/officeDocument/2006/relationships/officeDocument" Target="/ppt/presentation.xml" Id="R47c2f8f791764306" /></Relationships>
</file>

<file path=ppt/presentation.xml><?xml version="1.0" encoding="utf-8"?>
<p:presentation xmlns:p="http://schemas.openxmlformats.org/presentationml/2006/main">
  <p:sldMasterIdLst>
    <p:sldMasterId xmlns:r="http://schemas.openxmlformats.org/officeDocument/2006/relationships" id="2147483648" r:id="Rdbf17702e5874a13"/>
  </p:sldMasterIdLst>
  <p:notesMasterIdLst>
    <p:notesMasterId xmlns:r="http://schemas.openxmlformats.org/officeDocument/2006/relationships" r:id="R25f8953254ad4b5d"/>
  </p:notesMasterIdLst>
  <p:sldIdLst>
    <p:sldId xmlns:r="http://schemas.openxmlformats.org/officeDocument/2006/relationships" id="256" r:id="R72a83867d73a4c84"/>
    <p:sldId xmlns:r="http://schemas.openxmlformats.org/officeDocument/2006/relationships" id="257" r:id="Rbde7e0a0649948f8"/>
    <p:sldId xmlns:r="http://schemas.openxmlformats.org/officeDocument/2006/relationships" id="258" r:id="R6570c4ba633d40d1"/>
    <p:sldId xmlns:r="http://schemas.openxmlformats.org/officeDocument/2006/relationships" id="259" r:id="R815d7fbd37f64108"/>
    <p:sldId xmlns:r="http://schemas.openxmlformats.org/officeDocument/2006/relationships" id="260" r:id="Rad66664278734891"/>
    <p:sldId xmlns:r="http://schemas.openxmlformats.org/officeDocument/2006/relationships" id="261" r:id="Rf33f70d486c54bd8"/>
    <p:sldId xmlns:r="http://schemas.openxmlformats.org/officeDocument/2006/relationships" id="262" r:id="R904c431598cf4488"/>
    <p:sldId xmlns:r="http://schemas.openxmlformats.org/officeDocument/2006/relationships" id="263" r:id="R9eb6779268724f7d"/>
    <p:sldId xmlns:r="http://schemas.openxmlformats.org/officeDocument/2006/relationships" id="264" r:id="R15146707796e4089"/>
    <p:sldId xmlns:r="http://schemas.openxmlformats.org/officeDocument/2006/relationships" id="265" r:id="R63b16a417ff14ed8"/>
    <p:sldId xmlns:r="http://schemas.openxmlformats.org/officeDocument/2006/relationships" id="266" r:id="Rfd6ebffd653d46b4"/>
    <p:sldId xmlns:r="http://schemas.openxmlformats.org/officeDocument/2006/relationships" id="267" r:id="R27f5f6e053b34fbe"/>
    <p:sldId xmlns:r="http://schemas.openxmlformats.org/officeDocument/2006/relationships" id="268" r:id="R5264d7a37657488c"/>
    <p:sldId xmlns:r="http://schemas.openxmlformats.org/officeDocument/2006/relationships" id="269" r:id="R81f7d1ff4a1a4022"/>
    <p:sldId xmlns:r="http://schemas.openxmlformats.org/officeDocument/2006/relationships" id="270" r:id="R2dc3c186d00c4dd4"/>
    <p:sldId xmlns:r="http://schemas.openxmlformats.org/officeDocument/2006/relationships" id="271" r:id="Re7d35f80e6324ceb"/>
    <p:sldId xmlns:r="http://schemas.openxmlformats.org/officeDocument/2006/relationships" id="272" r:id="R2e3c73d2bba64c00"/>
    <p:sldId xmlns:r="http://schemas.openxmlformats.org/officeDocument/2006/relationships" id="273" r:id="Re1efdbea6a7d4c74"/>
    <p:sldId xmlns:r="http://schemas.openxmlformats.org/officeDocument/2006/relationships" id="274" r:id="R4e81ad90d73f4380"/>
    <p:sldId xmlns:r="http://schemas.openxmlformats.org/officeDocument/2006/relationships" id="275" r:id="R41157da32c3e4621"/>
    <p:sldId xmlns:r="http://schemas.openxmlformats.org/officeDocument/2006/relationships" id="276" r:id="Rb78cfba75b7e4300"/>
    <p:sldId xmlns:r="http://schemas.openxmlformats.org/officeDocument/2006/relationships" id="277" r:id="R228b1598f21042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6b51ad17314c28" /><Relationship Type="http://schemas.openxmlformats.org/officeDocument/2006/relationships/slideMaster" Target="/ppt/slideMasters/slideMaster1.xml" Id="Rdbf17702e5874a13" /><Relationship Type="http://schemas.openxmlformats.org/officeDocument/2006/relationships/notesMaster" Target="/ppt/notesMasters/notesMaster1.xml" Id="R25f8953254ad4b5d" /><Relationship Type="http://schemas.openxmlformats.org/officeDocument/2006/relationships/presProps" Target="/ppt/presProps.xml" Id="R02ff8d68a01f4799" /><Relationship Type="http://schemas.openxmlformats.org/officeDocument/2006/relationships/tableStyles" Target="/ppt/tableStyles.xml" Id="R0a0c5430001244fa" /><Relationship Type="http://schemas.openxmlformats.org/officeDocument/2006/relationships/slide" Target="/ppt/slides/slide1.xml" Id="R72a83867d73a4c84" /><Relationship Type="http://schemas.openxmlformats.org/officeDocument/2006/relationships/slide" Target="/ppt/slides/slide2.xml" Id="Rbde7e0a0649948f8" /><Relationship Type="http://schemas.openxmlformats.org/officeDocument/2006/relationships/slide" Target="/ppt/slides/slide3.xml" Id="R6570c4ba633d40d1" /><Relationship Type="http://schemas.openxmlformats.org/officeDocument/2006/relationships/slide" Target="/ppt/slides/slide4.xml" Id="R815d7fbd37f64108" /><Relationship Type="http://schemas.openxmlformats.org/officeDocument/2006/relationships/slide" Target="/ppt/slides/slide5.xml" Id="Rad66664278734891" /><Relationship Type="http://schemas.openxmlformats.org/officeDocument/2006/relationships/slide" Target="/ppt/slides/slide6.xml" Id="Rf33f70d486c54bd8" /><Relationship Type="http://schemas.openxmlformats.org/officeDocument/2006/relationships/slide" Target="/ppt/slides/slide7.xml" Id="R904c431598cf4488" /><Relationship Type="http://schemas.openxmlformats.org/officeDocument/2006/relationships/slide" Target="/ppt/slides/slide8.xml" Id="R9eb6779268724f7d" /><Relationship Type="http://schemas.openxmlformats.org/officeDocument/2006/relationships/slide" Target="/ppt/slides/slide9.xml" Id="R15146707796e4089" /><Relationship Type="http://schemas.openxmlformats.org/officeDocument/2006/relationships/slide" Target="/ppt/slides/slide10.xml" Id="R63b16a417ff14ed8" /><Relationship Type="http://schemas.openxmlformats.org/officeDocument/2006/relationships/slide" Target="/ppt/slides/slide11.xml" Id="Rfd6ebffd653d46b4" /><Relationship Type="http://schemas.openxmlformats.org/officeDocument/2006/relationships/slide" Target="/ppt/slides/slide12.xml" Id="R27f5f6e053b34fbe" /><Relationship Type="http://schemas.openxmlformats.org/officeDocument/2006/relationships/slide" Target="/ppt/slides/slide13.xml" Id="R5264d7a37657488c" /><Relationship Type="http://schemas.openxmlformats.org/officeDocument/2006/relationships/slide" Target="/ppt/slides/slide14.xml" Id="R81f7d1ff4a1a4022" /><Relationship Type="http://schemas.openxmlformats.org/officeDocument/2006/relationships/slide" Target="/ppt/slides/slide15.xml" Id="R2dc3c186d00c4dd4" /><Relationship Type="http://schemas.openxmlformats.org/officeDocument/2006/relationships/slide" Target="/ppt/slides/slide16.xml" Id="Re7d35f80e6324ceb" /><Relationship Type="http://schemas.openxmlformats.org/officeDocument/2006/relationships/slide" Target="/ppt/slides/slide17.xml" Id="R2e3c73d2bba64c00" /><Relationship Type="http://schemas.openxmlformats.org/officeDocument/2006/relationships/slide" Target="/ppt/slides/slide18.xml" Id="Re1efdbea6a7d4c74" /><Relationship Type="http://schemas.openxmlformats.org/officeDocument/2006/relationships/slide" Target="/ppt/slides/slide19.xml" Id="R4e81ad90d73f4380" /><Relationship Type="http://schemas.openxmlformats.org/officeDocument/2006/relationships/slide" Target="/ppt/slides/slide20.xml" Id="R41157da32c3e4621" /><Relationship Type="http://schemas.openxmlformats.org/officeDocument/2006/relationships/slide" Target="/ppt/slides/slide21.xml" Id="Rb78cfba75b7e4300" /><Relationship Type="http://schemas.openxmlformats.org/officeDocument/2006/relationships/slide" Target="/ppt/slides/slide22.xml" Id="R228b1598f21042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cd4015de3147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8ab10b6fb640eb" /><Relationship Type="http://schemas.openxmlformats.org/officeDocument/2006/relationships/notesMaster" Target="/ppt/notesMasters/notesMaster1.xml" Id="Rb703a89059ee4b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5d31673a384051" /><Relationship Type="http://schemas.openxmlformats.org/officeDocument/2006/relationships/notesMaster" Target="/ppt/notesMasters/notesMaster1.xml" Id="Rd0de2f7f0ecf4e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9077aef467407e" /><Relationship Type="http://schemas.openxmlformats.org/officeDocument/2006/relationships/notesMaster" Target="/ppt/notesMasters/notesMaster1.xml" Id="R1d632b7b048f4c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938bb89c9a43a3" /><Relationship Type="http://schemas.openxmlformats.org/officeDocument/2006/relationships/notesMaster" Target="/ppt/notesMasters/notesMaster1.xml" Id="R20caee97aa3b4a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cef1db9ece4847" /><Relationship Type="http://schemas.openxmlformats.org/officeDocument/2006/relationships/notesMaster" Target="/ppt/notesMasters/notesMaster1.xml" Id="Rc155fb5411d847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828d6768f348bc" /><Relationship Type="http://schemas.openxmlformats.org/officeDocument/2006/relationships/notesMaster" Target="/ppt/notesMasters/notesMaster1.xml" Id="R5859f40d124645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3680df0c8245ea" /><Relationship Type="http://schemas.openxmlformats.org/officeDocument/2006/relationships/notesMaster" Target="/ppt/notesMasters/notesMaster1.xml" Id="R304dabea8d7c43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47e4deee704342" /><Relationship Type="http://schemas.openxmlformats.org/officeDocument/2006/relationships/notesMaster" Target="/ppt/notesMasters/notesMaster1.xml" Id="Ref0e7c5bed524a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7126e9c95b4119" /><Relationship Type="http://schemas.openxmlformats.org/officeDocument/2006/relationships/notesMaster" Target="/ppt/notesMasters/notesMaster1.xml" Id="R3b42434fd09f46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6cd61775b5444e" /><Relationship Type="http://schemas.openxmlformats.org/officeDocument/2006/relationships/notesMaster" Target="/ppt/notesMasters/notesMaster1.xml" Id="Rdb6ec11856c441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326878a7544eef" /><Relationship Type="http://schemas.openxmlformats.org/officeDocument/2006/relationships/notesMaster" Target="/ppt/notesMasters/notesMaster1.xml" Id="R7d6736b37b6f40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511187e7144a35" /><Relationship Type="http://schemas.openxmlformats.org/officeDocument/2006/relationships/notesMaster" Target="/ppt/notesMasters/notesMaster1.xml" Id="R212f735006c14a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4a244f21844353" /><Relationship Type="http://schemas.openxmlformats.org/officeDocument/2006/relationships/notesMaster" Target="/ppt/notesMasters/notesMaster1.xml" Id="Ra8ba7e08745043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5fa1ff6e6c465c" /><Relationship Type="http://schemas.openxmlformats.org/officeDocument/2006/relationships/notesMaster" Target="/ppt/notesMasters/notesMaster1.xml" Id="Ra9cad7dc23494f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a299797c094369" /><Relationship Type="http://schemas.openxmlformats.org/officeDocument/2006/relationships/notesMaster" Target="/ppt/notesMasters/notesMaster1.xml" Id="R60f9a022d0204f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4bd431172c4d39" /><Relationship Type="http://schemas.openxmlformats.org/officeDocument/2006/relationships/notesMaster" Target="/ppt/notesMasters/notesMaster1.xml" Id="R941e02d312c244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807d1618df4058" /><Relationship Type="http://schemas.openxmlformats.org/officeDocument/2006/relationships/notesMaster" Target="/ppt/notesMasters/notesMaster1.xml" Id="Ra74035b3fe5e40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704b53f8014b87" /><Relationship Type="http://schemas.openxmlformats.org/officeDocument/2006/relationships/notesMaster" Target="/ppt/notesMasters/notesMaster1.xml" Id="R619086127e0743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5e83b966244383" /><Relationship Type="http://schemas.openxmlformats.org/officeDocument/2006/relationships/notesMaster" Target="/ppt/notesMasters/notesMaster1.xml" Id="Rd6dd881a066e4a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33cf36a78b4fc7" /><Relationship Type="http://schemas.openxmlformats.org/officeDocument/2006/relationships/notesMaster" Target="/ppt/notesMasters/notesMaster1.xml" Id="R26cda91838774e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844c118d3947a1" /><Relationship Type="http://schemas.openxmlformats.org/officeDocument/2006/relationships/notesMaster" Target="/ppt/notesMasters/notesMaster1.xml" Id="R0b759af15c6440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0752dbf14dd483c" /><Relationship Type="http://schemas.openxmlformats.org/officeDocument/2006/relationships/notesMaster" Target="/ppt/notesMasters/notesMaster1.xml" Id="Ra168bff1125542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Abrir con un ejemplo cotidiano: un termostato también es un agente. Pedir al público que identifique qué observa, qué puede modificar y qué resultado busca. La ilustración es conceptual y procede de la portada suministrada, no representa un robot comercial identificado.</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inteligencia no exige lenguaje ni conciencia. El agente puede ser muy simple. Un sistema que solo calcula puede formar parte de un agente, aunque el cálculo aislado no describe la relación completa con su entorno. La definición funcional evita llamar agente a cualquier chatbot.</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Leer cada flecha por separado. Del entorno al agente fluye una observación. Del agente al entorno fluye una acción. La flecha de retorno no garantiza aprendizaje: un termostato recibe feedback y puede conservar la misma regla indefinidamente.</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PEAS significa Performance, Environment, Actuators, Sensors. Una misma plataforma necesita otro diseño de tarea cuando cambia el almacén. Antes de discutir qué modelo usar, definir qué cuenta como éxito y qué comportamientos son inaceptables.</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El estado real del mundo no siempre es observable. Un robot puede tener la cámara ocluida y un agente web puede leer una ficha desactualizada. La memoria ayuda a estimar el estado, pero también puede conservar errores. No presentar esta fórmula como un algoritmo de entrenamiento.</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Aprendizaje es una dimensión transversal, no un quinto peldaño obligatorio. Un agente reactivo puede aprender su política. Un planificador puede usar reglas escritas por humanos. Evitar una escala única de inteligencia que coloque todos los enfoques en una jerarquía.</a:t>
            </a:r>
          </a:p>
          <a:p xmlns:a="http://schemas.openxmlformats.org/drawingml/2006/main">
            <a:r>
              <a:t/>
            </a:r>
          </a:p>
          <a:p xmlns:a="http://schemas.openxmlformats.org/drawingml/2006/main">
            <a:r>
              <a:t>Fuentes y alcance:</a:t>
            </a:r>
          </a:p>
          <a:p xmlns:a="http://schemas.openxmlformats.org/drawingml/2006/main">
            <a:r>
              <a:t>Russell &amp; Norvig · Artificial Intelligence: A Modern Approach</a:t>
            </a:r>
          </a:p>
          <a:p xmlns:a="http://schemas.openxmlformats.org/drawingml/2006/main">
            <a:r>
              <a:t>https://aima.cs.berkeley.edu/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Los enfoques pueden coexistir. En robótica se puede preentrenar con datos, imitar demostraciones y ajustar una política con refuerzo. La recompensa define un objetivo operativo y puede estar mal alineada con el propósito humano.</a:t>
            </a:r>
          </a:p>
          <a:p xmlns:a="http://schemas.openxmlformats.org/drawingml/2006/main">
            <a:r>
              <a:t/>
            </a:r>
          </a:p>
          <a:p xmlns:a="http://schemas.openxmlformats.org/drawingml/2006/main">
            <a:r>
              <a:t>Fuentes y alcance:</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Una solución híbrida suele ser útil: el workflow controla el proceso y el LLM resuelve decisiones abiertas. Más autonomía agrega flexibilidad, pero también variabilidad y costo. El diseño debe compararse con una alternativa más simple usando el mismo conjunto de tareas.</a:t>
            </a:r>
          </a:p>
          <a:p xmlns:a="http://schemas.openxmlformats.org/drawingml/2006/main">
            <a:r>
              <a:t/>
            </a:r>
          </a:p>
          <a:p xmlns:a="http://schemas.openxmlformats.org/drawingml/2006/main">
            <a:r>
              <a:t>Fuentes y alcance: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El diagrama muestra un bucle, no una secuencia de éxitos garantizados. El sistema debe cortar por objetivo cumplido, datos insuficientes, riesgo, límite de costo o número de iteraciones. El modelo no ejecuta por sí solo la función: interviene una aplicación.</a:t>
            </a:r>
          </a:p>
          <a:p xmlns:a="http://schemas.openxmlformats.org/drawingml/2006/main">
            <a:r>
              <a:t/>
            </a:r>
          </a:p>
          <a:p xmlns:a="http://schemas.openxmlformats.org/drawingml/2006/main">
            <a:r>
              <a:t>Fuentes y alcance: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Ejemplo de mensaje estructurado: función read_spec con argumento product_id=G1. Es pseudocódigo didáctico, no una API real del fabricante. Que el modelo escriba una URL o diga que abrió un archivo no demuestra ejecución. El registro de herramientas permite comprobarlo.</a:t>
            </a:r>
          </a:p>
          <a:p xmlns:a="http://schemas.openxmlformats.org/drawingml/2006/main">
            <a:r>
              <a:t/>
            </a:r>
          </a:p>
          <a:p xmlns:a="http://schemas.openxmlformats.org/drawingml/2006/main">
            <a:r>
              <a:t>Fuentes y alcance:</a:t>
            </a:r>
          </a:p>
          <a:p xmlns:a="http://schemas.openxmlformats.org/drawingml/2006/main">
            <a:r>
              <a:t>Qwen · Function Calling documentation</a:t>
            </a:r>
          </a:p>
          <a:p xmlns:a="http://schemas.openxmlformats.org/drawingml/2006/main">
            <a:r>
              <a:t>https://qwen.readthedocs.io/en/stable/framework/function_call.html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La memoria requiere reglas de actualización, vencimiento y procedencia. El sistema puede recuperar un documento correcto pero usar una versión antigua. La fecha, la identidad del archivo y la fuente original deben acompañar los datos críticos.</a:t>
            </a:r>
          </a:p>
          <a:p xmlns:a="http://schemas.openxmlformats.org/drawingml/2006/main">
            <a:r>
              <a:t/>
            </a:r>
          </a:p>
          <a:p xmlns:a="http://schemas.openxmlformats.org/drawingml/2006/main">
            <a:r>
              <a:t>Fuentes y alcance: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Un fallo puede surgir al recuperar, interpretar o citar. Preguntar si el documento realmente contiene la afirmación, si tiene autoridad para ese tema y si sigue vigente. RAG no modifica necesariamente los pesos del modelo y no equivale a entrenarlo de nuevo.</a:t>
            </a:r>
          </a:p>
          <a:p xmlns:a="http://schemas.openxmlformats.org/drawingml/2006/main">
            <a:r>
              <a:t/>
            </a:r>
          </a:p>
          <a:p xmlns:a="http://schemas.openxmlformats.org/drawingml/2006/main">
            <a:r>
              <a:t>Fuentes y alcance:</a:t>
            </a:r>
          </a:p>
          <a:p xmlns:a="http://schemas.openxmlformats.org/drawingml/2006/main">
            <a:r>
              <a:t>Qwen-Agent · official code and documentation</a:t>
            </a:r>
          </a:p>
          <a:p xmlns:a="http://schemas.openxmlformats.org/drawingml/2006/main">
            <a:r>
              <a:t>https://github.com/QwenLM/Qwen-Agent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Una crítica generada por otro LLM puede ayudar, pero no reemplaza una prueba ejecutable o una fuente primaria. Diseñar controles diferentes para errores diferentes. Reintentar tiene sentido cuando cambia el método o aparece nueva evidencia.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No todas las escrituras requieren la misma intervención humana. Importan la autorización previa y el impacto real. Un guardado reversible difiere de una compra o un movimiento peligroso. Los límites deben implementarse en la aplicación, además de describirse al modelo.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Usar este ejemplo como análisis de riesgo, sin ejecutar nada. La inyección de instrucciones aparece en documentos, páginas o resultados de herramientas. La defensa debe limitar lo que la aplicación puede hacer incluso cuando el modelo interpreta mal una entrada.</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Pedir a la audiencia que identifique qué haría si falta el precio de un proveedor. La respuesta adecuada es dejarlo pendiente o pedir una cotización autorizada, no inventar. La simulación del kit usa fichas ficticias y no contacta empresas.</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El diagrama usa una bifurcación y una unión. Los investigadores no deben depender de una conclusión compartida antes de buscar evidencia. Varios agentes pueden repetir el mismo sesgo. Evaluar el sistema completo, incluyendo comunicación y costo, contra un único agente bien diseñado.</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La multiplicación supone independencia y una cadena que requiere todos los pasos correctos. No es una estimación de un producto real. Correlación, recuperación y verificaciones cambian el resultado. Su función es mostrar por qué un benchmark de un paso no mide toda la aplicación.</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Un error digital también puede causar un daño grave si mueve dinero o controla infraestructura. La diferencia del robot es el acoplamiento directo con un mundo físico parcialmente observado. La planificación de alto nivel no sustituye el controlador ni el circuito de parada.</a:t>
            </a:r>
          </a:p>
          <a:p xmlns:a="http://schemas.openxmlformats.org/drawingml/2006/main">
            <a:r>
              <a:t/>
            </a:r>
          </a:p>
          <a:p xmlns:a="http://schemas.openxmlformats.org/drawingml/2006/main">
            <a:r>
              <a:t>Fuentes y alcance:</a:t>
            </a:r>
          </a:p>
          <a:p xmlns:a="http://schemas.openxmlformats.org/drawingml/2006/main">
            <a:r>
              <a:t>OpenVLA · research paper (2024)</a:t>
            </a:r>
          </a:p>
          <a:p xmlns:a="http://schemas.openxmlformats.org/drawingml/2006/main">
            <a:r>
              <a:t>https://arxiv.org/abs/2406.09246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para consulta.</a:t>
            </a:r>
          </a:p>
          <a:p xmlns:a="http://schemas.openxmlformats.org/drawingml/2006/main">
            <a:r>
              <a:t/>
            </a:r>
          </a:p>
          <a:p xmlns:a="http://schemas.openxmlformats.org/drawingml/2006/main">
            <a:r>
              <a:t>La seguridad no debe depender únicamente de penalizaciones de una recompensa. Separar el criterio económico de las restricciones duras. Pedir un ejemplo de indicador que mejore mientras empeora la tarea real, como productividad bruta con más defectos.</a:t>
            </a:r>
          </a:p>
          <a:p xmlns:a="http://schemas.openxmlformats.org/drawingml/2006/main">
            <a:r>
              <a:t/>
            </a:r>
          </a:p>
          <a:p xmlns:a="http://schemas.openxmlformats.org/drawingml/2006/main">
            <a:r>
              <a:t>Fuentes y alcance:</a:t>
            </a:r>
          </a:p>
          <a:p xmlns:a="http://schemas.openxmlformats.org/drawingml/2006/main">
            <a:r>
              <a:t>Sutton &amp; Barto · Reinforcement Learning, second edition</a:t>
            </a:r>
          </a:p>
          <a:p xmlns:a="http://schemas.openxmlformats.org/drawingml/2006/main">
            <a:r>
              <a:t>http://incompleteideas.net/book/the-book-2nd.html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Usar las cinco preguntas sobre el mismo caso de proveedores para comprobar comprensión. La audiencia debería poder distinguir una respuesta escrita de una herramienta ejecutada y una demostración puntual de una capacidad repetible.</a:t>
            </a:r>
          </a:p>
          <a:p xmlns:a="http://schemas.openxmlformats.org/drawingml/2006/main">
            <a:r>
              <a:t/>
            </a:r>
          </a:p>
          <a:p xmlns:a="http://schemas.openxmlformats.org/drawingml/2006/main">
            <a:r>
              <a:t>Fuentes y alcance:</a:t>
            </a:r>
          </a:p>
          <a:p xmlns:a="http://schemas.openxmlformats.org/drawingml/2006/main">
            <a:r>
              <a:t>Explicación y ejemplo docente. Los cálculos y escenarios hipotéticos no representan mediciones empresariales.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central.</a:t>
            </a:r>
          </a:p>
          <a:p xmlns:a="http://schemas.openxmlformats.org/drawingml/2006/main">
            <a:r>
              <a:t/>
            </a:r>
          </a:p>
          <a:p xmlns:a="http://schemas.openxmlformats.org/drawingml/2006/main">
            <a:r>
              <a:t>Abrir la presentación principal desde el portal. Para una clase de una hora, no recorrer ambas presentaciones completas. El itinerario de la guía docente selecciona seis diapositivas de fundamentos y un núcleo de la presentación principal.</a:t>
            </a:r>
          </a:p>
          <a:p xmlns:a="http://schemas.openxmlformats.org/drawingml/2006/main">
            <a:r>
              <a:t/>
            </a:r>
          </a:p>
          <a:p xmlns:a="http://schemas.openxmlformats.org/drawingml/2006/main">
            <a:r>
              <a:t>Fuentes y alcance:</a:t>
            </a:r>
          </a:p>
          <a:p xmlns:a="http://schemas.openxmlformats.org/drawingml/2006/main">
            <a:r>
              <a:t>Sergio Gevatschnaider · AI and Robotics in China</a:t>
            </a:r>
          </a:p>
          <a:p xmlns:a="http://schemas.openxmlformats.org/drawingml/2006/main">
            <a:r>
              <a:t>https://github.com/sgevatschnaider/Inteligencia-Artificial-y-Rob-tica-en-China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b82847c11443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b72499116546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183b0cf3bc48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cf2f6de49a4e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a232c9b7664d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862c56456544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41FE49-182F-47C6-A9E0-907F831EA1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581D77-6891-4E85-9FE5-38689600FE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5B1370-08A4-4AE9-A32D-A88DF43066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33A3AC-1F82-4CED-BE60-D7FAB9F474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E7D103-543E-4CD3-9065-A630C7C23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E02DA1-7987-4C2D-86ED-2AC332A065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5135EB-974C-4CBC-B32F-B112E05AA0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5AAEB3-DB6F-49EB-9FC7-736BC7C3D0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473EFD-34D3-4C2F-AF17-0551B15FB0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2D2B6E-1579-4060-BE3F-86653861A0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cb5303348e4256" /><Relationship Type="http://schemas.openxmlformats.org/officeDocument/2006/relationships/slideLayout" Target="/ppt/slideLayouts/slideLayout1.xml" Id="Ra0b8f57eb21f49a1" /><Relationship Type="http://schemas.openxmlformats.org/officeDocument/2006/relationships/slideLayout" Target="/ppt/slideLayouts/slideLayout2.xml" Id="R3b11de0a94e343f4" /><Relationship Type="http://schemas.openxmlformats.org/officeDocument/2006/relationships/slideLayout" Target="/ppt/slideLayouts/slideLayout3.xml" Id="Ra61c1fe1f1c448cd" /><Relationship Type="http://schemas.openxmlformats.org/officeDocument/2006/relationships/slideLayout" Target="/ppt/slideLayouts/slideLayout4.xml" Id="R17f1dad1def44d32" /><Relationship Type="http://schemas.openxmlformats.org/officeDocument/2006/relationships/slideLayout" Target="/ppt/slideLayouts/slideLayout5.xml" Id="Re7a3b10f186e40f3" /><Relationship Type="http://schemas.openxmlformats.org/officeDocument/2006/relationships/slideLayout" Target="/ppt/slideLayouts/slideLayout6.xml" Id="R60103149ddb3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b8f57eb21f49a1"/>
    <p:sldLayoutId xmlns:r="http://schemas.openxmlformats.org/officeDocument/2006/relationships" id="2147483650" r:id="R3b11de0a94e343f4"/>
    <p:sldLayoutId xmlns:r="http://schemas.openxmlformats.org/officeDocument/2006/relationships" id="2147483651" r:id="Ra61c1fe1f1c448cd"/>
    <p:sldLayoutId xmlns:r="http://schemas.openxmlformats.org/officeDocument/2006/relationships" id="2147483652" r:id="R17f1dad1def44d32"/>
    <p:sldLayoutId xmlns:r="http://schemas.openxmlformats.org/officeDocument/2006/relationships" id="2147483653" r:id="Re7a3b10f186e40f3"/>
    <p:sldLayoutId xmlns:r="http://schemas.openxmlformats.org/officeDocument/2006/relationships" id="2147483654" r:id="R60103149ddb3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847a6d7b1244b8" /><Relationship Type="http://schemas.openxmlformats.org/officeDocument/2006/relationships/image" Target="/ppt/media/image.png" Id="R2cbfed53eda34557" /><Relationship Type="http://schemas.openxmlformats.org/officeDocument/2006/relationships/notesSlide" Target="/ppt/notesSlides/notesSlide1.xml" Id="R47a200a4be0341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02d5b68b64ffa" /><Relationship Type="http://schemas.openxmlformats.org/officeDocument/2006/relationships/notesSlide" Target="/ppt/notesSlides/notesSlide2.xml" Id="R24a3678d778548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77c081b5e24d60" /><Relationship Type="http://schemas.openxmlformats.org/officeDocument/2006/relationships/notesSlide" Target="/ppt/notesSlides/notesSlide3.xml" Id="R75bd4da07bec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e0c4e6f91e4e39" /><Relationship Type="http://schemas.openxmlformats.org/officeDocument/2006/relationships/notesSlide" Target="/ppt/notesSlides/notesSlide4.xml" Id="R3f4f6e3150b045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cb3c8615b84950" /><Relationship Type="http://schemas.openxmlformats.org/officeDocument/2006/relationships/notesSlide" Target="/ppt/notesSlides/notesSlide5.xml" Id="R3e1094db0a9042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b3ead77351414d" /><Relationship Type="http://schemas.openxmlformats.org/officeDocument/2006/relationships/notesSlide" Target="/ppt/notesSlides/notesSlide6.xml" Id="R3e1ab205cf3f4b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4f0765221843ab" /><Relationship Type="http://schemas.openxmlformats.org/officeDocument/2006/relationships/notesSlide" Target="/ppt/notesSlides/notesSlide7.xml" Id="R374133ff3d7a41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45e72ebd834e96" /><Relationship Type="http://schemas.openxmlformats.org/officeDocument/2006/relationships/notesSlide" Target="/ppt/notesSlides/notesSlide8.xml" Id="Ra71752cf568748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594b3f2a68497f" /><Relationship Type="http://schemas.openxmlformats.org/officeDocument/2006/relationships/notesSlide" Target="/ppt/notesSlides/notesSlide9.xml" Id="Rae222f9f3c694b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44940bf8d44835" /><Relationship Type="http://schemas.openxmlformats.org/officeDocument/2006/relationships/notesSlide" Target="/ppt/notesSlides/notesSlide10.xml" Id="R70377cf98b4146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7029134dfc492d" /><Relationship Type="http://schemas.openxmlformats.org/officeDocument/2006/relationships/notesSlide" Target="/ppt/notesSlides/notesSlide11.xml" Id="Rc989677f35a245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d47f4a37da4a02" /><Relationship Type="http://schemas.openxmlformats.org/officeDocument/2006/relationships/notesSlide" Target="/ppt/notesSlides/notesSlide12.xml" Id="R6c9b324954994c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48259a74a64c6a" /><Relationship Type="http://schemas.openxmlformats.org/officeDocument/2006/relationships/notesSlide" Target="/ppt/notesSlides/notesSlide13.xml" Id="Rd659cf2577bd48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0d00450848b4085" /><Relationship Type="http://schemas.openxmlformats.org/officeDocument/2006/relationships/notesSlide" Target="/ppt/notesSlides/notesSlide14.xml" Id="R38ebbc4453274a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3b849eb8c764dae" /><Relationship Type="http://schemas.openxmlformats.org/officeDocument/2006/relationships/notesSlide" Target="/ppt/notesSlides/notesSlide15.xml" Id="R68fbb776206a48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668c3c91394d21" /><Relationship Type="http://schemas.openxmlformats.org/officeDocument/2006/relationships/notesSlide" Target="/ppt/notesSlides/notesSlide16.xml" Id="Rdf32a272d2e146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1888a2440e34876" /><Relationship Type="http://schemas.openxmlformats.org/officeDocument/2006/relationships/notesSlide" Target="/ppt/notesSlides/notesSlide17.xml" Id="Rd2c2a9a3b3e346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d1d414a735a4deb" /><Relationship Type="http://schemas.openxmlformats.org/officeDocument/2006/relationships/notesSlide" Target="/ppt/notesSlides/notesSlide18.xml" Id="R2fad929869de43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a830945c7f348cb" /><Relationship Type="http://schemas.openxmlformats.org/officeDocument/2006/relationships/notesSlide" Target="/ppt/notesSlides/notesSlide19.xml" Id="R60677ebd067540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8c9da544e14f1c" /><Relationship Type="http://schemas.openxmlformats.org/officeDocument/2006/relationships/notesSlide" Target="/ppt/notesSlides/notesSlide20.xml" Id="Ra066c77476d849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bbae0f9b7214b09" /><Relationship Type="http://schemas.openxmlformats.org/officeDocument/2006/relationships/notesSlide" Target="/ppt/notesSlides/notesSlide21.xml" Id="R627fc3fef3d842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74eb5499b104ab2" /><Relationship Type="http://schemas.openxmlformats.org/officeDocument/2006/relationships/notesSlide" Target="/ppt/notesSlides/notesSlide22.xml" Id="R82f51faffe3e4a1e" /></Relationships>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E58A49-B953-402A-BC3F-047C7CCC8101}"/>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vfe9tm4aoh">
            <a:extLst xmlns:a="http://schemas.openxmlformats.org/drawingml/2006/main">
              <a:ext uri="{FF2B5EF4-FFF2-40B4-BE49-F238E27FC236}">
                <a16:creationId xmlns:a16="http://schemas.microsoft.com/office/drawing/2014/main" id="{30B08827-B5A5-46C6-B0B5-8FBB8AE57440}"/>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
            <a:extLst xmlns:a="http://schemas.openxmlformats.org/drawingml/2006/main">
              <a:ext uri="{FF2B5EF4-FFF2-40B4-BE49-F238E27FC236}">
                <a16:creationId xmlns:a16="http://schemas.microsoft.com/office/drawing/2014/main" id="{42174C25-A080-426C-AC2E-C060BE3A15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4" name="text-r7ph0l2ph2">
            <a:extLst xmlns:a="http://schemas.openxmlformats.org/drawingml/2006/main">
              <a:ext uri="{FF2B5EF4-FFF2-40B4-BE49-F238E27FC236}">
                <a16:creationId xmlns:a16="http://schemas.microsoft.com/office/drawing/2014/main" id="{B934E966-BF2A-435D-BD5A-E7802DB452F7}"/>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Russell &amp; Norvig</a:t>
            </a:r>
          </a:p>
        </p:txBody>
      </p:sp>
      <p:sp>
        <p:nvSpPr>
          <p:cNvPr id="5" name="text-bxt6q2x78xr">
            <a:extLst xmlns:a="http://schemas.openxmlformats.org/drawingml/2006/main">
              <a:ext uri="{FF2B5EF4-FFF2-40B4-BE49-F238E27FC236}">
                <a16:creationId xmlns:a16="http://schemas.microsoft.com/office/drawing/2014/main" id="{7FF4907F-047D-4962-8CF6-D354578EE07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01</a:t>
            </a:r>
          </a:p>
        </p:txBody>
      </p:sp>
      <p:pic>
        <p:nvPicPr>
          <p:cNvPr id="6" name="">
            <a:extLst xmlns:a="http://schemas.openxmlformats.org/drawingml/2006/main">
              <a:ext uri="{FF2B5EF4-FFF2-40B4-BE49-F238E27FC236}">
                <a16:creationId xmlns:a16="http://schemas.microsoft.com/office/drawing/2014/main" id="{45DE8FD6-A4BA-49CB-9809-82649B0862C4}"/>
              </a:ext>
            </a:extLst>
          </p:cNvPr>
          <p:cNvPicPr>
            <a:picLocks xmlns:a="http://schemas.openxmlformats.org/drawingml/2006/main" noChangeAspect="1"/>
          </p:cNvPicPr>
          <p:nvPr/>
        </p:nvPicPr>
        <p:blipFill>
          <a:blip xmlns:r="http://schemas.openxmlformats.org/officeDocument/2006/relationships" xmlns:a="http://schemas.openxmlformats.org/drawingml/2006/main" r:embed="R2cbfed53eda34557"/>
          <a:srcRect xmlns:a="http://schemas.openxmlformats.org/drawingml/2006/main" l="46500" t="0" r="0" b="0"/>
          <a:stretch xmlns:a="http://schemas.openxmlformats.org/drawingml/2006/main"/>
        </p:blipFill>
        <p:spPr>
          <a:xfrm xmlns:a="http://schemas.openxmlformats.org/drawingml/2006/main">
            <a:off x="6334125" y="0"/>
            <a:ext cx="5857875" cy="6191250"/>
          </a:xfrm>
          <a:prstGeom xmlns:a="http://schemas.openxmlformats.org/drawingml/2006/main" prst="rect">
            <a:avLst/>
          </a:prstGeom>
        </p:spPr>
      </p:pic>
      <p:sp>
        <p:nvSpPr>
          <p:cNvPr id="7" name="text-w5mofglwrqe">
            <a:extLst xmlns:a="http://schemas.openxmlformats.org/drawingml/2006/main">
              <a:ext uri="{FF2B5EF4-FFF2-40B4-BE49-F238E27FC236}">
                <a16:creationId xmlns:a16="http://schemas.microsoft.com/office/drawing/2014/main" id="{F9BBB821-6648-430C-87FE-A80BC45036AE}"/>
              </a:ext>
            </a:extLst>
          </p:cNvPr>
          <p:cNvSpPr>
            <a:spLocks xmlns:a="http://schemas.openxmlformats.org/drawingml/2006/main" noGrp="1"/>
          </p:cNvSpPr>
          <p:nvPr/>
        </p:nvSpPr>
        <p:spPr>
          <a:xfrm xmlns:a="http://schemas.openxmlformats.org/drawingml/2006/main">
            <a:off x="609600" y="1181100"/>
            <a:ext cx="542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FFFDFA"/>
                </a:solidFill>
                <a:latin typeface="DejaVu Sans"/>
                <a:ea typeface="DejaVu Sans"/>
                <a:cs typeface="DejaVu Sans"/>
              </a:defRPr>
            </a:defPPr>
            <a:lvl1pPr algn="l">
              <a:defRPr sz="3675" b="1">
                <a:solidFill>
                  <a:srgbClr val="FFFDFA"/>
                </a:solidFill>
                <a:latin typeface="DejaVu Sans"/>
                <a:ea typeface="DejaVu Sans"/>
                <a:cs typeface="DejaVu Sans"/>
              </a:defRPr>
            </a:lvl1pPr>
            <a:lvl2pPr algn="l">
              <a:defRPr sz="3675" b="1">
                <a:solidFill>
                  <a:srgbClr val="FFFDFA"/>
                </a:solidFill>
                <a:latin typeface="DejaVu Sans"/>
                <a:ea typeface="DejaVu Sans"/>
                <a:cs typeface="DejaVu Sans"/>
              </a:defRPr>
            </a:lvl2pPr>
            <a:lvl3pPr algn="l">
              <a:defRPr sz="3675" b="1">
                <a:solidFill>
                  <a:srgbClr val="FFFDFA"/>
                </a:solidFill>
                <a:latin typeface="DejaVu Sans"/>
                <a:ea typeface="DejaVu Sans"/>
                <a:cs typeface="DejaVu Sans"/>
              </a:defRPr>
            </a:lvl3pPr>
            <a:lvl4pPr algn="l">
              <a:defRPr sz="3675" b="1">
                <a:solidFill>
                  <a:srgbClr val="FFFDFA"/>
                </a:solidFill>
                <a:latin typeface="DejaVu Sans"/>
                <a:ea typeface="DejaVu Sans"/>
                <a:cs typeface="DejaVu Sans"/>
              </a:defRPr>
            </a:lvl4pPr>
            <a:lvl5pPr algn="l">
              <a:defRPr sz="3675" b="1">
                <a:solidFill>
                  <a:srgbClr val="FFFDFA"/>
                </a:solidFill>
                <a:latin typeface="DejaVu Sans"/>
                <a:ea typeface="DejaVu Sans"/>
                <a:cs typeface="DejaVu Sans"/>
              </a:defRPr>
            </a:lvl5pPr>
            <a:lvl6pPr algn="l">
              <a:defRPr sz="3675" b="1">
                <a:solidFill>
                  <a:srgbClr val="FFFDFA"/>
                </a:solidFill>
                <a:latin typeface="DejaVu Sans"/>
                <a:ea typeface="DejaVu Sans"/>
                <a:cs typeface="DejaVu Sans"/>
              </a:defRPr>
            </a:lvl6pPr>
            <a:lvl7pPr algn="l">
              <a:defRPr sz="3675" b="1">
                <a:solidFill>
                  <a:srgbClr val="FFFDFA"/>
                </a:solidFill>
                <a:latin typeface="DejaVu Sans"/>
                <a:ea typeface="DejaVu Sans"/>
                <a:cs typeface="DejaVu Sans"/>
              </a:defRPr>
            </a:lvl7pPr>
            <a:lvl8pPr algn="l">
              <a:defRPr sz="3675" b="1">
                <a:solidFill>
                  <a:srgbClr val="FFFDFA"/>
                </a:solidFill>
                <a:latin typeface="DejaVu Sans"/>
                <a:ea typeface="DejaVu Sans"/>
                <a:cs typeface="DejaVu Sans"/>
              </a:defRPr>
            </a:lvl8pPr>
            <a:lvl9pPr algn="l">
              <a:defRPr sz="3675" b="1">
                <a:solidFill>
                  <a:srgbClr val="FFFDFA"/>
                </a:solidFill>
                <a:latin typeface="DejaVu Sans"/>
                <a:ea typeface="DejaVu Sans"/>
                <a:cs typeface="DejaVu Sans"/>
              </a:defRPr>
            </a:lvl9pPr>
          </a:lstStyle>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¿Qué es un agente</a:t>
            </a:r>
          </a:p>
          <a:p xmlns:a="http://schemas.openxmlformats.org/drawingml/2006/main">
            <a:pPr algn="l">
              <a:lnSpc>
                <a:spcPct val="112000"/>
              </a:lnSpc>
              <a:buNone/>
              <a:defRPr sz="3675" b="1">
                <a:solidFill>
                  <a:srgbClr val="FFFDFA"/>
                </a:solidFill>
                <a:latin typeface="DejaVu Sans"/>
                <a:ea typeface="DejaVu Sans"/>
                <a:cs typeface="DejaVu Sans"/>
              </a:defRPr>
            </a:pPr>
            <a:r>
              <a:rPr sz="3675" b="1">
                <a:solidFill>
                  <a:srgbClr val="FFFDFA"/>
                </a:solidFill>
                <a:latin typeface="DejaVu Sans"/>
                <a:ea typeface="DejaVu Sans"/>
                <a:cs typeface="DejaVu Sans"/>
              </a:rPr>
              <a:t>inteligente?</a:t>
            </a:r>
          </a:p>
        </p:txBody>
      </p:sp>
      <p:sp>
        <p:nvSpPr>
          <p:cNvPr id="8" name="text-lnr1m8dthyl">
            <a:extLst xmlns:a="http://schemas.openxmlformats.org/drawingml/2006/main">
              <a:ext uri="{FF2B5EF4-FFF2-40B4-BE49-F238E27FC236}">
                <a16:creationId xmlns:a16="http://schemas.microsoft.com/office/drawing/2014/main" id="{0911C1F2-0EAB-4D90-9722-1B4C68C46C9F}"/>
              </a:ext>
            </a:extLst>
          </p:cNvPr>
          <p:cNvSpPr>
            <a:spLocks xmlns:a="http://schemas.openxmlformats.org/drawingml/2006/main" noGrp="1"/>
          </p:cNvSpPr>
          <p:nvPr/>
        </p:nvSpPr>
        <p:spPr>
          <a:xfrm xmlns:a="http://schemas.openxmlformats.org/drawingml/2006/main">
            <a:off x="609600" y="321945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BED0D5"/>
                </a:solidFill>
                <a:latin typeface="DejaVu Sans"/>
                <a:ea typeface="DejaVu Sans"/>
                <a:cs typeface="DejaVu Sans"/>
              </a:defRPr>
            </a:defPPr>
            <a:lvl1pPr algn="l">
              <a:defRPr sz="1800" b="0">
                <a:solidFill>
                  <a:srgbClr val="BED0D5"/>
                </a:solidFill>
                <a:latin typeface="DejaVu Sans"/>
                <a:ea typeface="DejaVu Sans"/>
                <a:cs typeface="DejaVu Sans"/>
              </a:defRPr>
            </a:lvl1pPr>
            <a:lvl2pPr algn="l">
              <a:defRPr sz="1800" b="0">
                <a:solidFill>
                  <a:srgbClr val="BED0D5"/>
                </a:solidFill>
                <a:latin typeface="DejaVu Sans"/>
                <a:ea typeface="DejaVu Sans"/>
                <a:cs typeface="DejaVu Sans"/>
              </a:defRPr>
            </a:lvl2pPr>
            <a:lvl3pPr algn="l">
              <a:defRPr sz="1800" b="0">
                <a:solidFill>
                  <a:srgbClr val="BED0D5"/>
                </a:solidFill>
                <a:latin typeface="DejaVu Sans"/>
                <a:ea typeface="DejaVu Sans"/>
                <a:cs typeface="DejaVu Sans"/>
              </a:defRPr>
            </a:lvl3pPr>
            <a:lvl4pPr algn="l">
              <a:defRPr sz="1800" b="0">
                <a:solidFill>
                  <a:srgbClr val="BED0D5"/>
                </a:solidFill>
                <a:latin typeface="DejaVu Sans"/>
                <a:ea typeface="DejaVu Sans"/>
                <a:cs typeface="DejaVu Sans"/>
              </a:defRPr>
            </a:lvl4pPr>
            <a:lvl5pPr algn="l">
              <a:defRPr sz="1800" b="0">
                <a:solidFill>
                  <a:srgbClr val="BED0D5"/>
                </a:solidFill>
                <a:latin typeface="DejaVu Sans"/>
                <a:ea typeface="DejaVu Sans"/>
                <a:cs typeface="DejaVu Sans"/>
              </a:defRPr>
            </a:lvl5pPr>
            <a:lvl6pPr algn="l">
              <a:defRPr sz="1800" b="0">
                <a:solidFill>
                  <a:srgbClr val="BED0D5"/>
                </a:solidFill>
                <a:latin typeface="DejaVu Sans"/>
                <a:ea typeface="DejaVu Sans"/>
                <a:cs typeface="DejaVu Sans"/>
              </a:defRPr>
            </a:lvl6pPr>
            <a:lvl7pPr algn="l">
              <a:defRPr sz="1800" b="0">
                <a:solidFill>
                  <a:srgbClr val="BED0D5"/>
                </a:solidFill>
                <a:latin typeface="DejaVu Sans"/>
                <a:ea typeface="DejaVu Sans"/>
                <a:cs typeface="DejaVu Sans"/>
              </a:defRPr>
            </a:lvl7pPr>
            <a:lvl8pPr algn="l">
              <a:defRPr sz="1800" b="0">
                <a:solidFill>
                  <a:srgbClr val="BED0D5"/>
                </a:solidFill>
                <a:latin typeface="DejaVu Sans"/>
                <a:ea typeface="DejaVu Sans"/>
                <a:cs typeface="DejaVu Sans"/>
              </a:defRPr>
            </a:lvl8pPr>
            <a:lvl9pPr algn="l">
              <a:defRPr sz="1800" b="0">
                <a:solidFill>
                  <a:srgbClr val="BED0D5"/>
                </a:solidFill>
                <a:latin typeface="DejaVu Sans"/>
                <a:ea typeface="DejaVu Sans"/>
                <a:cs typeface="DejaVu Sans"/>
              </a:defRPr>
            </a:lvl9pPr>
          </a:lstStyle>
          <a:p xmlns:a="http://schemas.openxmlformats.org/drawingml/2006/main">
            <a:pPr algn="l">
              <a:lnSpc>
                <a:spcPct val="112000"/>
              </a:lnSpc>
              <a:buNone/>
              <a:defRPr sz="1800" b="0">
                <a:solidFill>
                  <a:srgbClr val="BED0D5"/>
                </a:solidFill>
                <a:latin typeface="DejaVu Sans"/>
                <a:ea typeface="DejaVu Sans"/>
                <a:cs typeface="DejaVu Sans"/>
              </a:defRPr>
            </a:pPr>
            <a:r>
              <a:rPr sz="1800" b="0">
                <a:solidFill>
                  <a:srgbClr val="BED0D5"/>
                </a:solidFill>
                <a:latin typeface="DejaVu Sans"/>
                <a:ea typeface="DejaVu Sans"/>
                <a:cs typeface="DejaVu Sans"/>
              </a:rPr>
              <a:t>De la percepción y la decisión a las herramientas y la acción física.</a:t>
            </a:r>
          </a:p>
        </p:txBody>
      </p:sp>
      <p:sp>
        <p:nvSpPr>
          <p:cNvPr id="9" name="">
            <a:extLst xmlns:a="http://schemas.openxmlformats.org/drawingml/2006/main">
              <a:ext uri="{FF2B5EF4-FFF2-40B4-BE49-F238E27FC236}">
                <a16:creationId xmlns:a16="http://schemas.microsoft.com/office/drawing/2014/main" id="{BEBD7799-26EC-4329-9688-6F50D5DF37E3}"/>
              </a:ext>
            </a:extLst>
          </p:cNvPr>
          <p:cNvSpPr>
            <a:spLocks xmlns:a="http://schemas.openxmlformats.org/drawingml/2006/main" noGrp="1"/>
          </p:cNvSpPr>
          <p:nvPr/>
        </p:nvSpPr>
        <p:spPr>
          <a:xfrm xmlns:a="http://schemas.openxmlformats.org/drawingml/2006/main">
            <a:off x="609600" y="4572000"/>
            <a:ext cx="762000" cy="3810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jooupcztjdm">
            <a:extLst xmlns:a="http://schemas.openxmlformats.org/drawingml/2006/main">
              <a:ext uri="{FF2B5EF4-FFF2-40B4-BE49-F238E27FC236}">
                <a16:creationId xmlns:a16="http://schemas.microsoft.com/office/drawing/2014/main" id="{061A3A17-D715-40EC-B199-AD68F3C8B4B7}"/>
              </a:ext>
            </a:extLst>
          </p:cNvPr>
          <p:cNvSpPr>
            <a:spLocks xmlns:a="http://schemas.openxmlformats.org/drawingml/2006/main" noGrp="1"/>
          </p:cNvSpPr>
          <p:nvPr/>
        </p:nvSpPr>
        <p:spPr>
          <a:xfrm xmlns:a="http://schemas.openxmlformats.org/drawingml/2006/main">
            <a:off x="609600" y="4867275"/>
            <a:ext cx="542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BED0D5"/>
                </a:solidFill>
                <a:latin typeface="DejaVu Sans"/>
                <a:ea typeface="DejaVu Sans"/>
                <a:cs typeface="DejaVu Sans"/>
              </a:defRPr>
            </a:defPPr>
            <a:lvl1pPr algn="l">
              <a:defRPr sz="1500" b="0">
                <a:solidFill>
                  <a:srgbClr val="BED0D5"/>
                </a:solidFill>
                <a:latin typeface="DejaVu Sans"/>
                <a:ea typeface="DejaVu Sans"/>
                <a:cs typeface="DejaVu Sans"/>
              </a:defRPr>
            </a:lvl1pPr>
            <a:lvl2pPr algn="l">
              <a:defRPr sz="1500" b="0">
                <a:solidFill>
                  <a:srgbClr val="BED0D5"/>
                </a:solidFill>
                <a:latin typeface="DejaVu Sans"/>
                <a:ea typeface="DejaVu Sans"/>
                <a:cs typeface="DejaVu Sans"/>
              </a:defRPr>
            </a:lvl2pPr>
            <a:lvl3pPr algn="l">
              <a:defRPr sz="1500" b="0">
                <a:solidFill>
                  <a:srgbClr val="BED0D5"/>
                </a:solidFill>
                <a:latin typeface="DejaVu Sans"/>
                <a:ea typeface="DejaVu Sans"/>
                <a:cs typeface="DejaVu Sans"/>
              </a:defRPr>
            </a:lvl3pPr>
            <a:lvl4pPr algn="l">
              <a:defRPr sz="1500" b="0">
                <a:solidFill>
                  <a:srgbClr val="BED0D5"/>
                </a:solidFill>
                <a:latin typeface="DejaVu Sans"/>
                <a:ea typeface="DejaVu Sans"/>
                <a:cs typeface="DejaVu Sans"/>
              </a:defRPr>
            </a:lvl4pPr>
            <a:lvl5pPr algn="l">
              <a:defRPr sz="1500" b="0">
                <a:solidFill>
                  <a:srgbClr val="BED0D5"/>
                </a:solidFill>
                <a:latin typeface="DejaVu Sans"/>
                <a:ea typeface="DejaVu Sans"/>
                <a:cs typeface="DejaVu Sans"/>
              </a:defRPr>
            </a:lvl5pPr>
            <a:lvl6pPr algn="l">
              <a:defRPr sz="1500" b="0">
                <a:solidFill>
                  <a:srgbClr val="BED0D5"/>
                </a:solidFill>
                <a:latin typeface="DejaVu Sans"/>
                <a:ea typeface="DejaVu Sans"/>
                <a:cs typeface="DejaVu Sans"/>
              </a:defRPr>
            </a:lvl6pPr>
            <a:lvl7pPr algn="l">
              <a:defRPr sz="1500" b="0">
                <a:solidFill>
                  <a:srgbClr val="BED0D5"/>
                </a:solidFill>
                <a:latin typeface="DejaVu Sans"/>
                <a:ea typeface="DejaVu Sans"/>
                <a:cs typeface="DejaVu Sans"/>
              </a:defRPr>
            </a:lvl7pPr>
            <a:lvl8pPr algn="l">
              <a:defRPr sz="1500" b="0">
                <a:solidFill>
                  <a:srgbClr val="BED0D5"/>
                </a:solidFill>
                <a:latin typeface="DejaVu Sans"/>
                <a:ea typeface="DejaVu Sans"/>
                <a:cs typeface="DejaVu Sans"/>
              </a:defRPr>
            </a:lvl8pPr>
            <a:lvl9pPr algn="l">
              <a:defRPr sz="1500" b="0">
                <a:solidFill>
                  <a:srgbClr val="BED0D5"/>
                </a:solidFill>
                <a:latin typeface="DejaVu Sans"/>
                <a:ea typeface="DejaVu Sans"/>
                <a:cs typeface="DejaVu Sans"/>
              </a:defRPr>
            </a:lvl9pPr>
          </a:lstStyle>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Sergio Gevatschnaider</a:t>
            </a:r>
          </a:p>
          <a:p xmlns:a="http://schemas.openxmlformats.org/drawingml/2006/main">
            <a:pPr algn="l">
              <a:lnSpc>
                <a:spcPct val="112000"/>
              </a:lnSpc>
              <a:buNone/>
              <a:defRPr sz="1500" b="0">
                <a:solidFill>
                  <a:srgbClr val="BED0D5"/>
                </a:solidFill>
                <a:latin typeface="DejaVu Sans"/>
                <a:ea typeface="DejaVu Sans"/>
                <a:cs typeface="DejaVu Sans"/>
              </a:defRPr>
            </a:pPr>
            <a:r>
              <a:rPr sz="1500" b="0">
                <a:solidFill>
                  <a:srgbClr val="BED0D5"/>
                </a:solidFill>
                <a:latin typeface="DejaVu Sans"/>
                <a:ea typeface="DejaVu Sans"/>
                <a:cs typeface="DejaVu Sans"/>
              </a:rPr>
              <a:t>Instituto Confucio UBA · 27 octubre 2026</a:t>
            </a:r>
          </a:p>
        </p:txBody>
      </p:sp>
      <p:sp>
        <p:nvSpPr>
          <p:cNvPr id="11" name="text-5j9d3uhr2b7">
            <a:extLst xmlns:a="http://schemas.openxmlformats.org/drawingml/2006/main">
              <a:ext uri="{FF2B5EF4-FFF2-40B4-BE49-F238E27FC236}">
                <a16:creationId xmlns:a16="http://schemas.microsoft.com/office/drawing/2014/main" id="{31982C45-3076-44EE-8F06-DE6A3166426A}"/>
              </a:ext>
            </a:extLst>
          </p:cNvPr>
          <p:cNvSpPr>
            <a:spLocks xmlns:a="http://schemas.openxmlformats.org/drawingml/2006/main" noGrp="1"/>
          </p:cNvSpPr>
          <p:nvPr/>
        </p:nvSpPr>
        <p:spPr>
          <a:xfrm xmlns:a="http://schemas.openxmlformats.org/drawingml/2006/main">
            <a:off x="6524625" y="585787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BED0D5"/>
                </a:solidFill>
                <a:latin typeface="DejaVu Sans"/>
                <a:ea typeface="DejaVu Sans"/>
                <a:cs typeface="DejaVu Sans"/>
              </a:defRPr>
            </a:defPPr>
            <a:lvl1pPr algn="l">
              <a:defRPr sz="900" b="0">
                <a:solidFill>
                  <a:srgbClr val="BED0D5"/>
                </a:solidFill>
                <a:latin typeface="DejaVu Sans"/>
                <a:ea typeface="DejaVu Sans"/>
                <a:cs typeface="DejaVu Sans"/>
              </a:defRPr>
            </a:lvl1pPr>
            <a:lvl2pPr algn="l">
              <a:defRPr sz="900" b="0">
                <a:solidFill>
                  <a:srgbClr val="BED0D5"/>
                </a:solidFill>
                <a:latin typeface="DejaVu Sans"/>
                <a:ea typeface="DejaVu Sans"/>
                <a:cs typeface="DejaVu Sans"/>
              </a:defRPr>
            </a:lvl2pPr>
            <a:lvl3pPr algn="l">
              <a:defRPr sz="900" b="0">
                <a:solidFill>
                  <a:srgbClr val="BED0D5"/>
                </a:solidFill>
                <a:latin typeface="DejaVu Sans"/>
                <a:ea typeface="DejaVu Sans"/>
                <a:cs typeface="DejaVu Sans"/>
              </a:defRPr>
            </a:lvl3pPr>
            <a:lvl4pPr algn="l">
              <a:defRPr sz="900" b="0">
                <a:solidFill>
                  <a:srgbClr val="BED0D5"/>
                </a:solidFill>
                <a:latin typeface="DejaVu Sans"/>
                <a:ea typeface="DejaVu Sans"/>
                <a:cs typeface="DejaVu Sans"/>
              </a:defRPr>
            </a:lvl4pPr>
            <a:lvl5pPr algn="l">
              <a:defRPr sz="900" b="0">
                <a:solidFill>
                  <a:srgbClr val="BED0D5"/>
                </a:solidFill>
                <a:latin typeface="DejaVu Sans"/>
                <a:ea typeface="DejaVu Sans"/>
                <a:cs typeface="DejaVu Sans"/>
              </a:defRPr>
            </a:lvl5pPr>
            <a:lvl6pPr algn="l">
              <a:defRPr sz="900" b="0">
                <a:solidFill>
                  <a:srgbClr val="BED0D5"/>
                </a:solidFill>
                <a:latin typeface="DejaVu Sans"/>
                <a:ea typeface="DejaVu Sans"/>
                <a:cs typeface="DejaVu Sans"/>
              </a:defRPr>
            </a:lvl6pPr>
            <a:lvl7pPr algn="l">
              <a:defRPr sz="900" b="0">
                <a:solidFill>
                  <a:srgbClr val="BED0D5"/>
                </a:solidFill>
                <a:latin typeface="DejaVu Sans"/>
                <a:ea typeface="DejaVu Sans"/>
                <a:cs typeface="DejaVu Sans"/>
              </a:defRPr>
            </a:lvl7pPr>
            <a:lvl8pPr algn="l">
              <a:defRPr sz="900" b="0">
                <a:solidFill>
                  <a:srgbClr val="BED0D5"/>
                </a:solidFill>
                <a:latin typeface="DejaVu Sans"/>
                <a:ea typeface="DejaVu Sans"/>
                <a:cs typeface="DejaVu Sans"/>
              </a:defRPr>
            </a:lvl8pPr>
            <a:lvl9pPr algn="l">
              <a:defRPr sz="900" b="0">
                <a:solidFill>
                  <a:srgbClr val="BED0D5"/>
                </a:solidFill>
                <a:latin typeface="DejaVu Sans"/>
                <a:ea typeface="DejaVu Sans"/>
                <a:cs typeface="DejaVu Sans"/>
              </a:defRPr>
            </a:lvl9pPr>
          </a:lstStyle>
          <a:p xmlns:a="http://schemas.openxmlformats.org/drawingml/2006/main">
            <a:pPr algn="l">
              <a:lnSpc>
                <a:spcPct val="112000"/>
              </a:lnSpc>
              <a:buNone/>
              <a:defRPr sz="900" b="0">
                <a:solidFill>
                  <a:srgbClr val="BED0D5"/>
                </a:solidFill>
                <a:latin typeface="DejaVu Sans"/>
                <a:ea typeface="DejaVu Sans"/>
                <a:cs typeface="DejaVu Sans"/>
              </a:defRPr>
            </a:pPr>
            <a:r>
              <a:rPr sz="900" b="0">
                <a:solidFill>
                  <a:srgbClr val="BED0D5"/>
                </a:solidFill>
                <a:latin typeface="DejaVu Sans"/>
                <a:ea typeface="DejaVu Sans"/>
                <a:cs typeface="DejaVu Sans"/>
              </a:rPr>
              <a:t>ILUSTRACIÓN CONCEPTUAL</a:t>
            </a:r>
          </a:p>
        </p:txBody>
      </p:sp>
    </p:spTree>
    <p:extLst>
      <p:ext uri="{BB962C8B-B14F-4D97-AF65-F5344CB8AC3E}">
        <p14:creationId xmlns:p14="http://schemas.microsoft.com/office/powerpoint/2010/main" val="1351633754"/>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0AB0DAD5-1ED3-4F5D-8A73-E2C6EBF575B4}"/>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7C25A99-2AE3-44B8-9AD4-F9389775CAC1}"/>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4C8D1BA4-9C29-4E3E-833D-8109B68FFB16}"/>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p630a95siqc">
            <a:extLst xmlns:a="http://schemas.openxmlformats.org/drawingml/2006/main">
              <a:ext uri="{FF2B5EF4-FFF2-40B4-BE49-F238E27FC236}">
                <a16:creationId xmlns:a16="http://schemas.microsoft.com/office/drawing/2014/main" id="{FBD45177-1C44-4570-85E9-70A780556EA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7s78fdc6l0s">
            <a:extLst xmlns:a="http://schemas.openxmlformats.org/drawingml/2006/main">
              <a:ext uri="{FF2B5EF4-FFF2-40B4-BE49-F238E27FC236}">
                <a16:creationId xmlns:a16="http://schemas.microsoft.com/office/drawing/2014/main" id="{326B675B-CF30-4B42-81CD-FAE37632F6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agencia aparece cuando una decisión modifica un entorno</a:t>
            </a:r>
          </a:p>
        </p:txBody>
      </p:sp>
      <p:sp>
        <p:nvSpPr>
          <p:cNvPr id="4" name="text-uwlddt0c8zb">
            <a:extLst xmlns:a="http://schemas.openxmlformats.org/drawingml/2006/main">
              <a:ext uri="{FF2B5EF4-FFF2-40B4-BE49-F238E27FC236}">
                <a16:creationId xmlns:a16="http://schemas.microsoft.com/office/drawing/2014/main" id="{37F32C21-00D6-4006-BAB7-9EA9C30C2EE9}"/>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Un agente selecciona acciones a partir de observaciones y un criterio de desempeño.</a:t>
            </a:r>
          </a:p>
        </p:txBody>
      </p:sp>
      <p:sp>
        <p:nvSpPr>
          <p:cNvPr id="5" name="">
            <a:extLst xmlns:a="http://schemas.openxmlformats.org/drawingml/2006/main">
              <a:ext uri="{FF2B5EF4-FFF2-40B4-BE49-F238E27FC236}">
                <a16:creationId xmlns:a16="http://schemas.microsoft.com/office/drawing/2014/main" id="{FF6AC6FB-1D00-48FA-BA34-3C195F4FF9E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pndxt8tnf8g">
            <a:extLst xmlns:a="http://schemas.openxmlformats.org/drawingml/2006/main">
              <a:ext uri="{FF2B5EF4-FFF2-40B4-BE49-F238E27FC236}">
                <a16:creationId xmlns:a16="http://schemas.microsoft.com/office/drawing/2014/main" id="{68D9CBE1-0D3A-4747-812F-FC35B2DA1758}"/>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nrhkug2qq9">
            <a:extLst xmlns:a="http://schemas.openxmlformats.org/drawingml/2006/main">
              <a:ext uri="{FF2B5EF4-FFF2-40B4-BE49-F238E27FC236}">
                <a16:creationId xmlns:a16="http://schemas.microsoft.com/office/drawing/2014/main" id="{61C6923D-41A2-480C-B639-A4164EB230E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B877AD85-9D95-48D6-993A-569CC1E3B83B}"/>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A5C1D1-B70A-4CFE-B35C-CF34452F5E58}"/>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9i4sdm6mlx">
            <a:extLst xmlns:a="http://schemas.openxmlformats.org/drawingml/2006/main">
              <a:ext uri="{FF2B5EF4-FFF2-40B4-BE49-F238E27FC236}">
                <a16:creationId xmlns:a16="http://schemas.microsoft.com/office/drawing/2014/main" id="{D8403D37-8EEA-44F1-9EFB-5ABAB2D19ADE}"/>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Percibir</a:t>
            </a:r>
          </a:p>
        </p:txBody>
      </p:sp>
      <p:sp>
        <p:nvSpPr>
          <p:cNvPr id="11" name="text-s1cufu5ee9s">
            <a:extLst xmlns:a="http://schemas.openxmlformats.org/drawingml/2006/main">
              <a:ext uri="{FF2B5EF4-FFF2-40B4-BE49-F238E27FC236}">
                <a16:creationId xmlns:a16="http://schemas.microsoft.com/office/drawing/2014/main" id="{07C45425-E8C6-4AB2-BD94-BBDB26144892}"/>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Recibir temperatura, texto, imágenes o eventos.</a:t>
            </a:r>
          </a:p>
        </p:txBody>
      </p:sp>
      <p:sp>
        <p:nvSpPr>
          <p:cNvPr id="12" name="">
            <a:extLst xmlns:a="http://schemas.openxmlformats.org/drawingml/2006/main">
              <a:ext uri="{FF2B5EF4-FFF2-40B4-BE49-F238E27FC236}">
                <a16:creationId xmlns:a16="http://schemas.microsoft.com/office/drawing/2014/main" id="{261AA04B-8E68-45C1-960A-A8730C47E2F6}"/>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C762A5-241C-45EB-98E0-290641DC9F0B}"/>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0k0a5gco4g6h">
            <a:extLst xmlns:a="http://schemas.openxmlformats.org/drawingml/2006/main">
              <a:ext uri="{FF2B5EF4-FFF2-40B4-BE49-F238E27FC236}">
                <a16:creationId xmlns:a16="http://schemas.microsoft.com/office/drawing/2014/main" id="{10683DF3-51B3-4CB0-856D-E46087BF0B98}"/>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Decidir</a:t>
            </a:r>
          </a:p>
        </p:txBody>
      </p:sp>
      <p:sp>
        <p:nvSpPr>
          <p:cNvPr id="15" name="text-3gclc5f0hrh">
            <a:extLst xmlns:a="http://schemas.openxmlformats.org/drawingml/2006/main">
              <a:ext uri="{FF2B5EF4-FFF2-40B4-BE49-F238E27FC236}">
                <a16:creationId xmlns:a16="http://schemas.microsoft.com/office/drawing/2014/main" id="{567767B5-20FB-466B-BC7A-EB392AC827D7}"/>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Aplicar una regla, un modelo o una política aprendida.</a:t>
            </a:r>
          </a:p>
        </p:txBody>
      </p:sp>
      <p:sp>
        <p:nvSpPr>
          <p:cNvPr id="16" name="">
            <a:extLst xmlns:a="http://schemas.openxmlformats.org/drawingml/2006/main">
              <a:ext uri="{FF2B5EF4-FFF2-40B4-BE49-F238E27FC236}">
                <a16:creationId xmlns:a16="http://schemas.microsoft.com/office/drawing/2014/main" id="{41893169-654F-4E22-AD48-0237F01C6CBA}"/>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52E111-F86A-4872-9E4C-4A22AEB025E8}"/>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lgkfdxcv34j">
            <a:extLst xmlns:a="http://schemas.openxmlformats.org/drawingml/2006/main">
              <a:ext uri="{FF2B5EF4-FFF2-40B4-BE49-F238E27FC236}">
                <a16:creationId xmlns:a16="http://schemas.microsoft.com/office/drawing/2014/main" id="{873D989A-017D-4476-95D3-D206131784C0}"/>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Actuar</a:t>
            </a:r>
          </a:p>
        </p:txBody>
      </p:sp>
      <p:sp>
        <p:nvSpPr>
          <p:cNvPr id="19" name="text-r36yx2nc3ze">
            <a:extLst xmlns:a="http://schemas.openxmlformats.org/drawingml/2006/main">
              <a:ext uri="{FF2B5EF4-FFF2-40B4-BE49-F238E27FC236}">
                <a16:creationId xmlns:a16="http://schemas.microsoft.com/office/drawing/2014/main" id="{79327572-2E03-45BA-AD1C-1B1F17A50F01}"/>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Cambiar un sistema físico o digital y observar el resultado.</a:t>
            </a:r>
          </a:p>
        </p:txBody>
      </p:sp>
    </p:spTree>
    <p:extLst>
      <p:ext uri="{BB962C8B-B14F-4D97-AF65-F5344CB8AC3E}">
        <p14:creationId xmlns:p14="http://schemas.microsoft.com/office/powerpoint/2010/main" val="1566048533"/>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67C052F-F349-4F62-A40B-CC0B5F1FE7DE}"/>
              </a:ext>
            </a:extLst>
          </p:cNvPr>
          <p:cNvCxnSpPr>
            <a:stCxn xmlns:a="http://schemas.openxmlformats.org/drawingml/2006/main" id="18" idx="1"/>
            <a:endCxn xmlns:a="http://schemas.openxmlformats.org/drawingml/2006/main" id="19" idx="3"/>
          </p:cNvCxnSpPr>
          <p:nvPr/>
        </p:nvCxnSpPr>
        <p:spPr>
          <a:xfrm xmlns:a="http://schemas.openxmlformats.org/drawingml/2006/main" flipH="1">
            <a:off x="4962525" y="4957763"/>
            <a:ext cx="2276475" cy="0"/>
          </a:xfrm>
          <a:prstGeom xmlns:a="http://schemas.openxmlformats.org/drawingml/2006/main" prst="straightConnector1">
            <a:avLst/>
          </a:prstGeom>
          <a:ln xmlns:a="http://schemas.openxmlformats.org/drawingml/2006/main" w="28575">
            <a:solidFill>
              <a:srgbClr val="D64136"/>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E42FC422-2A79-4699-A0CD-2AB110DD3665}"/>
              </a:ext>
            </a:extLst>
          </p:cNvPr>
          <p:cNvCxnSpPr>
            <a:stCxn xmlns:a="http://schemas.openxmlformats.org/drawingml/2006/main" id="16" idx="3"/>
            <a:endCxn xmlns:a="http://schemas.openxmlformats.org/drawingml/2006/main" id="17" idx="1"/>
          </p:cNvCxnSpPr>
          <p:nvPr/>
        </p:nvCxnSpPr>
        <p:spPr>
          <a:xfrm xmlns:a="http://schemas.openxmlformats.org/drawingml/2006/main">
            <a:off x="4962525" y="3529013"/>
            <a:ext cx="2276475"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4" name="">
            <a:extLst xmlns:a="http://schemas.openxmlformats.org/drawingml/2006/main">
              <a:ext uri="{FF2B5EF4-FFF2-40B4-BE49-F238E27FC236}">
                <a16:creationId xmlns:a16="http://schemas.microsoft.com/office/drawing/2014/main" id="{F9251AB1-3420-44BF-91B4-C51AF7FB670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tkt6vk33px">
            <a:extLst xmlns:a="http://schemas.openxmlformats.org/drawingml/2006/main">
              <a:ext uri="{FF2B5EF4-FFF2-40B4-BE49-F238E27FC236}">
                <a16:creationId xmlns:a16="http://schemas.microsoft.com/office/drawing/2014/main" id="{6F0ABBE4-F7F5-4023-8B56-00C7B442F16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4wc9jq51b5w">
            <a:extLst xmlns:a="http://schemas.openxmlformats.org/drawingml/2006/main">
              <a:ext uri="{FF2B5EF4-FFF2-40B4-BE49-F238E27FC236}">
                <a16:creationId xmlns:a16="http://schemas.microsoft.com/office/drawing/2014/main" id="{B82395E5-DFFE-4563-9E32-04128979522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Agente y entorno forman un ciclo cerrado</a:t>
            </a:r>
          </a:p>
        </p:txBody>
      </p:sp>
      <p:sp>
        <p:nvSpPr>
          <p:cNvPr id="4" name="text-emsvrebckgu">
            <a:extLst xmlns:a="http://schemas.openxmlformats.org/drawingml/2006/main">
              <a:ext uri="{FF2B5EF4-FFF2-40B4-BE49-F238E27FC236}">
                <a16:creationId xmlns:a16="http://schemas.microsoft.com/office/drawing/2014/main" id="{1A199338-951E-4E8C-A851-9DB5B6154F8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Las acciones producen consecuencias que alimentan la siguiente decisión.</a:t>
            </a:r>
          </a:p>
        </p:txBody>
      </p:sp>
      <p:sp>
        <p:nvSpPr>
          <p:cNvPr id="5" name="">
            <a:extLst xmlns:a="http://schemas.openxmlformats.org/drawingml/2006/main">
              <a:ext uri="{FF2B5EF4-FFF2-40B4-BE49-F238E27FC236}">
                <a16:creationId xmlns:a16="http://schemas.microsoft.com/office/drawing/2014/main" id="{ADEF4199-E480-447F-BE3B-C022B3092D9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iul8vhewico">
            <a:extLst xmlns:a="http://schemas.openxmlformats.org/drawingml/2006/main">
              <a:ext uri="{FF2B5EF4-FFF2-40B4-BE49-F238E27FC236}">
                <a16:creationId xmlns:a16="http://schemas.microsoft.com/office/drawing/2014/main" id="{EED5E387-AC81-4B2E-8267-2FAF75B990E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2y1d70ewx8g">
            <a:extLst xmlns:a="http://schemas.openxmlformats.org/drawingml/2006/main">
              <a:ext uri="{FF2B5EF4-FFF2-40B4-BE49-F238E27FC236}">
                <a16:creationId xmlns:a16="http://schemas.microsoft.com/office/drawing/2014/main" id="{DACD66B3-0F5D-4911-A5FA-DE22C3F77275}"/>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0263999D-951B-443D-B5BF-639C8168BFDA}"/>
              </a:ext>
            </a:extLst>
          </p:cNvPr>
          <p:cNvSpPr>
            <a:spLocks xmlns:a="http://schemas.openxmlformats.org/drawingml/2006/main" noGrp="1"/>
          </p:cNvSpPr>
          <p:nvPr/>
        </p:nvSpPr>
        <p:spPr>
          <a:xfrm xmlns:a="http://schemas.openxmlformats.org/drawingml/2006/main">
            <a:off x="857250" y="3067050"/>
            <a:ext cx="4095750" cy="2333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B8C3DF-1E8D-484F-B847-5EBF370917F8}"/>
              </a:ext>
            </a:extLst>
          </p:cNvPr>
          <p:cNvSpPr>
            <a:spLocks xmlns:a="http://schemas.openxmlformats.org/drawingml/2006/main" noGrp="1"/>
          </p:cNvSpPr>
          <p:nvPr/>
        </p:nvSpPr>
        <p:spPr>
          <a:xfrm xmlns:a="http://schemas.openxmlformats.org/drawingml/2006/main">
            <a:off x="857250" y="3067050"/>
            <a:ext cx="38100" cy="2333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deb3kbkgi3t">
            <a:extLst xmlns:a="http://schemas.openxmlformats.org/drawingml/2006/main">
              <a:ext uri="{FF2B5EF4-FFF2-40B4-BE49-F238E27FC236}">
                <a16:creationId xmlns:a16="http://schemas.microsoft.com/office/drawing/2014/main" id="{B0731243-63EF-4985-AE3F-D003D0F27D6B}"/>
              </a:ext>
            </a:extLst>
          </p:cNvPr>
          <p:cNvSpPr>
            <a:spLocks xmlns:a="http://schemas.openxmlformats.org/drawingml/2006/main" noGrp="1"/>
          </p:cNvSpPr>
          <p:nvPr/>
        </p:nvSpPr>
        <p:spPr>
          <a:xfrm xmlns:a="http://schemas.openxmlformats.org/drawingml/2006/main">
            <a:off x="1066800" y="3238500"/>
            <a:ext cx="3676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AGENTE</a:t>
            </a:r>
          </a:p>
        </p:txBody>
      </p:sp>
      <p:sp>
        <p:nvSpPr>
          <p:cNvPr id="11" name="text-n9nalkcdowg">
            <a:extLst xmlns:a="http://schemas.openxmlformats.org/drawingml/2006/main">
              <a:ext uri="{FF2B5EF4-FFF2-40B4-BE49-F238E27FC236}">
                <a16:creationId xmlns:a16="http://schemas.microsoft.com/office/drawing/2014/main" id="{E20CB1F5-C03C-4067-9760-D164FA3C7DDC}"/>
              </a:ext>
            </a:extLst>
          </p:cNvPr>
          <p:cNvSpPr>
            <a:spLocks xmlns:a="http://schemas.openxmlformats.org/drawingml/2006/main" noGrp="1"/>
          </p:cNvSpPr>
          <p:nvPr/>
        </p:nvSpPr>
        <p:spPr>
          <a:xfrm xmlns:a="http://schemas.openxmlformats.org/drawingml/2006/main">
            <a:off x="1066800" y="3857625"/>
            <a:ext cx="36766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Objetivo, memoria y política de decisión.</a:t>
            </a:r>
          </a:p>
        </p:txBody>
      </p:sp>
      <p:sp>
        <p:nvSpPr>
          <p:cNvPr id="12" name="">
            <a:extLst xmlns:a="http://schemas.openxmlformats.org/drawingml/2006/main">
              <a:ext uri="{FF2B5EF4-FFF2-40B4-BE49-F238E27FC236}">
                <a16:creationId xmlns:a16="http://schemas.microsoft.com/office/drawing/2014/main" id="{7C5DD4AC-90FB-471C-A49F-EA16D8367481}"/>
              </a:ext>
            </a:extLst>
          </p:cNvPr>
          <p:cNvSpPr>
            <a:spLocks xmlns:a="http://schemas.openxmlformats.org/drawingml/2006/main" noGrp="1"/>
          </p:cNvSpPr>
          <p:nvPr/>
        </p:nvSpPr>
        <p:spPr>
          <a:xfrm xmlns:a="http://schemas.openxmlformats.org/drawingml/2006/main">
            <a:off x="7239000" y="3067050"/>
            <a:ext cx="4095750" cy="2333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7AA92A-2BF5-48AB-AE6B-BAABF1FE37B3}"/>
              </a:ext>
            </a:extLst>
          </p:cNvPr>
          <p:cNvSpPr>
            <a:spLocks xmlns:a="http://schemas.openxmlformats.org/drawingml/2006/main" noGrp="1"/>
          </p:cNvSpPr>
          <p:nvPr/>
        </p:nvSpPr>
        <p:spPr>
          <a:xfrm xmlns:a="http://schemas.openxmlformats.org/drawingml/2006/main">
            <a:off x="7239000" y="3067050"/>
            <a:ext cx="38100" cy="2333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4woetoy22qo">
            <a:extLst xmlns:a="http://schemas.openxmlformats.org/drawingml/2006/main">
              <a:ext uri="{FF2B5EF4-FFF2-40B4-BE49-F238E27FC236}">
                <a16:creationId xmlns:a16="http://schemas.microsoft.com/office/drawing/2014/main" id="{68A8F17B-6BC5-4676-A815-FE5AD25656EE}"/>
              </a:ext>
            </a:extLst>
          </p:cNvPr>
          <p:cNvSpPr>
            <a:spLocks xmlns:a="http://schemas.openxmlformats.org/drawingml/2006/main" noGrp="1"/>
          </p:cNvSpPr>
          <p:nvPr/>
        </p:nvSpPr>
        <p:spPr>
          <a:xfrm xmlns:a="http://schemas.openxmlformats.org/drawingml/2006/main">
            <a:off x="7448550" y="3238500"/>
            <a:ext cx="3676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ENTORNO</a:t>
            </a:r>
          </a:p>
        </p:txBody>
      </p:sp>
      <p:sp>
        <p:nvSpPr>
          <p:cNvPr id="15" name="text-9ixetk0yv2o">
            <a:extLst xmlns:a="http://schemas.openxmlformats.org/drawingml/2006/main">
              <a:ext uri="{FF2B5EF4-FFF2-40B4-BE49-F238E27FC236}">
                <a16:creationId xmlns:a16="http://schemas.microsoft.com/office/drawing/2014/main" id="{2D8F4A88-3131-4339-A1AB-7F91D785A254}"/>
              </a:ext>
            </a:extLst>
          </p:cNvPr>
          <p:cNvSpPr>
            <a:spLocks xmlns:a="http://schemas.openxmlformats.org/drawingml/2006/main" noGrp="1"/>
          </p:cNvSpPr>
          <p:nvPr/>
        </p:nvSpPr>
        <p:spPr>
          <a:xfrm xmlns:a="http://schemas.openxmlformats.org/drawingml/2006/main">
            <a:off x="7448550" y="3857625"/>
            <a:ext cx="36766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Usuarios, objetos, documentos y restricciones.</a:t>
            </a:r>
          </a:p>
        </p:txBody>
      </p:sp>
      <p:sp>
        <p:nvSpPr>
          <p:cNvPr id="16" name="">
            <a:extLst xmlns:a="http://schemas.openxmlformats.org/drawingml/2006/main">
              <a:ext uri="{FF2B5EF4-FFF2-40B4-BE49-F238E27FC236}">
                <a16:creationId xmlns:a16="http://schemas.microsoft.com/office/drawing/2014/main" id="{0D510886-D042-44CF-B137-22C35EF12273}"/>
              </a:ext>
            </a:extLst>
          </p:cNvPr>
          <p:cNvSpPr>
            <a:spLocks xmlns:a="http://schemas.openxmlformats.org/drawingml/2006/main" noGrp="1"/>
          </p:cNvSpPr>
          <p:nvPr/>
        </p:nvSpPr>
        <p:spPr>
          <a:xfrm xmlns:a="http://schemas.openxmlformats.org/drawingml/2006/main">
            <a:off x="4953000"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BE096C-9753-4F7A-8681-EA9BB6B04572}"/>
              </a:ext>
            </a:extLst>
          </p:cNvPr>
          <p:cNvSpPr>
            <a:spLocks xmlns:a="http://schemas.openxmlformats.org/drawingml/2006/main" noGrp="1"/>
          </p:cNvSpPr>
          <p:nvPr/>
        </p:nvSpPr>
        <p:spPr>
          <a:xfrm xmlns:a="http://schemas.openxmlformats.org/drawingml/2006/main">
            <a:off x="7239000"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159A98-2C23-48A4-9D83-33BF360671FD}"/>
              </a:ext>
            </a:extLst>
          </p:cNvPr>
          <p:cNvSpPr>
            <a:spLocks xmlns:a="http://schemas.openxmlformats.org/drawingml/2006/main" noGrp="1"/>
          </p:cNvSpPr>
          <p:nvPr/>
        </p:nvSpPr>
        <p:spPr>
          <a:xfrm xmlns:a="http://schemas.openxmlformats.org/drawingml/2006/main">
            <a:off x="7239000" y="4953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F023FA-E7BC-46A3-8C01-797739CD8E27}"/>
              </a:ext>
            </a:extLst>
          </p:cNvPr>
          <p:cNvSpPr>
            <a:spLocks xmlns:a="http://schemas.openxmlformats.org/drawingml/2006/main" noGrp="1"/>
          </p:cNvSpPr>
          <p:nvPr/>
        </p:nvSpPr>
        <p:spPr>
          <a:xfrm xmlns:a="http://schemas.openxmlformats.org/drawingml/2006/main">
            <a:off x="4953000" y="4953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text-qd6x14w1g8l">
            <a:extLst xmlns:a="http://schemas.openxmlformats.org/drawingml/2006/main">
              <a:ext uri="{FF2B5EF4-FFF2-40B4-BE49-F238E27FC236}">
                <a16:creationId xmlns:a16="http://schemas.microsoft.com/office/drawing/2014/main" id="{B8F136C3-A1E1-4F2A-9ACD-F28239E0D89D}"/>
              </a:ext>
            </a:extLst>
          </p:cNvPr>
          <p:cNvSpPr>
            <a:spLocks xmlns:a="http://schemas.openxmlformats.org/drawingml/2006/main" noGrp="1"/>
          </p:cNvSpPr>
          <p:nvPr/>
        </p:nvSpPr>
        <p:spPr>
          <a:xfrm xmlns:a="http://schemas.openxmlformats.org/drawingml/2006/main">
            <a:off x="5257800" y="30480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087D78"/>
                </a:solidFill>
                <a:latin typeface="DejaVu Sans"/>
                <a:ea typeface="DejaVu Sans"/>
                <a:cs typeface="DejaVu Sans"/>
              </a:defRPr>
            </a:defPPr>
            <a:lvl1pPr algn="ctr">
              <a:defRPr sz="1650" b="1">
                <a:solidFill>
                  <a:srgbClr val="087D78"/>
                </a:solidFill>
                <a:latin typeface="DejaVu Sans"/>
                <a:ea typeface="DejaVu Sans"/>
                <a:cs typeface="DejaVu Sans"/>
              </a:defRPr>
            </a:lvl1pPr>
            <a:lvl2pPr algn="ctr">
              <a:defRPr sz="1650" b="1">
                <a:solidFill>
                  <a:srgbClr val="087D78"/>
                </a:solidFill>
                <a:latin typeface="DejaVu Sans"/>
                <a:ea typeface="DejaVu Sans"/>
                <a:cs typeface="DejaVu Sans"/>
              </a:defRPr>
            </a:lvl2pPr>
            <a:lvl3pPr algn="ctr">
              <a:defRPr sz="1650" b="1">
                <a:solidFill>
                  <a:srgbClr val="087D78"/>
                </a:solidFill>
                <a:latin typeface="DejaVu Sans"/>
                <a:ea typeface="DejaVu Sans"/>
                <a:cs typeface="DejaVu Sans"/>
              </a:defRPr>
            </a:lvl3pPr>
            <a:lvl4pPr algn="ctr">
              <a:defRPr sz="1650" b="1">
                <a:solidFill>
                  <a:srgbClr val="087D78"/>
                </a:solidFill>
                <a:latin typeface="DejaVu Sans"/>
                <a:ea typeface="DejaVu Sans"/>
                <a:cs typeface="DejaVu Sans"/>
              </a:defRPr>
            </a:lvl4pPr>
            <a:lvl5pPr algn="ctr">
              <a:defRPr sz="1650" b="1">
                <a:solidFill>
                  <a:srgbClr val="087D78"/>
                </a:solidFill>
                <a:latin typeface="DejaVu Sans"/>
                <a:ea typeface="DejaVu Sans"/>
                <a:cs typeface="DejaVu Sans"/>
              </a:defRPr>
            </a:lvl5pPr>
            <a:lvl6pPr algn="ctr">
              <a:defRPr sz="1650" b="1">
                <a:solidFill>
                  <a:srgbClr val="087D78"/>
                </a:solidFill>
                <a:latin typeface="DejaVu Sans"/>
                <a:ea typeface="DejaVu Sans"/>
                <a:cs typeface="DejaVu Sans"/>
              </a:defRPr>
            </a:lvl6pPr>
            <a:lvl7pPr algn="ctr">
              <a:defRPr sz="1650" b="1">
                <a:solidFill>
                  <a:srgbClr val="087D78"/>
                </a:solidFill>
                <a:latin typeface="DejaVu Sans"/>
                <a:ea typeface="DejaVu Sans"/>
                <a:cs typeface="DejaVu Sans"/>
              </a:defRPr>
            </a:lvl7pPr>
            <a:lvl8pPr algn="ctr">
              <a:defRPr sz="1650" b="1">
                <a:solidFill>
                  <a:srgbClr val="087D78"/>
                </a:solidFill>
                <a:latin typeface="DejaVu Sans"/>
                <a:ea typeface="DejaVu Sans"/>
                <a:cs typeface="DejaVu Sans"/>
              </a:defRPr>
            </a:lvl8pPr>
            <a:lvl9pPr algn="ctr">
              <a:defRPr sz="1650" b="1">
                <a:solidFill>
                  <a:srgbClr val="087D78"/>
                </a:solidFill>
                <a:latin typeface="DejaVu Sans"/>
                <a:ea typeface="DejaVu Sans"/>
                <a:cs typeface="DejaVu Sans"/>
              </a:defRPr>
            </a:lvl9pPr>
          </a:lstStyle>
          <a:p xmlns:a="http://schemas.openxmlformats.org/drawingml/2006/main">
            <a:pPr algn="ctr">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Acción</a:t>
            </a:r>
          </a:p>
        </p:txBody>
      </p:sp>
      <p:sp>
        <p:nvSpPr>
          <p:cNvPr id="23" name="text-c3fl0red9pk">
            <a:extLst xmlns:a="http://schemas.openxmlformats.org/drawingml/2006/main">
              <a:ext uri="{FF2B5EF4-FFF2-40B4-BE49-F238E27FC236}">
                <a16:creationId xmlns:a16="http://schemas.microsoft.com/office/drawing/2014/main" id="{E11D1EF7-61EE-42F8-A2D2-EF7235020470}"/>
              </a:ext>
            </a:extLst>
          </p:cNvPr>
          <p:cNvSpPr>
            <a:spLocks xmlns:a="http://schemas.openxmlformats.org/drawingml/2006/main" noGrp="1"/>
          </p:cNvSpPr>
          <p:nvPr/>
        </p:nvSpPr>
        <p:spPr>
          <a:xfrm xmlns:a="http://schemas.openxmlformats.org/drawingml/2006/main">
            <a:off x="5162550" y="52197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D64136"/>
                </a:solidFill>
                <a:latin typeface="DejaVu Sans"/>
                <a:ea typeface="DejaVu Sans"/>
                <a:cs typeface="DejaVu Sans"/>
              </a:defRPr>
            </a:defPPr>
            <a:lvl1pPr algn="ctr">
              <a:defRPr sz="1650" b="1">
                <a:solidFill>
                  <a:srgbClr val="D64136"/>
                </a:solidFill>
                <a:latin typeface="DejaVu Sans"/>
                <a:ea typeface="DejaVu Sans"/>
                <a:cs typeface="DejaVu Sans"/>
              </a:defRPr>
            </a:lvl1pPr>
            <a:lvl2pPr algn="ctr">
              <a:defRPr sz="1650" b="1">
                <a:solidFill>
                  <a:srgbClr val="D64136"/>
                </a:solidFill>
                <a:latin typeface="DejaVu Sans"/>
                <a:ea typeface="DejaVu Sans"/>
                <a:cs typeface="DejaVu Sans"/>
              </a:defRPr>
            </a:lvl2pPr>
            <a:lvl3pPr algn="ctr">
              <a:defRPr sz="1650" b="1">
                <a:solidFill>
                  <a:srgbClr val="D64136"/>
                </a:solidFill>
                <a:latin typeface="DejaVu Sans"/>
                <a:ea typeface="DejaVu Sans"/>
                <a:cs typeface="DejaVu Sans"/>
              </a:defRPr>
            </a:lvl3pPr>
            <a:lvl4pPr algn="ctr">
              <a:defRPr sz="1650" b="1">
                <a:solidFill>
                  <a:srgbClr val="D64136"/>
                </a:solidFill>
                <a:latin typeface="DejaVu Sans"/>
                <a:ea typeface="DejaVu Sans"/>
                <a:cs typeface="DejaVu Sans"/>
              </a:defRPr>
            </a:lvl4pPr>
            <a:lvl5pPr algn="ctr">
              <a:defRPr sz="1650" b="1">
                <a:solidFill>
                  <a:srgbClr val="D64136"/>
                </a:solidFill>
                <a:latin typeface="DejaVu Sans"/>
                <a:ea typeface="DejaVu Sans"/>
                <a:cs typeface="DejaVu Sans"/>
              </a:defRPr>
            </a:lvl5pPr>
            <a:lvl6pPr algn="ctr">
              <a:defRPr sz="1650" b="1">
                <a:solidFill>
                  <a:srgbClr val="D64136"/>
                </a:solidFill>
                <a:latin typeface="DejaVu Sans"/>
                <a:ea typeface="DejaVu Sans"/>
                <a:cs typeface="DejaVu Sans"/>
              </a:defRPr>
            </a:lvl6pPr>
            <a:lvl7pPr algn="ctr">
              <a:defRPr sz="1650" b="1">
                <a:solidFill>
                  <a:srgbClr val="D64136"/>
                </a:solidFill>
                <a:latin typeface="DejaVu Sans"/>
                <a:ea typeface="DejaVu Sans"/>
                <a:cs typeface="DejaVu Sans"/>
              </a:defRPr>
            </a:lvl7pPr>
            <a:lvl8pPr algn="ctr">
              <a:defRPr sz="1650" b="1">
                <a:solidFill>
                  <a:srgbClr val="D64136"/>
                </a:solidFill>
                <a:latin typeface="DejaVu Sans"/>
                <a:ea typeface="DejaVu Sans"/>
                <a:cs typeface="DejaVu Sans"/>
              </a:defRPr>
            </a:lvl8pPr>
            <a:lvl9pPr algn="ctr">
              <a:defRPr sz="1650" b="1">
                <a:solidFill>
                  <a:srgbClr val="D64136"/>
                </a:solidFill>
                <a:latin typeface="DejaVu Sans"/>
                <a:ea typeface="DejaVu Sans"/>
                <a:cs typeface="DejaVu Sans"/>
              </a:defRPr>
            </a:lvl9pPr>
          </a:lstStyle>
          <a:p xmlns:a="http://schemas.openxmlformats.org/drawingml/2006/main">
            <a:pPr algn="ctr">
              <a:lnSpc>
                <a:spcPct val="112000"/>
              </a:lnSpc>
              <a:buNone/>
              <a:defRPr sz="1650" b="1">
                <a:solidFill>
                  <a:srgbClr val="D64136"/>
                </a:solidFill>
                <a:latin typeface="DejaVu Sans"/>
                <a:ea typeface="DejaVu Sans"/>
                <a:cs typeface="DejaVu Sans"/>
              </a:defRPr>
            </a:pPr>
            <a:r>
              <a:rPr sz="1650" b="1">
                <a:solidFill>
                  <a:srgbClr val="D64136"/>
                </a:solidFill>
                <a:latin typeface="DejaVu Sans"/>
                <a:ea typeface="DejaVu Sans"/>
                <a:cs typeface="DejaVu Sans"/>
              </a:rPr>
              <a:t>Observación</a:t>
            </a:r>
          </a:p>
        </p:txBody>
      </p:sp>
    </p:spTree>
    <p:extLst>
      <p:ext uri="{BB962C8B-B14F-4D97-AF65-F5344CB8AC3E}">
        <p14:creationId xmlns:p14="http://schemas.microsoft.com/office/powerpoint/2010/main" val="245324868"/>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9819106-F050-4866-82D9-9DFF37D6407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ajc54zo3gvs">
            <a:extLst xmlns:a="http://schemas.openxmlformats.org/drawingml/2006/main">
              <a:ext uri="{FF2B5EF4-FFF2-40B4-BE49-F238E27FC236}">
                <a16:creationId xmlns:a16="http://schemas.microsoft.com/office/drawing/2014/main" id="{9CDF8FE7-6918-4C4C-A0C8-44C7C26BC3F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a4rb1v612ow">
            <a:extLst xmlns:a="http://schemas.openxmlformats.org/drawingml/2006/main">
              <a:ext uri="{FF2B5EF4-FFF2-40B4-BE49-F238E27FC236}">
                <a16:creationId xmlns:a16="http://schemas.microsoft.com/office/drawing/2014/main" id="{97BDD25D-2DCF-4AF1-99C2-010DB49C1EA6}"/>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PEAS define la tarea antes de elegir la tecnología</a:t>
            </a:r>
          </a:p>
        </p:txBody>
      </p:sp>
      <p:sp>
        <p:nvSpPr>
          <p:cNvPr id="4" name="text-q2t4twmg81">
            <a:extLst xmlns:a="http://schemas.openxmlformats.org/drawingml/2006/main">
              <a:ext uri="{FF2B5EF4-FFF2-40B4-BE49-F238E27FC236}">
                <a16:creationId xmlns:a16="http://schemas.microsoft.com/office/drawing/2014/main" id="{E792083E-14F6-448D-B105-AA95D418D3C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Ejemplo: un robot que transporta cajas en un almacén.</a:t>
            </a:r>
          </a:p>
        </p:txBody>
      </p:sp>
      <p:sp>
        <p:nvSpPr>
          <p:cNvPr id="5" name="">
            <a:extLst xmlns:a="http://schemas.openxmlformats.org/drawingml/2006/main">
              <a:ext uri="{FF2B5EF4-FFF2-40B4-BE49-F238E27FC236}">
                <a16:creationId xmlns:a16="http://schemas.microsoft.com/office/drawing/2014/main" id="{9BF85E7C-FEFB-465A-8984-DE9BAE39A89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unpzrxgnmmp">
            <a:extLst xmlns:a="http://schemas.openxmlformats.org/drawingml/2006/main">
              <a:ext uri="{FF2B5EF4-FFF2-40B4-BE49-F238E27FC236}">
                <a16:creationId xmlns:a16="http://schemas.microsoft.com/office/drawing/2014/main" id="{9966DAB2-88C1-4D14-A5DD-F695767A660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lyjy6aqhh3s">
            <a:extLst xmlns:a="http://schemas.openxmlformats.org/drawingml/2006/main">
              <a:ext uri="{FF2B5EF4-FFF2-40B4-BE49-F238E27FC236}">
                <a16:creationId xmlns:a16="http://schemas.microsoft.com/office/drawing/2014/main" id="{BFAEC51C-E1D6-4E77-90B3-7EAF2B8CC5FD}"/>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04</a:t>
            </a:r>
          </a:p>
        </p:txBody>
      </p:sp>
      <p:sp>
        <p:nvSpPr>
          <p:cNvPr id="8" name="">
            <a:extLst xmlns:a="http://schemas.openxmlformats.org/drawingml/2006/main">
              <a:ext uri="{FF2B5EF4-FFF2-40B4-BE49-F238E27FC236}">
                <a16:creationId xmlns:a16="http://schemas.microsoft.com/office/drawing/2014/main" id="{96F25A3F-A9F8-40D7-B8AA-686E95DEA1C7}"/>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40C06E7-E2B1-4587-82DE-C904E19B1BF7}"/>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kw4i60texb">
            <a:extLst xmlns:a="http://schemas.openxmlformats.org/drawingml/2006/main">
              <a:ext uri="{FF2B5EF4-FFF2-40B4-BE49-F238E27FC236}">
                <a16:creationId xmlns:a16="http://schemas.microsoft.com/office/drawing/2014/main" id="{79F88CCE-4131-4C51-9B9B-702ED90C583C}"/>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Desempeño</a:t>
            </a:r>
          </a:p>
        </p:txBody>
      </p:sp>
      <p:sp>
        <p:nvSpPr>
          <p:cNvPr id="11" name="text-btuwrfke4qh">
            <a:extLst xmlns:a="http://schemas.openxmlformats.org/drawingml/2006/main">
              <a:ext uri="{FF2B5EF4-FFF2-40B4-BE49-F238E27FC236}">
                <a16:creationId xmlns:a16="http://schemas.microsoft.com/office/drawing/2014/main" id="{F5DA115D-4ECC-4030-89C6-F5D2186CB569}"/>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Cajas correctas, tiempo, energía e incidentes.</a:t>
            </a:r>
          </a:p>
        </p:txBody>
      </p:sp>
      <p:sp>
        <p:nvSpPr>
          <p:cNvPr id="12" name="">
            <a:extLst xmlns:a="http://schemas.openxmlformats.org/drawingml/2006/main">
              <a:ext uri="{FF2B5EF4-FFF2-40B4-BE49-F238E27FC236}">
                <a16:creationId xmlns:a16="http://schemas.microsoft.com/office/drawing/2014/main" id="{2C21BDBE-8F03-49BE-A026-CE478284C3F3}"/>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B45A75-F48C-46A1-A9E7-D21297B75F74}"/>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0u24oxo6fc5">
            <a:extLst xmlns:a="http://schemas.openxmlformats.org/drawingml/2006/main">
              <a:ext uri="{FF2B5EF4-FFF2-40B4-BE49-F238E27FC236}">
                <a16:creationId xmlns:a16="http://schemas.microsoft.com/office/drawing/2014/main" id="{E34794B9-EAE8-43BC-8FD2-72ABBBC2912A}"/>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Entorno</a:t>
            </a:r>
          </a:p>
        </p:txBody>
      </p:sp>
      <p:sp>
        <p:nvSpPr>
          <p:cNvPr id="15" name="text-bo8egwaezwo">
            <a:extLst xmlns:a="http://schemas.openxmlformats.org/drawingml/2006/main">
              <a:ext uri="{FF2B5EF4-FFF2-40B4-BE49-F238E27FC236}">
                <a16:creationId xmlns:a16="http://schemas.microsoft.com/office/drawing/2014/main" id="{5EC3A10B-CAFD-448C-89FE-71EC20136552}"/>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Pasillos, personas, estanterías y superficies.</a:t>
            </a:r>
          </a:p>
        </p:txBody>
      </p:sp>
      <p:sp>
        <p:nvSpPr>
          <p:cNvPr id="16" name="">
            <a:extLst xmlns:a="http://schemas.openxmlformats.org/drawingml/2006/main">
              <a:ext uri="{FF2B5EF4-FFF2-40B4-BE49-F238E27FC236}">
                <a16:creationId xmlns:a16="http://schemas.microsoft.com/office/drawing/2014/main" id="{29C521D0-8127-4E92-9740-C4FC02AFF05D}"/>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9C9BA3A-049B-4643-BF67-78A68BAF4531}"/>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vbt522jmb2">
            <a:extLst xmlns:a="http://schemas.openxmlformats.org/drawingml/2006/main">
              <a:ext uri="{FF2B5EF4-FFF2-40B4-BE49-F238E27FC236}">
                <a16:creationId xmlns:a16="http://schemas.microsoft.com/office/drawing/2014/main" id="{3D43BD24-24B8-4866-B0B2-EFF3D0E3B895}"/>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Actuadores</a:t>
            </a:r>
          </a:p>
        </p:txBody>
      </p:sp>
      <p:sp>
        <p:nvSpPr>
          <p:cNvPr id="19" name="text-659ykr2d70s">
            <a:extLst xmlns:a="http://schemas.openxmlformats.org/drawingml/2006/main">
              <a:ext uri="{FF2B5EF4-FFF2-40B4-BE49-F238E27FC236}">
                <a16:creationId xmlns:a16="http://schemas.microsoft.com/office/drawing/2014/main" id="{A42FB7D4-D900-4DE3-9D0C-63E55FBBEEFB}"/>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Ruedas, brazo, pinza y avisos al operador.</a:t>
            </a:r>
          </a:p>
        </p:txBody>
      </p:sp>
      <p:sp>
        <p:nvSpPr>
          <p:cNvPr id="20" name="">
            <a:extLst xmlns:a="http://schemas.openxmlformats.org/drawingml/2006/main">
              <a:ext uri="{FF2B5EF4-FFF2-40B4-BE49-F238E27FC236}">
                <a16:creationId xmlns:a16="http://schemas.microsoft.com/office/drawing/2014/main" id="{D45C576D-C965-46BD-BCD7-CA5818AE37B5}"/>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FDDEC0-84F0-4971-9B9A-4AD8F46E323A}"/>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887wcrseqwr">
            <a:extLst xmlns:a="http://schemas.openxmlformats.org/drawingml/2006/main">
              <a:ext uri="{FF2B5EF4-FFF2-40B4-BE49-F238E27FC236}">
                <a16:creationId xmlns:a16="http://schemas.microsoft.com/office/drawing/2014/main" id="{A922370F-AD96-49DC-BA57-A1EAB4F67086}"/>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Sensores</a:t>
            </a:r>
          </a:p>
        </p:txBody>
      </p:sp>
      <p:sp>
        <p:nvSpPr>
          <p:cNvPr id="23" name="text-0tinria87ftq">
            <a:extLst xmlns:a="http://schemas.openxmlformats.org/drawingml/2006/main">
              <a:ext uri="{FF2B5EF4-FFF2-40B4-BE49-F238E27FC236}">
                <a16:creationId xmlns:a16="http://schemas.microsoft.com/office/drawing/2014/main" id="{96038614-6CD3-43CD-8B74-B7037E89C8AA}"/>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Cámaras, distancia, fuerza y estado de batería.</a:t>
            </a:r>
          </a:p>
        </p:txBody>
      </p:sp>
    </p:spTree>
    <p:extLst>
      <p:ext uri="{BB962C8B-B14F-4D97-AF65-F5344CB8AC3E}">
        <p14:creationId xmlns:p14="http://schemas.microsoft.com/office/powerpoint/2010/main" val="773928624"/>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0422676-DC85-44A0-808A-515C7A7956A5}"/>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xql786jhms">
            <a:extLst xmlns:a="http://schemas.openxmlformats.org/drawingml/2006/main">
              <a:ext uri="{FF2B5EF4-FFF2-40B4-BE49-F238E27FC236}">
                <a16:creationId xmlns:a16="http://schemas.microsoft.com/office/drawing/2014/main" id="{C427B9DF-16C5-43C7-A161-DF3B2D36B4F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q4ha1mh76b">
            <a:extLst xmlns:a="http://schemas.openxmlformats.org/drawingml/2006/main">
              <a:ext uri="{FF2B5EF4-FFF2-40B4-BE49-F238E27FC236}">
                <a16:creationId xmlns:a16="http://schemas.microsoft.com/office/drawing/2014/main" id="{4BF04030-AF28-445D-B294-A5EC5EEEFB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política convierte información disponible en acción</a:t>
            </a:r>
          </a:p>
        </p:txBody>
      </p:sp>
      <p:sp>
        <p:nvSpPr>
          <p:cNvPr id="4" name="text-yz9og1ahfs">
            <a:extLst xmlns:a="http://schemas.openxmlformats.org/drawingml/2006/main">
              <a:ext uri="{FF2B5EF4-FFF2-40B4-BE49-F238E27FC236}">
                <a16:creationId xmlns:a16="http://schemas.microsoft.com/office/drawing/2014/main" id="{CD8969C9-1C8A-4671-8B8A-0DA917EFE9C4}"/>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aₜ = π(oₜ, hₜ) es una representación simplificada.</a:t>
            </a:r>
          </a:p>
        </p:txBody>
      </p:sp>
      <p:sp>
        <p:nvSpPr>
          <p:cNvPr id="5" name="">
            <a:extLst xmlns:a="http://schemas.openxmlformats.org/drawingml/2006/main">
              <a:ext uri="{FF2B5EF4-FFF2-40B4-BE49-F238E27FC236}">
                <a16:creationId xmlns:a16="http://schemas.microsoft.com/office/drawing/2014/main" id="{D6DC93C4-3DD9-4C29-BBA3-496D400E51F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5ie59ydydba">
            <a:extLst xmlns:a="http://schemas.openxmlformats.org/drawingml/2006/main">
              <a:ext uri="{FF2B5EF4-FFF2-40B4-BE49-F238E27FC236}">
                <a16:creationId xmlns:a16="http://schemas.microsoft.com/office/drawing/2014/main" id="{9CF686EB-0805-4847-85C9-A02C440CC08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Russell &amp; Norvig</a:t>
            </a:r>
          </a:p>
        </p:txBody>
      </p:sp>
      <p:sp>
        <p:nvSpPr>
          <p:cNvPr id="7" name="text-ivautofcc2">
            <a:extLst xmlns:a="http://schemas.openxmlformats.org/drawingml/2006/main">
              <a:ext uri="{FF2B5EF4-FFF2-40B4-BE49-F238E27FC236}">
                <a16:creationId xmlns:a16="http://schemas.microsoft.com/office/drawing/2014/main" id="{5DF4BC25-C3C1-4676-9814-7DB41C29204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05</a:t>
            </a:r>
          </a:p>
        </p:txBody>
      </p:sp>
      <p:sp>
        <p:nvSpPr>
          <p:cNvPr id="8" name="text-4zt24q72mqi">
            <a:extLst xmlns:a="http://schemas.openxmlformats.org/drawingml/2006/main">
              <a:ext uri="{FF2B5EF4-FFF2-40B4-BE49-F238E27FC236}">
                <a16:creationId xmlns:a16="http://schemas.microsoft.com/office/drawing/2014/main" id="{618AA2C5-4252-4D02-9D7C-B220266FF587}"/>
              </a:ext>
            </a:extLst>
          </p:cNvPr>
          <p:cNvSpPr>
            <a:spLocks xmlns:a="http://schemas.openxmlformats.org/drawingml/2006/main" noGrp="1"/>
          </p:cNvSpPr>
          <p:nvPr/>
        </p:nvSpPr>
        <p:spPr>
          <a:xfrm xmlns:a="http://schemas.openxmlformats.org/drawingml/2006/main">
            <a:off x="609600" y="2619375"/>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62D6C9"/>
                </a:solidFill>
                <a:latin typeface="DejaVu Sans"/>
                <a:ea typeface="DejaVu Sans"/>
                <a:cs typeface="DejaVu Sans"/>
              </a:defRPr>
            </a:defPPr>
            <a:lvl1pPr algn="l">
              <a:defRPr sz="3300" b="1">
                <a:solidFill>
                  <a:srgbClr val="62D6C9"/>
                </a:solidFill>
                <a:latin typeface="DejaVu Sans"/>
                <a:ea typeface="DejaVu Sans"/>
                <a:cs typeface="DejaVu Sans"/>
              </a:defRPr>
            </a:lvl1pPr>
            <a:lvl2pPr algn="l">
              <a:defRPr sz="3300" b="1">
                <a:solidFill>
                  <a:srgbClr val="62D6C9"/>
                </a:solidFill>
                <a:latin typeface="DejaVu Sans"/>
                <a:ea typeface="DejaVu Sans"/>
                <a:cs typeface="DejaVu Sans"/>
              </a:defRPr>
            </a:lvl2pPr>
            <a:lvl3pPr algn="l">
              <a:defRPr sz="3300" b="1">
                <a:solidFill>
                  <a:srgbClr val="62D6C9"/>
                </a:solidFill>
                <a:latin typeface="DejaVu Sans"/>
                <a:ea typeface="DejaVu Sans"/>
                <a:cs typeface="DejaVu Sans"/>
              </a:defRPr>
            </a:lvl3pPr>
            <a:lvl4pPr algn="l">
              <a:defRPr sz="3300" b="1">
                <a:solidFill>
                  <a:srgbClr val="62D6C9"/>
                </a:solidFill>
                <a:latin typeface="DejaVu Sans"/>
                <a:ea typeface="DejaVu Sans"/>
                <a:cs typeface="DejaVu Sans"/>
              </a:defRPr>
            </a:lvl4pPr>
            <a:lvl5pPr algn="l">
              <a:defRPr sz="3300" b="1">
                <a:solidFill>
                  <a:srgbClr val="62D6C9"/>
                </a:solidFill>
                <a:latin typeface="DejaVu Sans"/>
                <a:ea typeface="DejaVu Sans"/>
                <a:cs typeface="DejaVu Sans"/>
              </a:defRPr>
            </a:lvl5pPr>
            <a:lvl6pPr algn="l">
              <a:defRPr sz="3300" b="1">
                <a:solidFill>
                  <a:srgbClr val="62D6C9"/>
                </a:solidFill>
                <a:latin typeface="DejaVu Sans"/>
                <a:ea typeface="DejaVu Sans"/>
                <a:cs typeface="DejaVu Sans"/>
              </a:defRPr>
            </a:lvl6pPr>
            <a:lvl7pPr algn="l">
              <a:defRPr sz="3300" b="1">
                <a:solidFill>
                  <a:srgbClr val="62D6C9"/>
                </a:solidFill>
                <a:latin typeface="DejaVu Sans"/>
                <a:ea typeface="DejaVu Sans"/>
                <a:cs typeface="DejaVu Sans"/>
              </a:defRPr>
            </a:lvl7pPr>
            <a:lvl8pPr algn="l">
              <a:defRPr sz="3300" b="1">
                <a:solidFill>
                  <a:srgbClr val="62D6C9"/>
                </a:solidFill>
                <a:latin typeface="DejaVu Sans"/>
                <a:ea typeface="DejaVu Sans"/>
                <a:cs typeface="DejaVu Sans"/>
              </a:defRPr>
            </a:lvl8pPr>
            <a:lvl9pPr algn="l">
              <a:defRPr sz="3300" b="1">
                <a:solidFill>
                  <a:srgbClr val="62D6C9"/>
                </a:solidFill>
                <a:latin typeface="DejaVu Sans"/>
                <a:ea typeface="DejaVu Sans"/>
                <a:cs typeface="DejaVu Sans"/>
              </a:defRPr>
            </a:lvl9pPr>
          </a:lstStyle>
          <a:p xmlns:a="http://schemas.openxmlformats.org/drawingml/2006/main">
            <a:pPr algn="l">
              <a:lnSpc>
                <a:spcPct val="112000"/>
              </a:lnSpc>
              <a:buNone/>
              <a:defRPr sz="3300" b="1">
                <a:solidFill>
                  <a:srgbClr val="62D6C9"/>
                </a:solidFill>
                <a:latin typeface="DejaVu Sans"/>
                <a:ea typeface="DejaVu Sans"/>
                <a:cs typeface="DejaVu Sans"/>
              </a:defRPr>
            </a:pPr>
            <a:r>
              <a:rPr sz="3300" b="1">
                <a:solidFill>
                  <a:srgbClr val="62D6C9"/>
                </a:solidFill>
                <a:latin typeface="DejaVu Sans"/>
                <a:ea typeface="DejaVu Sans"/>
                <a:cs typeface="DejaVu Sans"/>
              </a:rPr>
              <a:t>aₜ = π(oₜ, hₜ)</a:t>
            </a:r>
          </a:p>
        </p:txBody>
      </p:sp>
      <p:sp>
        <p:nvSpPr>
          <p:cNvPr id="9" name="">
            <a:extLst xmlns:a="http://schemas.openxmlformats.org/drawingml/2006/main">
              <a:ext uri="{FF2B5EF4-FFF2-40B4-BE49-F238E27FC236}">
                <a16:creationId xmlns:a16="http://schemas.microsoft.com/office/drawing/2014/main" id="{141A4B91-B882-4F79-8A77-11B47031BCC1}"/>
              </a:ext>
            </a:extLst>
          </p:cNvPr>
          <p:cNvSpPr>
            <a:spLocks xmlns:a="http://schemas.openxmlformats.org/drawingml/2006/main" noGrp="1"/>
          </p:cNvSpPr>
          <p:nvPr/>
        </p:nvSpPr>
        <p:spPr>
          <a:xfrm xmlns:a="http://schemas.openxmlformats.org/drawingml/2006/main">
            <a:off x="609600"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C710BF-026C-471B-A437-8F8FDABC141E}"/>
              </a:ext>
            </a:extLst>
          </p:cNvPr>
          <p:cNvSpPr>
            <a:spLocks xmlns:a="http://schemas.openxmlformats.org/drawingml/2006/main" noGrp="1"/>
          </p:cNvSpPr>
          <p:nvPr/>
        </p:nvSpPr>
        <p:spPr>
          <a:xfrm xmlns:a="http://schemas.openxmlformats.org/drawingml/2006/main">
            <a:off x="609600" y="3810000"/>
            <a:ext cx="38100" cy="2047875"/>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1" name="text-dqpxhzuekol">
            <a:extLst xmlns:a="http://schemas.openxmlformats.org/drawingml/2006/main">
              <a:ext uri="{FF2B5EF4-FFF2-40B4-BE49-F238E27FC236}">
                <a16:creationId xmlns:a16="http://schemas.microsoft.com/office/drawing/2014/main" id="{FC4617EE-CB9C-4B81-AAF8-41FA7EA83FE7}"/>
              </a:ext>
            </a:extLst>
          </p:cNvPr>
          <p:cNvSpPr>
            <a:spLocks xmlns:a="http://schemas.openxmlformats.org/drawingml/2006/main" noGrp="1"/>
          </p:cNvSpPr>
          <p:nvPr/>
        </p:nvSpPr>
        <p:spPr>
          <a:xfrm xmlns:a="http://schemas.openxmlformats.org/drawingml/2006/main">
            <a:off x="819150"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oₜ · observación</a:t>
            </a:r>
          </a:p>
        </p:txBody>
      </p:sp>
      <p:sp>
        <p:nvSpPr>
          <p:cNvPr id="12" name="text-09d8qv7tiiia">
            <a:extLst xmlns:a="http://schemas.openxmlformats.org/drawingml/2006/main">
              <a:ext uri="{FF2B5EF4-FFF2-40B4-BE49-F238E27FC236}">
                <a16:creationId xmlns:a16="http://schemas.microsoft.com/office/drawing/2014/main" id="{6A4C4143-34F0-4A4B-AC69-285AC6E4314D}"/>
              </a:ext>
            </a:extLst>
          </p:cNvPr>
          <p:cNvSpPr>
            <a:spLocks xmlns:a="http://schemas.openxmlformats.org/drawingml/2006/main" noGrp="1"/>
          </p:cNvSpPr>
          <p:nvPr/>
        </p:nvSpPr>
        <p:spPr>
          <a:xfrm xmlns:a="http://schemas.openxmlformats.org/drawingml/2006/main">
            <a:off x="819150"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Lo que el agente puede medir ahora.</a:t>
            </a:r>
          </a:p>
        </p:txBody>
      </p:sp>
      <p:sp>
        <p:nvSpPr>
          <p:cNvPr id="13" name="">
            <a:extLst xmlns:a="http://schemas.openxmlformats.org/drawingml/2006/main">
              <a:ext uri="{FF2B5EF4-FFF2-40B4-BE49-F238E27FC236}">
                <a16:creationId xmlns:a16="http://schemas.microsoft.com/office/drawing/2014/main" id="{D5DEC960-4FBD-467D-A617-3A2AF4A41A90}"/>
              </a:ext>
            </a:extLst>
          </p:cNvPr>
          <p:cNvSpPr>
            <a:spLocks xmlns:a="http://schemas.openxmlformats.org/drawingml/2006/main" noGrp="1"/>
          </p:cNvSpPr>
          <p:nvPr/>
        </p:nvSpPr>
        <p:spPr>
          <a:xfrm xmlns:a="http://schemas.openxmlformats.org/drawingml/2006/main">
            <a:off x="3414713"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332F0E-5F96-457D-866A-BA39EEF698CE}"/>
              </a:ext>
            </a:extLst>
          </p:cNvPr>
          <p:cNvSpPr>
            <a:spLocks xmlns:a="http://schemas.openxmlformats.org/drawingml/2006/main" noGrp="1"/>
          </p:cNvSpPr>
          <p:nvPr/>
        </p:nvSpPr>
        <p:spPr>
          <a:xfrm xmlns:a="http://schemas.openxmlformats.org/drawingml/2006/main">
            <a:off x="3414713" y="3810000"/>
            <a:ext cx="38100" cy="204787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5" name="text-ik9yf0qlo2e">
            <a:extLst xmlns:a="http://schemas.openxmlformats.org/drawingml/2006/main">
              <a:ext uri="{FF2B5EF4-FFF2-40B4-BE49-F238E27FC236}">
                <a16:creationId xmlns:a16="http://schemas.microsoft.com/office/drawing/2014/main" id="{46730791-705E-4A44-A4BE-7FEFFB04AA7D}"/>
              </a:ext>
            </a:extLst>
          </p:cNvPr>
          <p:cNvSpPr>
            <a:spLocks xmlns:a="http://schemas.openxmlformats.org/drawingml/2006/main" noGrp="1"/>
          </p:cNvSpPr>
          <p:nvPr/>
        </p:nvSpPr>
        <p:spPr>
          <a:xfrm xmlns:a="http://schemas.openxmlformats.org/drawingml/2006/main">
            <a:off x="3624263"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hₜ · historia</a:t>
            </a:r>
          </a:p>
        </p:txBody>
      </p:sp>
      <p:sp>
        <p:nvSpPr>
          <p:cNvPr id="16" name="text-k1i8ut93ykb">
            <a:extLst xmlns:a="http://schemas.openxmlformats.org/drawingml/2006/main">
              <a:ext uri="{FF2B5EF4-FFF2-40B4-BE49-F238E27FC236}">
                <a16:creationId xmlns:a16="http://schemas.microsoft.com/office/drawing/2014/main" id="{2B537BB0-2043-414B-83BA-A18B908123E3}"/>
              </a:ext>
            </a:extLst>
          </p:cNvPr>
          <p:cNvSpPr>
            <a:spLocks xmlns:a="http://schemas.openxmlformats.org/drawingml/2006/main" noGrp="1"/>
          </p:cNvSpPr>
          <p:nvPr/>
        </p:nvSpPr>
        <p:spPr>
          <a:xfrm xmlns:a="http://schemas.openxmlformats.org/drawingml/2006/main">
            <a:off x="3624263"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Estado interno o resumen de observaciones previas.</a:t>
            </a:r>
          </a:p>
        </p:txBody>
      </p:sp>
      <p:sp>
        <p:nvSpPr>
          <p:cNvPr id="17" name="">
            <a:extLst xmlns:a="http://schemas.openxmlformats.org/drawingml/2006/main">
              <a:ext uri="{FF2B5EF4-FFF2-40B4-BE49-F238E27FC236}">
                <a16:creationId xmlns:a16="http://schemas.microsoft.com/office/drawing/2014/main" id="{179BD199-B3FE-431B-9A4C-5141DAC16CC2}"/>
              </a:ext>
            </a:extLst>
          </p:cNvPr>
          <p:cNvSpPr>
            <a:spLocks xmlns:a="http://schemas.openxmlformats.org/drawingml/2006/main" noGrp="1"/>
          </p:cNvSpPr>
          <p:nvPr/>
        </p:nvSpPr>
        <p:spPr>
          <a:xfrm xmlns:a="http://schemas.openxmlformats.org/drawingml/2006/main">
            <a:off x="6219825"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B610B05-B125-4DF8-803A-748E1D951F5B}"/>
              </a:ext>
            </a:extLst>
          </p:cNvPr>
          <p:cNvSpPr>
            <a:spLocks xmlns:a="http://schemas.openxmlformats.org/drawingml/2006/main" noGrp="1"/>
          </p:cNvSpPr>
          <p:nvPr/>
        </p:nvSpPr>
        <p:spPr>
          <a:xfrm xmlns:a="http://schemas.openxmlformats.org/drawingml/2006/main">
            <a:off x="6219825" y="3810000"/>
            <a:ext cx="38100" cy="204787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9" name="text-h8k46c0fwui">
            <a:extLst xmlns:a="http://schemas.openxmlformats.org/drawingml/2006/main">
              <a:ext uri="{FF2B5EF4-FFF2-40B4-BE49-F238E27FC236}">
                <a16:creationId xmlns:a16="http://schemas.microsoft.com/office/drawing/2014/main" id="{8ED53976-3582-4911-BED8-59B804655DFA}"/>
              </a:ext>
            </a:extLst>
          </p:cNvPr>
          <p:cNvSpPr>
            <a:spLocks xmlns:a="http://schemas.openxmlformats.org/drawingml/2006/main" noGrp="1"/>
          </p:cNvSpPr>
          <p:nvPr/>
        </p:nvSpPr>
        <p:spPr>
          <a:xfrm xmlns:a="http://schemas.openxmlformats.org/drawingml/2006/main">
            <a:off x="6429375"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π · política</a:t>
            </a:r>
          </a:p>
        </p:txBody>
      </p:sp>
      <p:sp>
        <p:nvSpPr>
          <p:cNvPr id="20" name="text-uv4z7wdorbr">
            <a:extLst xmlns:a="http://schemas.openxmlformats.org/drawingml/2006/main">
              <a:ext uri="{FF2B5EF4-FFF2-40B4-BE49-F238E27FC236}">
                <a16:creationId xmlns:a16="http://schemas.microsoft.com/office/drawing/2014/main" id="{A66B42D0-D136-465E-81FB-7D500652894E}"/>
              </a:ext>
            </a:extLst>
          </p:cNvPr>
          <p:cNvSpPr>
            <a:spLocks xmlns:a="http://schemas.openxmlformats.org/drawingml/2006/main" noGrp="1"/>
          </p:cNvSpPr>
          <p:nvPr/>
        </p:nvSpPr>
        <p:spPr>
          <a:xfrm xmlns:a="http://schemas.openxmlformats.org/drawingml/2006/main">
            <a:off x="6429375"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Regla que elige una acción admisible.</a:t>
            </a:r>
          </a:p>
        </p:txBody>
      </p:sp>
      <p:sp>
        <p:nvSpPr>
          <p:cNvPr id="21" name="">
            <a:extLst xmlns:a="http://schemas.openxmlformats.org/drawingml/2006/main">
              <a:ext uri="{FF2B5EF4-FFF2-40B4-BE49-F238E27FC236}">
                <a16:creationId xmlns:a16="http://schemas.microsoft.com/office/drawing/2014/main" id="{33B6A67E-E801-4C02-BA6E-0D0254CCC4E2}"/>
              </a:ext>
            </a:extLst>
          </p:cNvPr>
          <p:cNvSpPr>
            <a:spLocks xmlns:a="http://schemas.openxmlformats.org/drawingml/2006/main" noGrp="1"/>
          </p:cNvSpPr>
          <p:nvPr/>
        </p:nvSpPr>
        <p:spPr>
          <a:xfrm xmlns:a="http://schemas.openxmlformats.org/drawingml/2006/main">
            <a:off x="9024938" y="3810000"/>
            <a:ext cx="2557463" cy="204787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2C543C6-6F23-4766-BF58-150C787AB21B}"/>
              </a:ext>
            </a:extLst>
          </p:cNvPr>
          <p:cNvSpPr>
            <a:spLocks xmlns:a="http://schemas.openxmlformats.org/drawingml/2006/main" noGrp="1"/>
          </p:cNvSpPr>
          <p:nvPr/>
        </p:nvSpPr>
        <p:spPr>
          <a:xfrm xmlns:a="http://schemas.openxmlformats.org/drawingml/2006/main">
            <a:off x="9024938" y="3810000"/>
            <a:ext cx="38100" cy="2047875"/>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3" name="text-xrdpf523xbd">
            <a:extLst xmlns:a="http://schemas.openxmlformats.org/drawingml/2006/main">
              <a:ext uri="{FF2B5EF4-FFF2-40B4-BE49-F238E27FC236}">
                <a16:creationId xmlns:a16="http://schemas.microsoft.com/office/drawing/2014/main" id="{2394146D-6915-4EFE-82A8-3062303CA2D5}"/>
              </a:ext>
            </a:extLst>
          </p:cNvPr>
          <p:cNvSpPr>
            <a:spLocks xmlns:a="http://schemas.openxmlformats.org/drawingml/2006/main" noGrp="1"/>
          </p:cNvSpPr>
          <p:nvPr/>
        </p:nvSpPr>
        <p:spPr>
          <a:xfrm xmlns:a="http://schemas.openxmlformats.org/drawingml/2006/main">
            <a:off x="9234488" y="3981450"/>
            <a:ext cx="2138363"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aₜ · acción</a:t>
            </a:r>
          </a:p>
        </p:txBody>
      </p:sp>
      <p:sp>
        <p:nvSpPr>
          <p:cNvPr id="24" name="text-0mme3qte11hm">
            <a:extLst xmlns:a="http://schemas.openxmlformats.org/drawingml/2006/main">
              <a:ext uri="{FF2B5EF4-FFF2-40B4-BE49-F238E27FC236}">
                <a16:creationId xmlns:a16="http://schemas.microsoft.com/office/drawing/2014/main" id="{2D8E9E0F-A75E-4297-AE7B-E83BACB80028}"/>
              </a:ext>
            </a:extLst>
          </p:cNvPr>
          <p:cNvSpPr>
            <a:spLocks xmlns:a="http://schemas.openxmlformats.org/drawingml/2006/main" noGrp="1"/>
          </p:cNvSpPr>
          <p:nvPr/>
        </p:nvSpPr>
        <p:spPr>
          <a:xfrm xmlns:a="http://schemas.openxmlformats.org/drawingml/2006/main">
            <a:off x="9234488" y="4600575"/>
            <a:ext cx="2138363"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La decisión ejecutable en este paso.</a:t>
            </a:r>
          </a:p>
        </p:txBody>
      </p:sp>
    </p:spTree>
    <p:extLst>
      <p:ext uri="{BB962C8B-B14F-4D97-AF65-F5344CB8AC3E}">
        <p14:creationId xmlns:p14="http://schemas.microsoft.com/office/powerpoint/2010/main" val="1729650160"/>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275E02-3E71-4DE3-A4CF-821FC3CA713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x0jg0hkodbn">
            <a:extLst xmlns:a="http://schemas.openxmlformats.org/drawingml/2006/main">
              <a:ext uri="{FF2B5EF4-FFF2-40B4-BE49-F238E27FC236}">
                <a16:creationId xmlns:a16="http://schemas.microsoft.com/office/drawing/2014/main" id="{488C2130-3D7D-4EDC-8CFC-6E2AB085BE5F}"/>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x0gnwn5h26h">
            <a:extLst xmlns:a="http://schemas.openxmlformats.org/drawingml/2006/main">
              <a:ext uri="{FF2B5EF4-FFF2-40B4-BE49-F238E27FC236}">
                <a16:creationId xmlns:a16="http://schemas.microsoft.com/office/drawing/2014/main" id="{9971436D-2409-4A61-8490-B5B894D9CAF8}"/>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Cuatro arquitecturas resuelven problemas diferentes</a:t>
            </a:r>
          </a:p>
        </p:txBody>
      </p:sp>
      <p:sp>
        <p:nvSpPr>
          <p:cNvPr id="4" name="text-i49rh3b1ye">
            <a:extLst xmlns:a="http://schemas.openxmlformats.org/drawingml/2006/main">
              <a:ext uri="{FF2B5EF4-FFF2-40B4-BE49-F238E27FC236}">
                <a16:creationId xmlns:a16="http://schemas.microsoft.com/office/drawing/2014/main" id="{6984AA6B-3BB0-456D-B739-344605A42D9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Son distinciones funcionales que pueden combinarse.</a:t>
            </a:r>
          </a:p>
        </p:txBody>
      </p:sp>
      <p:sp>
        <p:nvSpPr>
          <p:cNvPr id="5" name="">
            <a:extLst xmlns:a="http://schemas.openxmlformats.org/drawingml/2006/main">
              <a:ext uri="{FF2B5EF4-FFF2-40B4-BE49-F238E27FC236}">
                <a16:creationId xmlns:a16="http://schemas.microsoft.com/office/drawing/2014/main" id="{0EFDBEFE-C868-4397-8215-011A6B29617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4druihpsz0m">
            <a:extLst xmlns:a="http://schemas.openxmlformats.org/drawingml/2006/main">
              <a:ext uri="{FF2B5EF4-FFF2-40B4-BE49-F238E27FC236}">
                <a16:creationId xmlns:a16="http://schemas.microsoft.com/office/drawing/2014/main" id="{5740FB81-BAFA-4DFE-9B09-6D847EC5680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Russell &amp; Norvig</a:t>
            </a:r>
          </a:p>
        </p:txBody>
      </p:sp>
      <p:sp>
        <p:nvSpPr>
          <p:cNvPr id="7" name="text-2rm2x0tm7jw">
            <a:extLst xmlns:a="http://schemas.openxmlformats.org/drawingml/2006/main">
              <a:ext uri="{FF2B5EF4-FFF2-40B4-BE49-F238E27FC236}">
                <a16:creationId xmlns:a16="http://schemas.microsoft.com/office/drawing/2014/main" id="{C499F465-B2B9-4158-9796-FE754ECA066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6E5417D9-2FE4-48C6-892E-9E00346ACADD}"/>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405425-E769-46C7-B576-ACE9D8C219AE}"/>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5r6n2qc87hc">
            <a:extLst xmlns:a="http://schemas.openxmlformats.org/drawingml/2006/main">
              <a:ext uri="{FF2B5EF4-FFF2-40B4-BE49-F238E27FC236}">
                <a16:creationId xmlns:a16="http://schemas.microsoft.com/office/drawing/2014/main" id="{AEA82633-2E62-4F4B-89A2-3548B60C0702}"/>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Reactivo</a:t>
            </a:r>
          </a:p>
        </p:txBody>
      </p:sp>
      <p:sp>
        <p:nvSpPr>
          <p:cNvPr id="11" name="text-w45urq0awzg">
            <a:extLst xmlns:a="http://schemas.openxmlformats.org/drawingml/2006/main">
              <a:ext uri="{FF2B5EF4-FFF2-40B4-BE49-F238E27FC236}">
                <a16:creationId xmlns:a16="http://schemas.microsoft.com/office/drawing/2014/main" id="{8493F1D5-C849-4557-829F-CA1A2EA80BAE}"/>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Responde a señales mediante reglas. Ejemplo: termostato.</a:t>
            </a:r>
          </a:p>
        </p:txBody>
      </p:sp>
      <p:sp>
        <p:nvSpPr>
          <p:cNvPr id="12" name="">
            <a:extLst xmlns:a="http://schemas.openxmlformats.org/drawingml/2006/main">
              <a:ext uri="{FF2B5EF4-FFF2-40B4-BE49-F238E27FC236}">
                <a16:creationId xmlns:a16="http://schemas.microsoft.com/office/drawing/2014/main" id="{46E783E6-9B41-4650-BF4D-F91AD9B3F357}"/>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A1903B-B1AA-4881-B4BC-69D44C1EFFBD}"/>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47t4v8f11p4">
            <a:extLst xmlns:a="http://schemas.openxmlformats.org/drawingml/2006/main">
              <a:ext uri="{FF2B5EF4-FFF2-40B4-BE49-F238E27FC236}">
                <a16:creationId xmlns:a16="http://schemas.microsoft.com/office/drawing/2014/main" id="{9C4E5AD7-3644-4AE2-819F-EEDE4C2F3FB9}"/>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 modelo interno</a:t>
            </a:r>
          </a:p>
        </p:txBody>
      </p:sp>
      <p:sp>
        <p:nvSpPr>
          <p:cNvPr id="15" name="text-9hm9hz7lrt">
            <a:extLst xmlns:a="http://schemas.openxmlformats.org/drawingml/2006/main">
              <a:ext uri="{FF2B5EF4-FFF2-40B4-BE49-F238E27FC236}">
                <a16:creationId xmlns:a16="http://schemas.microsoft.com/office/drawing/2014/main" id="{E47EB459-5E22-42F7-B0C5-924F9FA744BF}"/>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Estima partes del mundo que no observa directamente.</a:t>
            </a:r>
          </a:p>
        </p:txBody>
      </p:sp>
      <p:sp>
        <p:nvSpPr>
          <p:cNvPr id="16" name="">
            <a:extLst xmlns:a="http://schemas.openxmlformats.org/drawingml/2006/main">
              <a:ext uri="{FF2B5EF4-FFF2-40B4-BE49-F238E27FC236}">
                <a16:creationId xmlns:a16="http://schemas.microsoft.com/office/drawing/2014/main" id="{7F65E7FB-AFA2-48D6-8A19-F73F458C8AC2}"/>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D27BB88-A0B3-44FB-8756-250F1124570E}"/>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371ktht22bv">
            <a:extLst xmlns:a="http://schemas.openxmlformats.org/drawingml/2006/main">
              <a:ext uri="{FF2B5EF4-FFF2-40B4-BE49-F238E27FC236}">
                <a16:creationId xmlns:a16="http://schemas.microsoft.com/office/drawing/2014/main" id="{49F7EF28-FB1B-4BE9-BFC4-2676CB2044D4}"/>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Orientado a objetivos</a:t>
            </a:r>
          </a:p>
        </p:txBody>
      </p:sp>
      <p:sp>
        <p:nvSpPr>
          <p:cNvPr id="19" name="text-ti7sz4fffjo">
            <a:extLst xmlns:a="http://schemas.openxmlformats.org/drawingml/2006/main">
              <a:ext uri="{FF2B5EF4-FFF2-40B4-BE49-F238E27FC236}">
                <a16:creationId xmlns:a16="http://schemas.microsoft.com/office/drawing/2014/main" id="{DC7A8FE6-C912-4478-8F32-D42EF132669B}"/>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Busca secuencias de acciones que alcancen una meta.</a:t>
            </a:r>
          </a:p>
        </p:txBody>
      </p:sp>
      <p:sp>
        <p:nvSpPr>
          <p:cNvPr id="20" name="">
            <a:extLst xmlns:a="http://schemas.openxmlformats.org/drawingml/2006/main">
              <a:ext uri="{FF2B5EF4-FFF2-40B4-BE49-F238E27FC236}">
                <a16:creationId xmlns:a16="http://schemas.microsoft.com/office/drawing/2014/main" id="{F2FC82B6-F3B4-4C57-8FF4-651A19EB27DA}"/>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6AF565-847A-4BEB-8F24-10547500C19F}"/>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b7zw8o2bnp">
            <a:extLst xmlns:a="http://schemas.openxmlformats.org/drawingml/2006/main">
              <a:ext uri="{FF2B5EF4-FFF2-40B4-BE49-F238E27FC236}">
                <a16:creationId xmlns:a16="http://schemas.microsoft.com/office/drawing/2014/main" id="{28D3E211-ECC8-46AE-A0A1-288A81A722F2}"/>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Basado en utilidad</a:t>
            </a:r>
          </a:p>
        </p:txBody>
      </p:sp>
      <p:sp>
        <p:nvSpPr>
          <p:cNvPr id="23" name="text-opr70pjus4">
            <a:extLst xmlns:a="http://schemas.openxmlformats.org/drawingml/2006/main">
              <a:ext uri="{FF2B5EF4-FFF2-40B4-BE49-F238E27FC236}">
                <a16:creationId xmlns:a16="http://schemas.microsoft.com/office/drawing/2014/main" id="{7E36535A-6773-4FFF-B075-55E5A469F4D3}"/>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Compara resultados por valor, costo y riesgo.</a:t>
            </a:r>
          </a:p>
        </p:txBody>
      </p:sp>
    </p:spTree>
    <p:extLst>
      <p:ext uri="{BB962C8B-B14F-4D97-AF65-F5344CB8AC3E}">
        <p14:creationId xmlns:p14="http://schemas.microsoft.com/office/powerpoint/2010/main" val="1297273966"/>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E15CF5-10B4-41A6-95AB-FD83E220E35E}"/>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uokz43q5oc">
            <a:extLst xmlns:a="http://schemas.openxmlformats.org/drawingml/2006/main">
              <a:ext uri="{FF2B5EF4-FFF2-40B4-BE49-F238E27FC236}">
                <a16:creationId xmlns:a16="http://schemas.microsoft.com/office/drawing/2014/main" id="{676C91DF-9870-4227-8560-FBDAD929975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473ou5k6csk">
            <a:extLst xmlns:a="http://schemas.openxmlformats.org/drawingml/2006/main">
              <a:ext uri="{FF2B5EF4-FFF2-40B4-BE49-F238E27FC236}">
                <a16:creationId xmlns:a16="http://schemas.microsoft.com/office/drawing/2014/main" id="{1E91F855-2EAB-4A8A-8F69-7C3C2C9EFF2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Aprender puede cambiar la política o el modelo</a:t>
            </a:r>
          </a:p>
        </p:txBody>
      </p:sp>
      <p:sp>
        <p:nvSpPr>
          <p:cNvPr id="4" name="text-3s6zcdi9ej3">
            <a:extLst xmlns:a="http://schemas.openxmlformats.org/drawingml/2006/main">
              <a:ext uri="{FF2B5EF4-FFF2-40B4-BE49-F238E27FC236}">
                <a16:creationId xmlns:a16="http://schemas.microsoft.com/office/drawing/2014/main" id="{4CD9BA22-B512-48F5-B892-152AD4B9433C}"/>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Recibir feedback y aprender de él son procesos distintos.</a:t>
            </a:r>
          </a:p>
        </p:txBody>
      </p:sp>
      <p:sp>
        <p:nvSpPr>
          <p:cNvPr id="5" name="">
            <a:extLst xmlns:a="http://schemas.openxmlformats.org/drawingml/2006/main">
              <a:ext uri="{FF2B5EF4-FFF2-40B4-BE49-F238E27FC236}">
                <a16:creationId xmlns:a16="http://schemas.microsoft.com/office/drawing/2014/main" id="{7B80ACB1-7223-4616-A344-9920938F45F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5m8lue4awp">
            <a:extLst xmlns:a="http://schemas.openxmlformats.org/drawingml/2006/main">
              <a:ext uri="{FF2B5EF4-FFF2-40B4-BE49-F238E27FC236}">
                <a16:creationId xmlns:a16="http://schemas.microsoft.com/office/drawing/2014/main" id="{EE541AB8-30D5-4769-B962-A303F379904E}"/>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Sutton &amp; Barto</a:t>
            </a:r>
          </a:p>
        </p:txBody>
      </p:sp>
      <p:sp>
        <p:nvSpPr>
          <p:cNvPr id="7" name="text-jnnic7va11q">
            <a:extLst xmlns:a="http://schemas.openxmlformats.org/drawingml/2006/main">
              <a:ext uri="{FF2B5EF4-FFF2-40B4-BE49-F238E27FC236}">
                <a16:creationId xmlns:a16="http://schemas.microsoft.com/office/drawing/2014/main" id="{14F42183-0974-43F2-984E-BB14D87C7BEE}"/>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07</a:t>
            </a:r>
          </a:p>
        </p:txBody>
      </p:sp>
      <p:sp>
        <p:nvSpPr>
          <p:cNvPr id="8" name="">
            <a:extLst xmlns:a="http://schemas.openxmlformats.org/drawingml/2006/main">
              <a:ext uri="{FF2B5EF4-FFF2-40B4-BE49-F238E27FC236}">
                <a16:creationId xmlns:a16="http://schemas.microsoft.com/office/drawing/2014/main" id="{EF4DDB07-3349-4668-934A-5A1596F2272E}"/>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58C82E2-3C99-44A2-A16A-B2C77BC4865B}"/>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ryk2ealgv4j">
            <a:extLst xmlns:a="http://schemas.openxmlformats.org/drawingml/2006/main">
              <a:ext uri="{FF2B5EF4-FFF2-40B4-BE49-F238E27FC236}">
                <a16:creationId xmlns:a16="http://schemas.microsoft.com/office/drawing/2014/main" id="{F050EC99-FB22-4523-822D-02C827EF11C4}"/>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Supervisado</a:t>
            </a:r>
          </a:p>
        </p:txBody>
      </p:sp>
      <p:sp>
        <p:nvSpPr>
          <p:cNvPr id="11" name="text-rjd00fvjdas">
            <a:extLst xmlns:a="http://schemas.openxmlformats.org/drawingml/2006/main">
              <a:ext uri="{FF2B5EF4-FFF2-40B4-BE49-F238E27FC236}">
                <a16:creationId xmlns:a16="http://schemas.microsoft.com/office/drawing/2014/main" id="{33EC3EE4-0363-48FC-B245-503A067636DD}"/>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Ejemplos etiquetados: relacionar entradas con salidas.</a:t>
            </a:r>
          </a:p>
        </p:txBody>
      </p:sp>
      <p:sp>
        <p:nvSpPr>
          <p:cNvPr id="12" name="">
            <a:extLst xmlns:a="http://schemas.openxmlformats.org/drawingml/2006/main">
              <a:ext uri="{FF2B5EF4-FFF2-40B4-BE49-F238E27FC236}">
                <a16:creationId xmlns:a16="http://schemas.microsoft.com/office/drawing/2014/main" id="{FEA2E479-986E-4764-ACC1-96D2E8AEF3B9}"/>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A0E40A-256B-4612-9CDC-AC35A0F4922A}"/>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l6rl2lwzfp8">
            <a:extLst xmlns:a="http://schemas.openxmlformats.org/drawingml/2006/main">
              <a:ext uri="{FF2B5EF4-FFF2-40B4-BE49-F238E27FC236}">
                <a16:creationId xmlns:a16="http://schemas.microsoft.com/office/drawing/2014/main" id="{88E799C0-9E51-4FEF-89BD-B3405666D1BB}"/>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Imitación</a:t>
            </a:r>
          </a:p>
        </p:txBody>
      </p:sp>
      <p:sp>
        <p:nvSpPr>
          <p:cNvPr id="15" name="text-m5seia2n0c">
            <a:extLst xmlns:a="http://schemas.openxmlformats.org/drawingml/2006/main">
              <a:ext uri="{FF2B5EF4-FFF2-40B4-BE49-F238E27FC236}">
                <a16:creationId xmlns:a16="http://schemas.microsoft.com/office/drawing/2014/main" id="{2D6C0B05-5F40-4101-998D-6CF7DBB976B2}"/>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Demostraciones: aprender acciones de un operador.</a:t>
            </a:r>
          </a:p>
        </p:txBody>
      </p:sp>
      <p:sp>
        <p:nvSpPr>
          <p:cNvPr id="16" name="">
            <a:extLst xmlns:a="http://schemas.openxmlformats.org/drawingml/2006/main">
              <a:ext uri="{FF2B5EF4-FFF2-40B4-BE49-F238E27FC236}">
                <a16:creationId xmlns:a16="http://schemas.microsoft.com/office/drawing/2014/main" id="{BE97DCD4-B604-48E3-AC2C-D39D4DF4A382}"/>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25EBA0-4721-4D32-A02F-6671C625F5C7}"/>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vph9wzvr2ma">
            <a:extLst xmlns:a="http://schemas.openxmlformats.org/drawingml/2006/main">
              <a:ext uri="{FF2B5EF4-FFF2-40B4-BE49-F238E27FC236}">
                <a16:creationId xmlns:a16="http://schemas.microsoft.com/office/drawing/2014/main" id="{EAE75703-3598-4679-B87C-1C1BED28FDEC}"/>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Refuerzo</a:t>
            </a:r>
          </a:p>
        </p:txBody>
      </p:sp>
      <p:sp>
        <p:nvSpPr>
          <p:cNvPr id="19" name="text-80yqn5chw9">
            <a:extLst xmlns:a="http://schemas.openxmlformats.org/drawingml/2006/main">
              <a:ext uri="{FF2B5EF4-FFF2-40B4-BE49-F238E27FC236}">
                <a16:creationId xmlns:a16="http://schemas.microsoft.com/office/drawing/2014/main" id="{C9D46748-19AC-4CE7-BBD8-DFB78CAA499A}"/>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Interacción y recompensa: mejorar decisiones acumuladas.</a:t>
            </a:r>
          </a:p>
        </p:txBody>
      </p:sp>
    </p:spTree>
    <p:extLst>
      <p:ext uri="{BB962C8B-B14F-4D97-AF65-F5344CB8AC3E}">
        <p14:creationId xmlns:p14="http://schemas.microsoft.com/office/powerpoint/2010/main" val="1309283195"/>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E6EB2B-F0F2-4BB2-ACAB-FAEDD05E6328}"/>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02yp57rfb97v">
            <a:extLst xmlns:a="http://schemas.openxmlformats.org/drawingml/2006/main">
              <a:ext uri="{FF2B5EF4-FFF2-40B4-BE49-F238E27FC236}">
                <a16:creationId xmlns:a16="http://schemas.microsoft.com/office/drawing/2014/main" id="{82234B02-7065-4E36-A128-646855F33A28}"/>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qkvbedwmfs">
            <a:extLst xmlns:a="http://schemas.openxmlformats.org/drawingml/2006/main">
              <a:ext uri="{FF2B5EF4-FFF2-40B4-BE49-F238E27FC236}">
                <a16:creationId xmlns:a16="http://schemas.microsoft.com/office/drawing/2014/main" id="{3B55E894-C0BA-4D45-ACCD-A58E35BAA33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 workflow fija pasos; un agente elige parte del recorrido</a:t>
            </a:r>
          </a:p>
        </p:txBody>
      </p:sp>
      <p:sp>
        <p:nvSpPr>
          <p:cNvPr id="4" name="text-33bg8xwyi2s">
            <a:extLst xmlns:a="http://schemas.openxmlformats.org/drawingml/2006/main">
              <a:ext uri="{FF2B5EF4-FFF2-40B4-BE49-F238E27FC236}">
                <a16:creationId xmlns:a16="http://schemas.microsoft.com/office/drawing/2014/main" id="{7445A25E-D684-4174-B6AF-8F1CF6B51D9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La autonomía debe responder a la variabilidad de la tarea.</a:t>
            </a:r>
          </a:p>
        </p:txBody>
      </p:sp>
      <p:sp>
        <p:nvSpPr>
          <p:cNvPr id="5" name="">
            <a:extLst xmlns:a="http://schemas.openxmlformats.org/drawingml/2006/main">
              <a:ext uri="{FF2B5EF4-FFF2-40B4-BE49-F238E27FC236}">
                <a16:creationId xmlns:a16="http://schemas.microsoft.com/office/drawing/2014/main" id="{C658BF3A-F53D-4AD8-9AB7-AB8DF10696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gwo9ogglbqa">
            <a:extLst xmlns:a="http://schemas.openxmlformats.org/drawingml/2006/main">
              <a:ext uri="{FF2B5EF4-FFF2-40B4-BE49-F238E27FC236}">
                <a16:creationId xmlns:a16="http://schemas.microsoft.com/office/drawing/2014/main" id="{AC50E036-F251-4942-813A-CE58F84E8C5F}"/>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konf9xuc5n">
            <a:extLst xmlns:a="http://schemas.openxmlformats.org/drawingml/2006/main">
              <a:ext uri="{FF2B5EF4-FFF2-40B4-BE49-F238E27FC236}">
                <a16:creationId xmlns:a16="http://schemas.microsoft.com/office/drawing/2014/main" id="{FFF09777-8578-47E6-95DA-F6A29E16D6F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08</a:t>
            </a:r>
          </a:p>
        </p:txBody>
      </p:sp>
      <p:sp>
        <p:nvSpPr>
          <p:cNvPr id="8" name="">
            <a:extLst xmlns:a="http://schemas.openxmlformats.org/drawingml/2006/main">
              <a:ext uri="{FF2B5EF4-FFF2-40B4-BE49-F238E27FC236}">
                <a16:creationId xmlns:a16="http://schemas.microsoft.com/office/drawing/2014/main" id="{FF3415E5-6687-407A-8C97-6FAC631BDE24}"/>
              </a:ext>
            </a:extLst>
          </p:cNvPr>
          <p:cNvSpPr>
            <a:spLocks xmlns:a="http://schemas.openxmlformats.org/drawingml/2006/main" noGrp="1"/>
          </p:cNvSpPr>
          <p:nvPr/>
        </p:nvSpPr>
        <p:spPr>
          <a:xfrm xmlns:a="http://schemas.openxmlformats.org/drawingml/2006/main">
            <a:off x="60960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E9981A-4648-4EED-A9FE-AEBFCA98D040}"/>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bpnlafc3hf7">
            <a:extLst xmlns:a="http://schemas.openxmlformats.org/drawingml/2006/main">
              <a:ext uri="{FF2B5EF4-FFF2-40B4-BE49-F238E27FC236}">
                <a16:creationId xmlns:a16="http://schemas.microsoft.com/office/drawing/2014/main" id="{D4AFC482-46B5-4102-8F6D-84E1443D09EF}"/>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Workflow</a:t>
            </a:r>
          </a:p>
        </p:txBody>
      </p:sp>
      <p:sp>
        <p:nvSpPr>
          <p:cNvPr id="11" name="text-dfkfdacx2wc">
            <a:extLst xmlns:a="http://schemas.openxmlformats.org/drawingml/2006/main">
              <a:ext uri="{FF2B5EF4-FFF2-40B4-BE49-F238E27FC236}">
                <a16:creationId xmlns:a16="http://schemas.microsoft.com/office/drawing/2014/main" id="{61363437-5B85-4864-B56A-18F4B0FEB453}"/>
              </a:ext>
            </a:extLst>
          </p:cNvPr>
          <p:cNvSpPr>
            <a:spLocks xmlns:a="http://schemas.openxmlformats.org/drawingml/2006/main" noGrp="1"/>
          </p:cNvSpPr>
          <p:nvPr/>
        </p:nvSpPr>
        <p:spPr>
          <a:xfrm xmlns:a="http://schemas.openxmlformats.org/drawingml/2006/main">
            <a:off x="81915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Pasos definidos: recibir factura, validar campos, registrar.</a:t>
            </a:r>
          </a:p>
        </p:txBody>
      </p:sp>
      <p:sp>
        <p:nvSpPr>
          <p:cNvPr id="12" name="">
            <a:extLst xmlns:a="http://schemas.openxmlformats.org/drawingml/2006/main">
              <a:ext uri="{FF2B5EF4-FFF2-40B4-BE49-F238E27FC236}">
                <a16:creationId xmlns:a16="http://schemas.microsoft.com/office/drawing/2014/main" id="{5AC74168-0CB8-4383-8FE8-E93FB02758B6}"/>
              </a:ext>
            </a:extLst>
          </p:cNvPr>
          <p:cNvSpPr>
            <a:spLocks xmlns:a="http://schemas.openxmlformats.org/drawingml/2006/main" noGrp="1"/>
          </p:cNvSpPr>
          <p:nvPr/>
        </p:nvSpPr>
        <p:spPr>
          <a:xfrm xmlns:a="http://schemas.openxmlformats.org/drawingml/2006/main">
            <a:off x="622935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46AC6FD-B82B-44ED-BD25-8E90A63B5B20}"/>
              </a:ext>
            </a:extLst>
          </p:cNvPr>
          <p:cNvSpPr>
            <a:spLocks xmlns:a="http://schemas.openxmlformats.org/drawingml/2006/main" noGrp="1"/>
          </p:cNvSpPr>
          <p:nvPr/>
        </p:nvSpPr>
        <p:spPr>
          <a:xfrm xmlns:a="http://schemas.openxmlformats.org/drawingml/2006/main">
            <a:off x="622935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pdce06we2ss">
            <a:extLst xmlns:a="http://schemas.openxmlformats.org/drawingml/2006/main">
              <a:ext uri="{FF2B5EF4-FFF2-40B4-BE49-F238E27FC236}">
                <a16:creationId xmlns:a16="http://schemas.microsoft.com/office/drawing/2014/main" id="{94D9807A-79A7-4AC9-904B-EC4A94A4AC3D}"/>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Agente LLM</a:t>
            </a:r>
          </a:p>
        </p:txBody>
      </p:sp>
      <p:sp>
        <p:nvSpPr>
          <p:cNvPr id="15" name="text-qx4hv2yzxvf">
            <a:extLst xmlns:a="http://schemas.openxmlformats.org/drawingml/2006/main">
              <a:ext uri="{FF2B5EF4-FFF2-40B4-BE49-F238E27FC236}">
                <a16:creationId xmlns:a16="http://schemas.microsoft.com/office/drawing/2014/main" id="{3D6A72DB-5137-4C31-88D0-64CA2E75641B}"/>
              </a:ext>
            </a:extLst>
          </p:cNvPr>
          <p:cNvSpPr>
            <a:spLocks xmlns:a="http://schemas.openxmlformats.org/drawingml/2006/main" noGrp="1"/>
          </p:cNvSpPr>
          <p:nvPr/>
        </p:nvSpPr>
        <p:spPr>
          <a:xfrm xmlns:a="http://schemas.openxmlformats.org/drawingml/2006/main">
            <a:off x="643890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Decide qué consultar y cuándo reintentar dentro de límites.</a:t>
            </a:r>
          </a:p>
        </p:txBody>
      </p:sp>
    </p:spTree>
    <p:extLst>
      <p:ext uri="{BB962C8B-B14F-4D97-AF65-F5344CB8AC3E}">
        <p14:creationId xmlns:p14="http://schemas.microsoft.com/office/powerpoint/2010/main" val="348562161"/>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E0F8143D-CFF4-44F4-B92E-D243C508E328}"/>
              </a:ext>
            </a:extLst>
          </p:cNvPr>
          <p:cNvCxnSpPr>
            <a:stCxn xmlns:a="http://schemas.openxmlformats.org/drawingml/2006/main" id="20" idx="0"/>
            <a:endCxn xmlns:a="http://schemas.openxmlformats.org/drawingml/2006/main" id="8" idx="2"/>
          </p:cNvCxnSpPr>
          <p:nvPr/>
        </p:nvCxnSpPr>
        <p:spPr>
          <a:xfrm xmlns:a="http://schemas.openxmlformats.org/drawingml/2006/main" flipV="1">
            <a:off x="322897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0EB3158B-DBC8-4B10-8FA7-BF7D7E347D3B}"/>
              </a:ext>
            </a:extLst>
          </p:cNvPr>
          <p:cNvCxnSpPr>
            <a:stCxn xmlns:a="http://schemas.openxmlformats.org/drawingml/2006/main" id="16" idx="1"/>
            <a:endCxn xmlns:a="http://schemas.openxmlformats.org/drawingml/2006/main" id="20" idx="3"/>
          </p:cNvCxnSpPr>
          <p:nvPr/>
        </p:nvCxnSpPr>
        <p:spPr>
          <a:xfrm xmlns:a="http://schemas.openxmlformats.org/drawingml/2006/main" flipH="1">
            <a:off x="5372100" y="5219700"/>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DCC3A1AD-2693-46D4-8BF3-344D27DAA1CC}"/>
              </a:ext>
            </a:extLst>
          </p:cNvPr>
          <p:cNvCxnSpPr>
            <a:stCxn xmlns:a="http://schemas.openxmlformats.org/drawingml/2006/main" id="12" idx="2"/>
            <a:endCxn xmlns:a="http://schemas.openxmlformats.org/drawingml/2006/main" id="16" idx="0"/>
          </p:cNvCxnSpPr>
          <p:nvPr/>
        </p:nvCxnSpPr>
        <p:spPr>
          <a:xfrm xmlns:a="http://schemas.openxmlformats.org/drawingml/2006/main">
            <a:off x="8963025" y="4000500"/>
            <a:ext cx="0" cy="504825"/>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5B6D4FD4-8C70-46D1-AC15-9827FCFF4FEF}"/>
              </a:ext>
            </a:extLst>
          </p:cNvPr>
          <p:cNvCxnSpPr>
            <a:stCxn xmlns:a="http://schemas.openxmlformats.org/drawingml/2006/main" id="8" idx="3"/>
            <a:endCxn xmlns:a="http://schemas.openxmlformats.org/drawingml/2006/main" id="12" idx="1"/>
          </p:cNvCxnSpPr>
          <p:nvPr/>
        </p:nvCxnSpPr>
        <p:spPr>
          <a:xfrm xmlns:a="http://schemas.openxmlformats.org/drawingml/2006/main">
            <a:off x="5372100" y="3286125"/>
            <a:ext cx="1447800" cy="0"/>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DBD129DB-BD48-475D-BFD6-555869EB0CC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wq740n2ciz">
            <a:extLst xmlns:a="http://schemas.openxmlformats.org/drawingml/2006/main">
              <a:ext uri="{FF2B5EF4-FFF2-40B4-BE49-F238E27FC236}">
                <a16:creationId xmlns:a16="http://schemas.microsoft.com/office/drawing/2014/main" id="{2548AB05-975C-4620-A8A5-6C03359C45F9}"/>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cp6i2d4209w">
            <a:extLst xmlns:a="http://schemas.openxmlformats.org/drawingml/2006/main">
              <a:ext uri="{FF2B5EF4-FFF2-40B4-BE49-F238E27FC236}">
                <a16:creationId xmlns:a16="http://schemas.microsoft.com/office/drawing/2014/main" id="{CDB8D8BB-279A-4A24-B018-E48D27FF220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ciclo LLM vuelve a observar después de cada acción</a:t>
            </a:r>
          </a:p>
        </p:txBody>
      </p:sp>
      <p:sp>
        <p:nvSpPr>
          <p:cNvPr id="4" name="text-w2unchlfs5m">
            <a:extLst xmlns:a="http://schemas.openxmlformats.org/drawingml/2006/main">
              <a:ext uri="{FF2B5EF4-FFF2-40B4-BE49-F238E27FC236}">
                <a16:creationId xmlns:a16="http://schemas.microsoft.com/office/drawing/2014/main" id="{0209D0D6-A7E9-464C-A006-3440AF8CAD8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El criterio de parada y el presupuesto forman parte de la arquitectura.</a:t>
            </a:r>
          </a:p>
        </p:txBody>
      </p:sp>
      <p:sp>
        <p:nvSpPr>
          <p:cNvPr id="5" name="">
            <a:extLst xmlns:a="http://schemas.openxmlformats.org/drawingml/2006/main">
              <a:ext uri="{FF2B5EF4-FFF2-40B4-BE49-F238E27FC236}">
                <a16:creationId xmlns:a16="http://schemas.microsoft.com/office/drawing/2014/main" id="{BB928387-B6BC-40D2-A183-94BF6624805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ok2uaoaeuw9">
            <a:extLst xmlns:a="http://schemas.openxmlformats.org/drawingml/2006/main">
              <a:ext uri="{FF2B5EF4-FFF2-40B4-BE49-F238E27FC236}">
                <a16:creationId xmlns:a16="http://schemas.microsoft.com/office/drawing/2014/main" id="{140C9039-FBF1-4F41-9841-081BFB88C810}"/>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Qwen</a:t>
            </a:r>
          </a:p>
        </p:txBody>
      </p:sp>
      <p:sp>
        <p:nvSpPr>
          <p:cNvPr id="7" name="text-zn10zdr5k">
            <a:extLst xmlns:a="http://schemas.openxmlformats.org/drawingml/2006/main">
              <a:ext uri="{FF2B5EF4-FFF2-40B4-BE49-F238E27FC236}">
                <a16:creationId xmlns:a16="http://schemas.microsoft.com/office/drawing/2014/main" id="{D6752341-21FD-4691-95FE-7A6B0C91A8FA}"/>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09</a:t>
            </a:r>
          </a:p>
        </p:txBody>
      </p:sp>
      <p:sp>
        <p:nvSpPr>
          <p:cNvPr id="8" name="">
            <a:extLst xmlns:a="http://schemas.openxmlformats.org/drawingml/2006/main">
              <a:ext uri="{FF2B5EF4-FFF2-40B4-BE49-F238E27FC236}">
                <a16:creationId xmlns:a16="http://schemas.microsoft.com/office/drawing/2014/main" id="{A009B266-3A8D-44CE-BFD2-F47842A5D7A6}"/>
              </a:ext>
            </a:extLst>
          </p:cNvPr>
          <p:cNvSpPr>
            <a:spLocks xmlns:a="http://schemas.openxmlformats.org/drawingml/2006/main" noGrp="1"/>
          </p:cNvSpPr>
          <p:nvPr/>
        </p:nvSpPr>
        <p:spPr>
          <a:xfrm xmlns:a="http://schemas.openxmlformats.org/drawingml/2006/main">
            <a:off x="108585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223095-75CF-4313-987C-E0BC627B7CE9}"/>
              </a:ext>
            </a:extLst>
          </p:cNvPr>
          <p:cNvSpPr>
            <a:spLocks xmlns:a="http://schemas.openxmlformats.org/drawingml/2006/main" noGrp="1"/>
          </p:cNvSpPr>
          <p:nvPr/>
        </p:nvSpPr>
        <p:spPr>
          <a:xfrm xmlns:a="http://schemas.openxmlformats.org/drawingml/2006/main">
            <a:off x="1085850" y="2571750"/>
            <a:ext cx="38100" cy="14287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md0ho60efme">
            <a:extLst xmlns:a="http://schemas.openxmlformats.org/drawingml/2006/main">
              <a:ext uri="{FF2B5EF4-FFF2-40B4-BE49-F238E27FC236}">
                <a16:creationId xmlns:a16="http://schemas.microsoft.com/office/drawing/2014/main" id="{0A954D6F-7CB3-4EAE-A848-B1819DFA7D2C}"/>
              </a:ext>
            </a:extLst>
          </p:cNvPr>
          <p:cNvSpPr>
            <a:spLocks xmlns:a="http://schemas.openxmlformats.org/drawingml/2006/main" noGrp="1"/>
          </p:cNvSpPr>
          <p:nvPr/>
        </p:nvSpPr>
        <p:spPr>
          <a:xfrm xmlns:a="http://schemas.openxmlformats.org/drawingml/2006/main">
            <a:off x="129540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Planificar</a:t>
            </a:r>
          </a:p>
        </p:txBody>
      </p:sp>
      <p:sp>
        <p:nvSpPr>
          <p:cNvPr id="11" name="text-rqgfswu454e">
            <a:extLst xmlns:a="http://schemas.openxmlformats.org/drawingml/2006/main">
              <a:ext uri="{FF2B5EF4-FFF2-40B4-BE49-F238E27FC236}">
                <a16:creationId xmlns:a16="http://schemas.microsoft.com/office/drawing/2014/main" id="{BBB88320-282C-425C-B301-3DD61ECADAA2}"/>
              </a:ext>
            </a:extLst>
          </p:cNvPr>
          <p:cNvSpPr>
            <a:spLocks xmlns:a="http://schemas.openxmlformats.org/drawingml/2006/main" noGrp="1"/>
          </p:cNvSpPr>
          <p:nvPr/>
        </p:nvSpPr>
        <p:spPr>
          <a:xfrm xmlns:a="http://schemas.openxmlformats.org/drawingml/2006/main">
            <a:off x="129540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Elegir el siguiente paso según el objetivo.</a:t>
            </a:r>
          </a:p>
        </p:txBody>
      </p:sp>
      <p:sp>
        <p:nvSpPr>
          <p:cNvPr id="12" name="">
            <a:extLst xmlns:a="http://schemas.openxmlformats.org/drawingml/2006/main">
              <a:ext uri="{FF2B5EF4-FFF2-40B4-BE49-F238E27FC236}">
                <a16:creationId xmlns:a16="http://schemas.microsoft.com/office/drawing/2014/main" id="{BEDD7210-9CD6-4302-BA07-703BFCB50A0B}"/>
              </a:ext>
            </a:extLst>
          </p:cNvPr>
          <p:cNvSpPr>
            <a:spLocks xmlns:a="http://schemas.openxmlformats.org/drawingml/2006/main" noGrp="1"/>
          </p:cNvSpPr>
          <p:nvPr/>
        </p:nvSpPr>
        <p:spPr>
          <a:xfrm xmlns:a="http://schemas.openxmlformats.org/drawingml/2006/main">
            <a:off x="6819900" y="2571750"/>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A5C973-BDAE-43FD-A91D-06377CD3003B}"/>
              </a:ext>
            </a:extLst>
          </p:cNvPr>
          <p:cNvSpPr>
            <a:spLocks xmlns:a="http://schemas.openxmlformats.org/drawingml/2006/main" noGrp="1"/>
          </p:cNvSpPr>
          <p:nvPr/>
        </p:nvSpPr>
        <p:spPr>
          <a:xfrm xmlns:a="http://schemas.openxmlformats.org/drawingml/2006/main">
            <a:off x="6819900" y="2571750"/>
            <a:ext cx="38100" cy="14287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ocih0m9fepg">
            <a:extLst xmlns:a="http://schemas.openxmlformats.org/drawingml/2006/main">
              <a:ext uri="{FF2B5EF4-FFF2-40B4-BE49-F238E27FC236}">
                <a16:creationId xmlns:a16="http://schemas.microsoft.com/office/drawing/2014/main" id="{7AB5F960-9EAD-467C-8D6A-EEBC08DE0681}"/>
              </a:ext>
            </a:extLst>
          </p:cNvPr>
          <p:cNvSpPr>
            <a:spLocks xmlns:a="http://schemas.openxmlformats.org/drawingml/2006/main" noGrp="1"/>
          </p:cNvSpPr>
          <p:nvPr/>
        </p:nvSpPr>
        <p:spPr>
          <a:xfrm xmlns:a="http://schemas.openxmlformats.org/drawingml/2006/main">
            <a:off x="7029450" y="27432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Ejecutar</a:t>
            </a:r>
          </a:p>
        </p:txBody>
      </p:sp>
      <p:sp>
        <p:nvSpPr>
          <p:cNvPr id="15" name="text-h3s8x97i168">
            <a:extLst xmlns:a="http://schemas.openxmlformats.org/drawingml/2006/main">
              <a:ext uri="{FF2B5EF4-FFF2-40B4-BE49-F238E27FC236}">
                <a16:creationId xmlns:a16="http://schemas.microsoft.com/office/drawing/2014/main" id="{FE407008-4271-40B5-A622-7CF2F723996C}"/>
              </a:ext>
            </a:extLst>
          </p:cNvPr>
          <p:cNvSpPr>
            <a:spLocks xmlns:a="http://schemas.openxmlformats.org/drawingml/2006/main" noGrp="1"/>
          </p:cNvSpPr>
          <p:nvPr/>
        </p:nvSpPr>
        <p:spPr>
          <a:xfrm xmlns:a="http://schemas.openxmlformats.org/drawingml/2006/main">
            <a:off x="7029450" y="3362325"/>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Solicitar una herramienta habilitada.</a:t>
            </a:r>
          </a:p>
        </p:txBody>
      </p:sp>
      <p:sp>
        <p:nvSpPr>
          <p:cNvPr id="16" name="">
            <a:extLst xmlns:a="http://schemas.openxmlformats.org/drawingml/2006/main">
              <a:ext uri="{FF2B5EF4-FFF2-40B4-BE49-F238E27FC236}">
                <a16:creationId xmlns:a16="http://schemas.microsoft.com/office/drawing/2014/main" id="{B6105D38-DB7D-453F-A1C0-FDD65A55407B}"/>
              </a:ext>
            </a:extLst>
          </p:cNvPr>
          <p:cNvSpPr>
            <a:spLocks xmlns:a="http://schemas.openxmlformats.org/drawingml/2006/main" noGrp="1"/>
          </p:cNvSpPr>
          <p:nvPr/>
        </p:nvSpPr>
        <p:spPr>
          <a:xfrm xmlns:a="http://schemas.openxmlformats.org/drawingml/2006/main">
            <a:off x="681990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50A35A2-69A9-4654-9FBD-AB2477E6C2B6}"/>
              </a:ext>
            </a:extLst>
          </p:cNvPr>
          <p:cNvSpPr>
            <a:spLocks xmlns:a="http://schemas.openxmlformats.org/drawingml/2006/main" noGrp="1"/>
          </p:cNvSpPr>
          <p:nvPr/>
        </p:nvSpPr>
        <p:spPr>
          <a:xfrm xmlns:a="http://schemas.openxmlformats.org/drawingml/2006/main">
            <a:off x="6819900" y="4505325"/>
            <a:ext cx="38100" cy="14287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8m10yka7tip">
            <a:extLst xmlns:a="http://schemas.openxmlformats.org/drawingml/2006/main">
              <a:ext uri="{FF2B5EF4-FFF2-40B4-BE49-F238E27FC236}">
                <a16:creationId xmlns:a16="http://schemas.microsoft.com/office/drawing/2014/main" id="{E8AC1892-652A-47B5-A85E-6681F9DA5C0B}"/>
              </a:ext>
            </a:extLst>
          </p:cNvPr>
          <p:cNvSpPr>
            <a:spLocks xmlns:a="http://schemas.openxmlformats.org/drawingml/2006/main" noGrp="1"/>
          </p:cNvSpPr>
          <p:nvPr/>
        </p:nvSpPr>
        <p:spPr>
          <a:xfrm xmlns:a="http://schemas.openxmlformats.org/drawingml/2006/main">
            <a:off x="702945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Observar</a:t>
            </a:r>
          </a:p>
        </p:txBody>
      </p:sp>
      <p:sp>
        <p:nvSpPr>
          <p:cNvPr id="19" name="text-4pdyh82qemc">
            <a:extLst xmlns:a="http://schemas.openxmlformats.org/drawingml/2006/main">
              <a:ext uri="{FF2B5EF4-FFF2-40B4-BE49-F238E27FC236}">
                <a16:creationId xmlns:a16="http://schemas.microsoft.com/office/drawing/2014/main" id="{AB6A4D38-759B-4AA7-AE24-924078108AD0}"/>
              </a:ext>
            </a:extLst>
          </p:cNvPr>
          <p:cNvSpPr>
            <a:spLocks xmlns:a="http://schemas.openxmlformats.org/drawingml/2006/main" noGrp="1"/>
          </p:cNvSpPr>
          <p:nvPr/>
        </p:nvSpPr>
        <p:spPr>
          <a:xfrm xmlns:a="http://schemas.openxmlformats.org/drawingml/2006/main">
            <a:off x="702945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Leer resultados, fallos y evidencia.</a:t>
            </a:r>
          </a:p>
        </p:txBody>
      </p:sp>
      <p:sp>
        <p:nvSpPr>
          <p:cNvPr id="20" name="">
            <a:extLst xmlns:a="http://schemas.openxmlformats.org/drawingml/2006/main">
              <a:ext uri="{FF2B5EF4-FFF2-40B4-BE49-F238E27FC236}">
                <a16:creationId xmlns:a16="http://schemas.microsoft.com/office/drawing/2014/main" id="{AE1B6D10-6475-4C1C-A0D2-E064A861F821}"/>
              </a:ext>
            </a:extLst>
          </p:cNvPr>
          <p:cNvSpPr>
            <a:spLocks xmlns:a="http://schemas.openxmlformats.org/drawingml/2006/main" noGrp="1"/>
          </p:cNvSpPr>
          <p:nvPr/>
        </p:nvSpPr>
        <p:spPr>
          <a:xfrm xmlns:a="http://schemas.openxmlformats.org/drawingml/2006/main">
            <a:off x="1085850" y="4505325"/>
            <a:ext cx="4286250" cy="14287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7C48A1E-43F9-468A-A1FC-681BD1E9D924}"/>
              </a:ext>
            </a:extLst>
          </p:cNvPr>
          <p:cNvSpPr>
            <a:spLocks xmlns:a="http://schemas.openxmlformats.org/drawingml/2006/main" noGrp="1"/>
          </p:cNvSpPr>
          <p:nvPr/>
        </p:nvSpPr>
        <p:spPr>
          <a:xfrm xmlns:a="http://schemas.openxmlformats.org/drawingml/2006/main">
            <a:off x="1085850" y="4505325"/>
            <a:ext cx="38100" cy="14287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s0exee5fgv7">
            <a:extLst xmlns:a="http://schemas.openxmlformats.org/drawingml/2006/main">
              <a:ext uri="{FF2B5EF4-FFF2-40B4-BE49-F238E27FC236}">
                <a16:creationId xmlns:a16="http://schemas.microsoft.com/office/drawing/2014/main" id="{363B0579-3177-46A3-8C1F-183D274FE069}"/>
              </a:ext>
            </a:extLst>
          </p:cNvPr>
          <p:cNvSpPr>
            <a:spLocks xmlns:a="http://schemas.openxmlformats.org/drawingml/2006/main" noGrp="1"/>
          </p:cNvSpPr>
          <p:nvPr/>
        </p:nvSpPr>
        <p:spPr>
          <a:xfrm xmlns:a="http://schemas.openxmlformats.org/drawingml/2006/main">
            <a:off x="1295400" y="4676775"/>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Verificar</a:t>
            </a:r>
          </a:p>
        </p:txBody>
      </p:sp>
      <p:sp>
        <p:nvSpPr>
          <p:cNvPr id="23" name="text-dz8gwavlvr">
            <a:extLst xmlns:a="http://schemas.openxmlformats.org/drawingml/2006/main">
              <a:ext uri="{FF2B5EF4-FFF2-40B4-BE49-F238E27FC236}">
                <a16:creationId xmlns:a16="http://schemas.microsoft.com/office/drawing/2014/main" id="{36431ACA-2B39-4A8C-A764-A9EBFCC34464}"/>
              </a:ext>
            </a:extLst>
          </p:cNvPr>
          <p:cNvSpPr>
            <a:spLocks xmlns:a="http://schemas.openxmlformats.org/drawingml/2006/main" noGrp="1"/>
          </p:cNvSpPr>
          <p:nvPr/>
        </p:nvSpPr>
        <p:spPr>
          <a:xfrm xmlns:a="http://schemas.openxmlformats.org/drawingml/2006/main">
            <a:off x="1295400" y="52959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Responder, revisar el plan o detenerse.</a:t>
            </a:r>
          </a:p>
        </p:txBody>
      </p:sp>
    </p:spTree>
    <p:extLst>
      <p:ext uri="{BB962C8B-B14F-4D97-AF65-F5344CB8AC3E}">
        <p14:creationId xmlns:p14="http://schemas.microsoft.com/office/powerpoint/2010/main" val="599421516"/>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F69A920C-D7EA-4620-9D5D-BA6E5FF24D97}"/>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5E2406D8-CE15-48B6-ACEC-8C84A51C01DC}"/>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F4836526-1AE4-4791-8B49-5F6D5A7F26F8}"/>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7" name="">
            <a:extLst xmlns:a="http://schemas.openxmlformats.org/drawingml/2006/main">
              <a:ext uri="{FF2B5EF4-FFF2-40B4-BE49-F238E27FC236}">
                <a16:creationId xmlns:a16="http://schemas.microsoft.com/office/drawing/2014/main" id="{4206D7F8-8DF2-4F1B-A4A4-5A2D38089E1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qti2bpw5o6">
            <a:extLst xmlns:a="http://schemas.openxmlformats.org/drawingml/2006/main">
              <a:ext uri="{FF2B5EF4-FFF2-40B4-BE49-F238E27FC236}">
                <a16:creationId xmlns:a16="http://schemas.microsoft.com/office/drawing/2014/main" id="{3DFAC9A9-3AE3-47BA-AFE5-FEAE495345C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cejrkh9ygwi">
            <a:extLst xmlns:a="http://schemas.openxmlformats.org/drawingml/2006/main">
              <a:ext uri="{FF2B5EF4-FFF2-40B4-BE49-F238E27FC236}">
                <a16:creationId xmlns:a16="http://schemas.microsoft.com/office/drawing/2014/main" id="{C4636423-1DD5-41F6-B1F3-040E9820F5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Una llamada a herramientas separa propuesta y ejecución</a:t>
            </a:r>
          </a:p>
        </p:txBody>
      </p:sp>
      <p:sp>
        <p:nvSpPr>
          <p:cNvPr id="4" name="text-ldtrlcnfarq">
            <a:extLst xmlns:a="http://schemas.openxmlformats.org/drawingml/2006/main">
              <a:ext uri="{FF2B5EF4-FFF2-40B4-BE49-F238E27FC236}">
                <a16:creationId xmlns:a16="http://schemas.microsoft.com/office/drawing/2014/main" id="{52A4F9C8-F29A-42CD-88BC-64C201F0E7A5}"/>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modelo genera argumentos; la aplicación valida y ejecuta.</a:t>
            </a:r>
          </a:p>
        </p:txBody>
      </p:sp>
      <p:sp>
        <p:nvSpPr>
          <p:cNvPr id="5" name="">
            <a:extLst xmlns:a="http://schemas.openxmlformats.org/drawingml/2006/main">
              <a:ext uri="{FF2B5EF4-FFF2-40B4-BE49-F238E27FC236}">
                <a16:creationId xmlns:a16="http://schemas.microsoft.com/office/drawing/2014/main" id="{B1E0AF3E-C4A2-4596-8794-F57B4394B8B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kiq8onp7opf">
            <a:extLst xmlns:a="http://schemas.openxmlformats.org/drawingml/2006/main">
              <a:ext uri="{FF2B5EF4-FFF2-40B4-BE49-F238E27FC236}">
                <a16:creationId xmlns:a16="http://schemas.microsoft.com/office/drawing/2014/main" id="{98B673A2-8905-419F-BDD7-7039F090EF9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t>
            </a:r>
          </a:p>
        </p:txBody>
      </p:sp>
      <p:sp>
        <p:nvSpPr>
          <p:cNvPr id="7" name="text-7dtfln3hfu4">
            <a:extLst xmlns:a="http://schemas.openxmlformats.org/drawingml/2006/main">
              <a:ext uri="{FF2B5EF4-FFF2-40B4-BE49-F238E27FC236}">
                <a16:creationId xmlns:a16="http://schemas.microsoft.com/office/drawing/2014/main" id="{AB7E2025-5DAF-44F2-B6A4-39D1753D664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9E8CE357-E472-47F9-8E06-10439D048AB9}"/>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6BF805-094C-487C-A12A-93743785BE9C}"/>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q66cfhqn0b">
            <a:extLst xmlns:a="http://schemas.openxmlformats.org/drawingml/2006/main">
              <a:ext uri="{FF2B5EF4-FFF2-40B4-BE49-F238E27FC236}">
                <a16:creationId xmlns:a16="http://schemas.microsoft.com/office/drawing/2014/main" id="{9BD45FC5-B1E2-4B4E-88BA-898B62D8AFF8}"/>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1 · Solicitud</a:t>
            </a:r>
          </a:p>
        </p:txBody>
      </p:sp>
      <p:sp>
        <p:nvSpPr>
          <p:cNvPr id="11" name="text-cbjhpfucbm8">
            <a:extLst xmlns:a="http://schemas.openxmlformats.org/drawingml/2006/main">
              <a:ext uri="{FF2B5EF4-FFF2-40B4-BE49-F238E27FC236}">
                <a16:creationId xmlns:a16="http://schemas.microsoft.com/office/drawing/2014/main" id="{7598A54C-B0ED-439E-A853-1CC72B515512}"/>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El modelo pide leer una ficha de producto.</a:t>
            </a:r>
          </a:p>
        </p:txBody>
      </p:sp>
      <p:sp>
        <p:nvSpPr>
          <p:cNvPr id="12" name="">
            <a:extLst xmlns:a="http://schemas.openxmlformats.org/drawingml/2006/main">
              <a:ext uri="{FF2B5EF4-FFF2-40B4-BE49-F238E27FC236}">
                <a16:creationId xmlns:a16="http://schemas.microsoft.com/office/drawing/2014/main" id="{066B3F7E-BC75-4535-9D83-719AEBD7D523}"/>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53F4AC-EC9A-47D9-83BE-372C45773D8E}"/>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5wgewmmymis">
            <a:extLst xmlns:a="http://schemas.openxmlformats.org/drawingml/2006/main">
              <a:ext uri="{FF2B5EF4-FFF2-40B4-BE49-F238E27FC236}">
                <a16:creationId xmlns:a16="http://schemas.microsoft.com/office/drawing/2014/main" id="{61403D85-02B3-41F5-AA7A-8D5DCA78A0BD}"/>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2 · Validación</a:t>
            </a:r>
          </a:p>
        </p:txBody>
      </p:sp>
      <p:sp>
        <p:nvSpPr>
          <p:cNvPr id="15" name="text-azw64k7rhvk">
            <a:extLst xmlns:a="http://schemas.openxmlformats.org/drawingml/2006/main">
              <a:ext uri="{FF2B5EF4-FFF2-40B4-BE49-F238E27FC236}">
                <a16:creationId xmlns:a16="http://schemas.microsoft.com/office/drawing/2014/main" id="{7479C8C5-C02C-4076-958D-ADB8AE048DF2}"/>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 aplicación comprueba función, parámetros y permisos.</a:t>
            </a:r>
          </a:p>
        </p:txBody>
      </p:sp>
      <p:sp>
        <p:nvSpPr>
          <p:cNvPr id="16" name="">
            <a:extLst xmlns:a="http://schemas.openxmlformats.org/drawingml/2006/main">
              <a:ext uri="{FF2B5EF4-FFF2-40B4-BE49-F238E27FC236}">
                <a16:creationId xmlns:a16="http://schemas.microsoft.com/office/drawing/2014/main" id="{7709286C-5453-4A6B-BB9E-C3BAB3D489E2}"/>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1FB937-85D9-4858-BEE8-FC595CCED893}"/>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mpcx411i6p">
            <a:extLst xmlns:a="http://schemas.openxmlformats.org/drawingml/2006/main">
              <a:ext uri="{FF2B5EF4-FFF2-40B4-BE49-F238E27FC236}">
                <a16:creationId xmlns:a16="http://schemas.microsoft.com/office/drawing/2014/main" id="{5A57690E-7AB2-42E3-B97E-E8BA840B8005}"/>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3 · Resultado</a:t>
            </a:r>
          </a:p>
        </p:txBody>
      </p:sp>
      <p:sp>
        <p:nvSpPr>
          <p:cNvPr id="19" name="text-ko88k2ih96k">
            <a:extLst xmlns:a="http://schemas.openxmlformats.org/drawingml/2006/main">
              <a:ext uri="{FF2B5EF4-FFF2-40B4-BE49-F238E27FC236}">
                <a16:creationId xmlns:a16="http://schemas.microsoft.com/office/drawing/2014/main" id="{3FE3CDAD-FC7C-4A0D-81E4-78453A827484}"/>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 herramienta devuelve datos o un error.</a:t>
            </a:r>
          </a:p>
        </p:txBody>
      </p:sp>
      <p:sp>
        <p:nvSpPr>
          <p:cNvPr id="20" name="">
            <a:extLst xmlns:a="http://schemas.openxmlformats.org/drawingml/2006/main">
              <a:ext uri="{FF2B5EF4-FFF2-40B4-BE49-F238E27FC236}">
                <a16:creationId xmlns:a16="http://schemas.microsoft.com/office/drawing/2014/main" id="{3A804D71-6C3A-4F05-81C7-A1F8526840E7}"/>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414E94-9D44-49B8-82E3-AB7516AF95F5}"/>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nuuwc7p8eb">
            <a:extLst xmlns:a="http://schemas.openxmlformats.org/drawingml/2006/main">
              <a:ext uri="{FF2B5EF4-FFF2-40B4-BE49-F238E27FC236}">
                <a16:creationId xmlns:a16="http://schemas.microsoft.com/office/drawing/2014/main" id="{CDB59AAB-CEFE-4864-B4C8-FB09DCDF3E24}"/>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4 · Respuesta</a:t>
            </a:r>
          </a:p>
        </p:txBody>
      </p:sp>
      <p:sp>
        <p:nvSpPr>
          <p:cNvPr id="23" name="text-xz88sc6fba9">
            <a:extLst xmlns:a="http://schemas.openxmlformats.org/drawingml/2006/main">
              <a:ext uri="{FF2B5EF4-FFF2-40B4-BE49-F238E27FC236}">
                <a16:creationId xmlns:a16="http://schemas.microsoft.com/office/drawing/2014/main" id="{F967D3AF-B754-41B3-BF6D-420831B49172}"/>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El modelo incorpora la observación y cita la fuente.</a:t>
            </a:r>
          </a:p>
        </p:txBody>
      </p:sp>
    </p:spTree>
    <p:extLst>
      <p:ext uri="{BB962C8B-B14F-4D97-AF65-F5344CB8AC3E}">
        <p14:creationId xmlns:p14="http://schemas.microsoft.com/office/powerpoint/2010/main" val="325702786"/>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71B3B41-C2A8-462E-A636-D5EE203EA7A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mm26zyqvmg">
            <a:extLst xmlns:a="http://schemas.openxmlformats.org/drawingml/2006/main">
              <a:ext uri="{FF2B5EF4-FFF2-40B4-BE49-F238E27FC236}">
                <a16:creationId xmlns:a16="http://schemas.microsoft.com/office/drawing/2014/main" id="{BFB07707-E899-44D6-B251-4DBA9C94D33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ppntnk61ju">
            <a:extLst xmlns:a="http://schemas.openxmlformats.org/drawingml/2006/main">
              <a:ext uri="{FF2B5EF4-FFF2-40B4-BE49-F238E27FC236}">
                <a16:creationId xmlns:a16="http://schemas.microsoft.com/office/drawing/2014/main" id="{2EB0E8B2-CBC9-4F09-85AF-A9E1872605A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Contexto, memoria y recuperación cumplen funciones distintas</a:t>
            </a:r>
          </a:p>
        </p:txBody>
      </p:sp>
      <p:sp>
        <p:nvSpPr>
          <p:cNvPr id="4" name="text-71kcz95oge3">
            <a:extLst xmlns:a="http://schemas.openxmlformats.org/drawingml/2006/main">
              <a:ext uri="{FF2B5EF4-FFF2-40B4-BE49-F238E27FC236}">
                <a16:creationId xmlns:a16="http://schemas.microsoft.com/office/drawing/2014/main" id="{7DD35BA8-B4D1-45A9-A03A-B2C0ACC875B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Almacenar información no garantiza que sea vigente o correcta.</a:t>
            </a:r>
          </a:p>
        </p:txBody>
      </p:sp>
      <p:sp>
        <p:nvSpPr>
          <p:cNvPr id="5" name="">
            <a:extLst xmlns:a="http://schemas.openxmlformats.org/drawingml/2006/main">
              <a:ext uri="{FF2B5EF4-FFF2-40B4-BE49-F238E27FC236}">
                <a16:creationId xmlns:a16="http://schemas.microsoft.com/office/drawing/2014/main" id="{2D0C7804-59ED-495B-BD00-CD433582107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ctw54xd5btp">
            <a:extLst xmlns:a="http://schemas.openxmlformats.org/drawingml/2006/main">
              <a:ext uri="{FF2B5EF4-FFF2-40B4-BE49-F238E27FC236}">
                <a16:creationId xmlns:a16="http://schemas.microsoft.com/office/drawing/2014/main" id="{DB7E4CC5-543C-42CF-A092-4C196542DA3A}"/>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tqt5s1wlvj">
            <a:extLst xmlns:a="http://schemas.openxmlformats.org/drawingml/2006/main">
              <a:ext uri="{FF2B5EF4-FFF2-40B4-BE49-F238E27FC236}">
                <a16:creationId xmlns:a16="http://schemas.microsoft.com/office/drawing/2014/main" id="{4B0B091E-2135-4536-BB8D-9583CFB3ED01}"/>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5E119D8E-EE52-4C2D-A6DF-33365F550531}"/>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E6226F-03F1-4CAE-9169-D9F534CEE83D}"/>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gzkaq7l8p1m">
            <a:extLst xmlns:a="http://schemas.openxmlformats.org/drawingml/2006/main">
              <a:ext uri="{FF2B5EF4-FFF2-40B4-BE49-F238E27FC236}">
                <a16:creationId xmlns:a16="http://schemas.microsoft.com/office/drawing/2014/main" id="{8A6D94CC-55BA-4A46-9C5F-58745F3E1CFF}"/>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Contexto de trabajo</a:t>
            </a:r>
          </a:p>
        </p:txBody>
      </p:sp>
      <p:sp>
        <p:nvSpPr>
          <p:cNvPr id="11" name="text-08zthbyp82p6">
            <a:extLst xmlns:a="http://schemas.openxmlformats.org/drawingml/2006/main">
              <a:ext uri="{FF2B5EF4-FFF2-40B4-BE49-F238E27FC236}">
                <a16:creationId xmlns:a16="http://schemas.microsoft.com/office/drawing/2014/main" id="{BEF24DCE-A35A-496C-8B71-4966073A87F6}"/>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Mensajes y resultados disponibles en la ejecución actual.</a:t>
            </a:r>
          </a:p>
        </p:txBody>
      </p:sp>
      <p:sp>
        <p:nvSpPr>
          <p:cNvPr id="12" name="">
            <a:extLst xmlns:a="http://schemas.openxmlformats.org/drawingml/2006/main">
              <a:ext uri="{FF2B5EF4-FFF2-40B4-BE49-F238E27FC236}">
                <a16:creationId xmlns:a16="http://schemas.microsoft.com/office/drawing/2014/main" id="{983C8199-1F84-42EE-9769-F79944F50CB4}"/>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913317-6435-4A77-8185-BE44B933D82B}"/>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964uesooeif">
            <a:extLst xmlns:a="http://schemas.openxmlformats.org/drawingml/2006/main">
              <a:ext uri="{FF2B5EF4-FFF2-40B4-BE49-F238E27FC236}">
                <a16:creationId xmlns:a16="http://schemas.microsoft.com/office/drawing/2014/main" id="{25733CC7-A055-4E1D-9D8F-AC471EB6CD5D}"/>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Memoria persistente</a:t>
            </a:r>
          </a:p>
        </p:txBody>
      </p:sp>
      <p:sp>
        <p:nvSpPr>
          <p:cNvPr id="15" name="text-7k1p5fckkvx">
            <a:extLst xmlns:a="http://schemas.openxmlformats.org/drawingml/2006/main">
              <a:ext uri="{FF2B5EF4-FFF2-40B4-BE49-F238E27FC236}">
                <a16:creationId xmlns:a16="http://schemas.microsoft.com/office/drawing/2014/main" id="{6A1B90A5-6DEE-42BD-9462-757C19C93B2E}"/>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Preferencias y hechos guardados entre ejecuciones.</a:t>
            </a:r>
          </a:p>
        </p:txBody>
      </p:sp>
      <p:sp>
        <p:nvSpPr>
          <p:cNvPr id="16" name="">
            <a:extLst xmlns:a="http://schemas.openxmlformats.org/drawingml/2006/main">
              <a:ext uri="{FF2B5EF4-FFF2-40B4-BE49-F238E27FC236}">
                <a16:creationId xmlns:a16="http://schemas.microsoft.com/office/drawing/2014/main" id="{5397636E-E38E-4A6E-B6B0-1931197AFAE2}"/>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0829A31-64EC-4426-99FE-A79894A83A28}"/>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3z5q53fp4ef">
            <a:extLst xmlns:a="http://schemas.openxmlformats.org/drawingml/2006/main">
              <a:ext uri="{FF2B5EF4-FFF2-40B4-BE49-F238E27FC236}">
                <a16:creationId xmlns:a16="http://schemas.microsoft.com/office/drawing/2014/main" id="{DCB4819F-469F-466D-B09F-9E218E241103}"/>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Recuperación</a:t>
            </a:r>
          </a:p>
        </p:txBody>
      </p:sp>
      <p:sp>
        <p:nvSpPr>
          <p:cNvPr id="19" name="text-obewbka6wi">
            <a:extLst xmlns:a="http://schemas.openxmlformats.org/drawingml/2006/main">
              <a:ext uri="{FF2B5EF4-FFF2-40B4-BE49-F238E27FC236}">
                <a16:creationId xmlns:a16="http://schemas.microsoft.com/office/drawing/2014/main" id="{832E7CB8-07FD-443A-AF80-A13215E01EE4}"/>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Selección de fragmentos relevantes desde una colección.</a:t>
            </a:r>
          </a:p>
        </p:txBody>
      </p:sp>
    </p:spTree>
    <p:extLst>
      <p:ext uri="{BB962C8B-B14F-4D97-AF65-F5344CB8AC3E}">
        <p14:creationId xmlns:p14="http://schemas.microsoft.com/office/powerpoint/2010/main" val="14843225"/>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52A0416C-0634-433A-9778-6E71DF8DBB46}"/>
              </a:ext>
            </a:extLst>
          </p:cNvPr>
          <p:cNvCxnSpPr>
            <a:stCxn xmlns:a="http://schemas.openxmlformats.org/drawingml/2006/main" id="12" idx="3"/>
            <a:endCxn xmlns:a="http://schemas.openxmlformats.org/drawingml/2006/main" id="16" idx="1"/>
          </p:cNvCxnSpPr>
          <p:nvPr/>
        </p:nvCxnSpPr>
        <p:spPr>
          <a:xfrm xmlns:a="http://schemas.openxmlformats.org/drawingml/2006/main">
            <a:off x="77978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271D7820-F1C1-472C-A81B-42339872E989}"/>
              </a:ext>
            </a:extLst>
          </p:cNvPr>
          <p:cNvCxnSpPr>
            <a:stCxn xmlns:a="http://schemas.openxmlformats.org/drawingml/2006/main" id="8" idx="3"/>
            <a:endCxn xmlns:a="http://schemas.openxmlformats.org/drawingml/2006/main" id="12" idx="1"/>
          </p:cNvCxnSpPr>
          <p:nvPr/>
        </p:nvCxnSpPr>
        <p:spPr>
          <a:xfrm xmlns:a="http://schemas.openxmlformats.org/drawingml/2006/main">
            <a:off x="40132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005DE376-FC3C-427B-828F-C18C50781777}"/>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babnawh5y6b">
            <a:extLst xmlns:a="http://schemas.openxmlformats.org/drawingml/2006/main">
              <a:ext uri="{FF2B5EF4-FFF2-40B4-BE49-F238E27FC236}">
                <a16:creationId xmlns:a16="http://schemas.microsoft.com/office/drawing/2014/main" id="{ACEE7281-A835-4CA1-B89C-40FDAA60F4B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0unn3yhycklf">
            <a:extLst xmlns:a="http://schemas.openxmlformats.org/drawingml/2006/main">
              <a:ext uri="{FF2B5EF4-FFF2-40B4-BE49-F238E27FC236}">
                <a16:creationId xmlns:a16="http://schemas.microsoft.com/office/drawing/2014/main" id="{0335CC26-0B8C-4AF2-8026-045C1B008EB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RAG aporta documentos; la verificación evalúa la respuesta</a:t>
            </a:r>
          </a:p>
        </p:txBody>
      </p:sp>
      <p:sp>
        <p:nvSpPr>
          <p:cNvPr id="4" name="text-3x9vrk9s75o">
            <a:extLst xmlns:a="http://schemas.openxmlformats.org/drawingml/2006/main">
              <a:ext uri="{FF2B5EF4-FFF2-40B4-BE49-F238E27FC236}">
                <a16:creationId xmlns:a16="http://schemas.microsoft.com/office/drawing/2014/main" id="{B9DE2501-C8C9-49BD-898C-2158D7A26C5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Recuperar un texto relevante es una condición útil, no una garantía de verdad.</a:t>
            </a:r>
          </a:p>
        </p:txBody>
      </p:sp>
      <p:sp>
        <p:nvSpPr>
          <p:cNvPr id="5" name="">
            <a:extLst xmlns:a="http://schemas.openxmlformats.org/drawingml/2006/main">
              <a:ext uri="{FF2B5EF4-FFF2-40B4-BE49-F238E27FC236}">
                <a16:creationId xmlns:a16="http://schemas.microsoft.com/office/drawing/2014/main" id="{019B05C4-A1CF-4885-A174-16E7369F0C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yxyxzo3d067">
            <a:extLst xmlns:a="http://schemas.openxmlformats.org/drawingml/2006/main">
              <a:ext uri="{FF2B5EF4-FFF2-40B4-BE49-F238E27FC236}">
                <a16:creationId xmlns:a16="http://schemas.microsoft.com/office/drawing/2014/main" id="{722F8C4A-6379-46F5-9F49-694E0B65D5E9}"/>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Qwen-Agent</a:t>
            </a:r>
          </a:p>
        </p:txBody>
      </p:sp>
      <p:sp>
        <p:nvSpPr>
          <p:cNvPr id="7" name="text-x7i7im4gyv8">
            <a:extLst xmlns:a="http://schemas.openxmlformats.org/drawingml/2006/main">
              <a:ext uri="{FF2B5EF4-FFF2-40B4-BE49-F238E27FC236}">
                <a16:creationId xmlns:a16="http://schemas.microsoft.com/office/drawing/2014/main" id="{5C7673AB-BC60-40E5-B606-874D0395293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12</a:t>
            </a:r>
          </a:p>
        </p:txBody>
      </p:sp>
      <p:sp>
        <p:nvSpPr>
          <p:cNvPr id="8" name="">
            <a:extLst xmlns:a="http://schemas.openxmlformats.org/drawingml/2006/main">
              <a:ext uri="{FF2B5EF4-FFF2-40B4-BE49-F238E27FC236}">
                <a16:creationId xmlns:a16="http://schemas.microsoft.com/office/drawing/2014/main" id="{0BEB2EBA-CF49-41A9-A664-93173DA1FD61}"/>
              </a:ext>
            </a:extLst>
          </p:cNvPr>
          <p:cNvSpPr>
            <a:spLocks xmlns:a="http://schemas.openxmlformats.org/drawingml/2006/main" noGrp="1"/>
          </p:cNvSpPr>
          <p:nvPr/>
        </p:nvSpPr>
        <p:spPr>
          <a:xfrm xmlns:a="http://schemas.openxmlformats.org/drawingml/2006/main">
            <a:off x="6096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095EE0-13EA-4E0B-BED6-1D85EDBD7B20}"/>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r2ks4t2olw">
            <a:extLst xmlns:a="http://schemas.openxmlformats.org/drawingml/2006/main">
              <a:ext uri="{FF2B5EF4-FFF2-40B4-BE49-F238E27FC236}">
                <a16:creationId xmlns:a16="http://schemas.microsoft.com/office/drawing/2014/main" id="{D98AC8F1-E9F9-41A8-9775-569CD3BF857F}"/>
              </a:ext>
            </a:extLst>
          </p:cNvPr>
          <p:cNvSpPr>
            <a:spLocks xmlns:a="http://schemas.openxmlformats.org/drawingml/2006/main" noGrp="1"/>
          </p:cNvSpPr>
          <p:nvPr/>
        </p:nvSpPr>
        <p:spPr>
          <a:xfrm xmlns:a="http://schemas.openxmlformats.org/drawingml/2006/main">
            <a:off x="8191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Consultar</a:t>
            </a:r>
          </a:p>
        </p:txBody>
      </p:sp>
      <p:sp>
        <p:nvSpPr>
          <p:cNvPr id="11" name="text-1w6xwlz70qt">
            <a:extLst xmlns:a="http://schemas.openxmlformats.org/drawingml/2006/main">
              <a:ext uri="{FF2B5EF4-FFF2-40B4-BE49-F238E27FC236}">
                <a16:creationId xmlns:a16="http://schemas.microsoft.com/office/drawing/2014/main" id="{EC308B88-B38D-4AE1-8310-7534477C2A18}"/>
              </a:ext>
            </a:extLst>
          </p:cNvPr>
          <p:cNvSpPr>
            <a:spLocks xmlns:a="http://schemas.openxmlformats.org/drawingml/2006/main" noGrp="1"/>
          </p:cNvSpPr>
          <p:nvPr/>
        </p:nvSpPr>
        <p:spPr>
          <a:xfrm xmlns:a="http://schemas.openxmlformats.org/drawingml/2006/main">
            <a:off x="8191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Formular una pregunta y recuperar pasajes.</a:t>
            </a:r>
          </a:p>
        </p:txBody>
      </p:sp>
      <p:sp>
        <p:nvSpPr>
          <p:cNvPr id="12" name="">
            <a:extLst xmlns:a="http://schemas.openxmlformats.org/drawingml/2006/main">
              <a:ext uri="{FF2B5EF4-FFF2-40B4-BE49-F238E27FC236}">
                <a16:creationId xmlns:a16="http://schemas.microsoft.com/office/drawing/2014/main" id="{3B536BEA-10C3-4B66-A900-2C2FA6D96A63}"/>
              </a:ext>
            </a:extLst>
          </p:cNvPr>
          <p:cNvSpPr>
            <a:spLocks xmlns:a="http://schemas.openxmlformats.org/drawingml/2006/main" noGrp="1"/>
          </p:cNvSpPr>
          <p:nvPr/>
        </p:nvSpPr>
        <p:spPr>
          <a:xfrm xmlns:a="http://schemas.openxmlformats.org/drawingml/2006/main">
            <a:off x="43942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0C9811-0197-489F-BE9A-1C4B208BDE6B}"/>
              </a:ext>
            </a:extLst>
          </p:cNvPr>
          <p:cNvSpPr>
            <a:spLocks xmlns:a="http://schemas.openxmlformats.org/drawingml/2006/main" noGrp="1"/>
          </p:cNvSpPr>
          <p:nvPr/>
        </p:nvSpPr>
        <p:spPr>
          <a:xfrm xmlns:a="http://schemas.openxmlformats.org/drawingml/2006/main">
            <a:off x="439420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tig516ma9q">
            <a:extLst xmlns:a="http://schemas.openxmlformats.org/drawingml/2006/main">
              <a:ext uri="{FF2B5EF4-FFF2-40B4-BE49-F238E27FC236}">
                <a16:creationId xmlns:a16="http://schemas.microsoft.com/office/drawing/2014/main" id="{1AF4C84B-47E8-499C-ACF4-04C1487AE85A}"/>
              </a:ext>
            </a:extLst>
          </p:cNvPr>
          <p:cNvSpPr>
            <a:spLocks xmlns:a="http://schemas.openxmlformats.org/drawingml/2006/main" noGrp="1"/>
          </p:cNvSpPr>
          <p:nvPr/>
        </p:nvSpPr>
        <p:spPr>
          <a:xfrm xmlns:a="http://schemas.openxmlformats.org/drawingml/2006/main">
            <a:off x="46037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Fundamentar</a:t>
            </a:r>
          </a:p>
        </p:txBody>
      </p:sp>
      <p:sp>
        <p:nvSpPr>
          <p:cNvPr id="15" name="text-n0of79trwh">
            <a:extLst xmlns:a="http://schemas.openxmlformats.org/drawingml/2006/main">
              <a:ext uri="{FF2B5EF4-FFF2-40B4-BE49-F238E27FC236}">
                <a16:creationId xmlns:a16="http://schemas.microsoft.com/office/drawing/2014/main" id="{3F09C452-951E-4D65-825A-0BA3DD5A0DA8}"/>
              </a:ext>
            </a:extLst>
          </p:cNvPr>
          <p:cNvSpPr>
            <a:spLocks xmlns:a="http://schemas.openxmlformats.org/drawingml/2006/main" noGrp="1"/>
          </p:cNvSpPr>
          <p:nvPr/>
        </p:nvSpPr>
        <p:spPr>
          <a:xfrm xmlns:a="http://schemas.openxmlformats.org/drawingml/2006/main">
            <a:off x="46037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Vincular cada afirmación con evidencia concreta.</a:t>
            </a:r>
          </a:p>
        </p:txBody>
      </p:sp>
      <p:sp>
        <p:nvSpPr>
          <p:cNvPr id="16" name="">
            <a:extLst xmlns:a="http://schemas.openxmlformats.org/drawingml/2006/main">
              <a:ext uri="{FF2B5EF4-FFF2-40B4-BE49-F238E27FC236}">
                <a16:creationId xmlns:a16="http://schemas.microsoft.com/office/drawing/2014/main" id="{975385E8-C27A-4AA8-A006-46B2E93FDB39}"/>
              </a:ext>
            </a:extLst>
          </p:cNvPr>
          <p:cNvSpPr>
            <a:spLocks xmlns:a="http://schemas.openxmlformats.org/drawingml/2006/main" noGrp="1"/>
          </p:cNvSpPr>
          <p:nvPr/>
        </p:nvSpPr>
        <p:spPr>
          <a:xfrm xmlns:a="http://schemas.openxmlformats.org/drawingml/2006/main">
            <a:off x="8178800" y="2800350"/>
            <a:ext cx="340360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5E22F4-4D69-4627-9103-465289421D8C}"/>
              </a:ext>
            </a:extLst>
          </p:cNvPr>
          <p:cNvSpPr>
            <a:spLocks xmlns:a="http://schemas.openxmlformats.org/drawingml/2006/main" noGrp="1"/>
          </p:cNvSpPr>
          <p:nvPr/>
        </p:nvSpPr>
        <p:spPr>
          <a:xfrm xmlns:a="http://schemas.openxmlformats.org/drawingml/2006/main">
            <a:off x="81788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2b0am167fq">
            <a:extLst xmlns:a="http://schemas.openxmlformats.org/drawingml/2006/main">
              <a:ext uri="{FF2B5EF4-FFF2-40B4-BE49-F238E27FC236}">
                <a16:creationId xmlns:a16="http://schemas.microsoft.com/office/drawing/2014/main" id="{831E0C85-599F-4B2E-914F-6557CF0D7232}"/>
              </a:ext>
            </a:extLst>
          </p:cNvPr>
          <p:cNvSpPr>
            <a:spLocks xmlns:a="http://schemas.openxmlformats.org/drawingml/2006/main" noGrp="1"/>
          </p:cNvSpPr>
          <p:nvPr/>
        </p:nvSpPr>
        <p:spPr>
          <a:xfrm xmlns:a="http://schemas.openxmlformats.org/drawingml/2006/main">
            <a:off x="8388350" y="2971800"/>
            <a:ext cx="298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Contrastar</a:t>
            </a:r>
          </a:p>
        </p:txBody>
      </p:sp>
      <p:sp>
        <p:nvSpPr>
          <p:cNvPr id="19" name="text-zb878voo12">
            <a:extLst xmlns:a="http://schemas.openxmlformats.org/drawingml/2006/main">
              <a:ext uri="{FF2B5EF4-FFF2-40B4-BE49-F238E27FC236}">
                <a16:creationId xmlns:a16="http://schemas.microsoft.com/office/drawing/2014/main" id="{DB0462F3-F8CF-4B7A-B1D3-2295800C499D}"/>
              </a:ext>
            </a:extLst>
          </p:cNvPr>
          <p:cNvSpPr>
            <a:spLocks xmlns:a="http://schemas.openxmlformats.org/drawingml/2006/main" noGrp="1"/>
          </p:cNvSpPr>
          <p:nvPr/>
        </p:nvSpPr>
        <p:spPr>
          <a:xfrm xmlns:a="http://schemas.openxmlformats.org/drawingml/2006/main">
            <a:off x="8388350" y="3590925"/>
            <a:ext cx="2984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Detectar contradicciones, fechas y datos ausentes.</a:t>
            </a:r>
          </a:p>
        </p:txBody>
      </p:sp>
    </p:spTree>
    <p:extLst>
      <p:ext uri="{BB962C8B-B14F-4D97-AF65-F5344CB8AC3E}">
        <p14:creationId xmlns:p14="http://schemas.microsoft.com/office/powerpoint/2010/main" val="368511387"/>
      </p:ext>
    </p:extLst>
  </p:cSld>
</p:sld>
</file>

<file path=ppt/slides/slide1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E26A75A-F2F4-416F-8C54-1514E5685DC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kc1f87av83">
            <a:extLst xmlns:a="http://schemas.openxmlformats.org/drawingml/2006/main">
              <a:ext uri="{FF2B5EF4-FFF2-40B4-BE49-F238E27FC236}">
                <a16:creationId xmlns:a16="http://schemas.microsoft.com/office/drawing/2014/main" id="{EF827015-4141-48FA-BD5A-7371AD90FAEB}"/>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kkoy72zhjno">
            <a:extLst xmlns:a="http://schemas.openxmlformats.org/drawingml/2006/main">
              <a:ext uri="{FF2B5EF4-FFF2-40B4-BE49-F238E27FC236}">
                <a16:creationId xmlns:a16="http://schemas.microsoft.com/office/drawing/2014/main" id="{D12CFA20-AD24-490D-BD5A-25BE2EFA865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La verificación necesita un criterio externo</a:t>
            </a:r>
          </a:p>
        </p:txBody>
      </p:sp>
      <p:sp>
        <p:nvSpPr>
          <p:cNvPr id="4" name="text-zcbk6kzd6e">
            <a:extLst xmlns:a="http://schemas.openxmlformats.org/drawingml/2006/main">
              <a:ext uri="{FF2B5EF4-FFF2-40B4-BE49-F238E27FC236}">
                <a16:creationId xmlns:a16="http://schemas.microsoft.com/office/drawing/2014/main" id="{44226CDA-4464-42CC-B05B-7AD8277C578C}"/>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Releer la misma respuesta puede repetir el mismo error.</a:t>
            </a:r>
          </a:p>
        </p:txBody>
      </p:sp>
      <p:sp>
        <p:nvSpPr>
          <p:cNvPr id="5" name="">
            <a:extLst xmlns:a="http://schemas.openxmlformats.org/drawingml/2006/main">
              <a:ext uri="{FF2B5EF4-FFF2-40B4-BE49-F238E27FC236}">
                <a16:creationId xmlns:a16="http://schemas.microsoft.com/office/drawing/2014/main" id="{1B9341C0-CD98-4545-BC2E-9F91A433B3C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54bqhtljz5i">
            <a:extLst xmlns:a="http://schemas.openxmlformats.org/drawingml/2006/main">
              <a:ext uri="{FF2B5EF4-FFF2-40B4-BE49-F238E27FC236}">
                <a16:creationId xmlns:a16="http://schemas.microsoft.com/office/drawing/2014/main" id="{6B1470C1-6F9E-4EC7-9F4D-E9694A308CF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wut1zh1oqo">
            <a:extLst xmlns:a="http://schemas.openxmlformats.org/drawingml/2006/main">
              <a:ext uri="{FF2B5EF4-FFF2-40B4-BE49-F238E27FC236}">
                <a16:creationId xmlns:a16="http://schemas.microsoft.com/office/drawing/2014/main" id="{F9C772BD-8F79-4EAB-A83B-40AFEF9DFE94}"/>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13</a:t>
            </a:r>
          </a:p>
        </p:txBody>
      </p:sp>
      <p:sp>
        <p:nvSpPr>
          <p:cNvPr id="8" name="">
            <a:extLst xmlns:a="http://schemas.openxmlformats.org/drawingml/2006/main">
              <a:ext uri="{FF2B5EF4-FFF2-40B4-BE49-F238E27FC236}">
                <a16:creationId xmlns:a16="http://schemas.microsoft.com/office/drawing/2014/main" id="{5608AA46-A66C-4747-80B2-758A9CE0A50B}"/>
              </a:ext>
            </a:extLst>
          </p:cNvPr>
          <p:cNvSpPr>
            <a:spLocks xmlns:a="http://schemas.openxmlformats.org/drawingml/2006/main" noGrp="1"/>
          </p:cNvSpPr>
          <p:nvPr/>
        </p:nvSpPr>
        <p:spPr>
          <a:xfrm xmlns:a="http://schemas.openxmlformats.org/drawingml/2006/main">
            <a:off x="60960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D7C898-5A70-4F23-9606-1FFDC600704E}"/>
              </a:ext>
            </a:extLst>
          </p:cNvPr>
          <p:cNvSpPr>
            <a:spLocks xmlns:a="http://schemas.openxmlformats.org/drawingml/2006/main" noGrp="1"/>
          </p:cNvSpPr>
          <p:nvPr/>
        </p:nvSpPr>
        <p:spPr>
          <a:xfrm xmlns:a="http://schemas.openxmlformats.org/drawingml/2006/main">
            <a:off x="609600" y="2571750"/>
            <a:ext cx="38100" cy="16192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ml5kao9pygs">
            <a:extLst xmlns:a="http://schemas.openxmlformats.org/drawingml/2006/main">
              <a:ext uri="{FF2B5EF4-FFF2-40B4-BE49-F238E27FC236}">
                <a16:creationId xmlns:a16="http://schemas.microsoft.com/office/drawing/2014/main" id="{ABE08A8E-32DD-4AAE-8D87-708593145ACC}"/>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Datos</a:t>
            </a:r>
          </a:p>
        </p:txBody>
      </p:sp>
      <p:sp>
        <p:nvSpPr>
          <p:cNvPr id="11" name="text-h5ejpqy6u2i">
            <a:extLst xmlns:a="http://schemas.openxmlformats.org/drawingml/2006/main">
              <a:ext uri="{FF2B5EF4-FFF2-40B4-BE49-F238E27FC236}">
                <a16:creationId xmlns:a16="http://schemas.microsoft.com/office/drawing/2014/main" id="{63CABF8D-A20E-4225-9EA7-1596E10733EB}"/>
              </a:ext>
            </a:extLst>
          </p:cNvPr>
          <p:cNvSpPr>
            <a:spLocks xmlns:a="http://schemas.openxmlformats.org/drawingml/2006/main" noGrp="1"/>
          </p:cNvSpPr>
          <p:nvPr/>
        </p:nvSpPr>
        <p:spPr>
          <a:xfrm xmlns:a="http://schemas.openxmlformats.org/drawingml/2006/main">
            <a:off x="81915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Contrastar unidades, fecha y modelo exacto.</a:t>
            </a:r>
          </a:p>
        </p:txBody>
      </p:sp>
      <p:sp>
        <p:nvSpPr>
          <p:cNvPr id="12" name="">
            <a:extLst xmlns:a="http://schemas.openxmlformats.org/drawingml/2006/main">
              <a:ext uri="{FF2B5EF4-FFF2-40B4-BE49-F238E27FC236}">
                <a16:creationId xmlns:a16="http://schemas.microsoft.com/office/drawing/2014/main" id="{E5442B0F-2046-4152-927A-9232335A3BEB}"/>
              </a:ext>
            </a:extLst>
          </p:cNvPr>
          <p:cNvSpPr>
            <a:spLocks xmlns:a="http://schemas.openxmlformats.org/drawingml/2006/main" noGrp="1"/>
          </p:cNvSpPr>
          <p:nvPr/>
        </p:nvSpPr>
        <p:spPr>
          <a:xfrm xmlns:a="http://schemas.openxmlformats.org/drawingml/2006/main">
            <a:off x="6229350" y="257175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81012F0-B9A0-4A27-894C-5CCBA2306EE3}"/>
              </a:ext>
            </a:extLst>
          </p:cNvPr>
          <p:cNvSpPr>
            <a:spLocks xmlns:a="http://schemas.openxmlformats.org/drawingml/2006/main" noGrp="1"/>
          </p:cNvSpPr>
          <p:nvPr/>
        </p:nvSpPr>
        <p:spPr>
          <a:xfrm xmlns:a="http://schemas.openxmlformats.org/drawingml/2006/main">
            <a:off x="6229350" y="2571750"/>
            <a:ext cx="38100" cy="1619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rqaj1ys7jxq">
            <a:extLst xmlns:a="http://schemas.openxmlformats.org/drawingml/2006/main">
              <a:ext uri="{FF2B5EF4-FFF2-40B4-BE49-F238E27FC236}">
                <a16:creationId xmlns:a16="http://schemas.microsoft.com/office/drawing/2014/main" id="{71BA1DE7-EB89-47C8-B809-41EC8B1102BC}"/>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Cálculos</a:t>
            </a:r>
          </a:p>
        </p:txBody>
      </p:sp>
      <p:sp>
        <p:nvSpPr>
          <p:cNvPr id="15" name="text-4yr37n11yl9">
            <a:extLst xmlns:a="http://schemas.openxmlformats.org/drawingml/2006/main">
              <a:ext uri="{FF2B5EF4-FFF2-40B4-BE49-F238E27FC236}">
                <a16:creationId xmlns:a16="http://schemas.microsoft.com/office/drawing/2014/main" id="{EB6AF030-65BE-4A58-BBA2-85F8877177E1}"/>
              </a:ext>
            </a:extLst>
          </p:cNvPr>
          <p:cNvSpPr>
            <a:spLocks xmlns:a="http://schemas.openxmlformats.org/drawingml/2006/main" noGrp="1"/>
          </p:cNvSpPr>
          <p:nvPr/>
        </p:nvSpPr>
        <p:spPr>
          <a:xfrm xmlns:a="http://schemas.openxmlformats.org/drawingml/2006/main">
            <a:off x="6438900" y="336232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Reproducir operaciones con datos identificados.</a:t>
            </a:r>
          </a:p>
        </p:txBody>
      </p:sp>
      <p:sp>
        <p:nvSpPr>
          <p:cNvPr id="16" name="">
            <a:extLst xmlns:a="http://schemas.openxmlformats.org/drawingml/2006/main">
              <a:ext uri="{FF2B5EF4-FFF2-40B4-BE49-F238E27FC236}">
                <a16:creationId xmlns:a16="http://schemas.microsoft.com/office/drawing/2014/main" id="{8AF53676-FE7E-4223-845B-8F941405A49E}"/>
              </a:ext>
            </a:extLst>
          </p:cNvPr>
          <p:cNvSpPr>
            <a:spLocks xmlns:a="http://schemas.openxmlformats.org/drawingml/2006/main" noGrp="1"/>
          </p:cNvSpPr>
          <p:nvPr/>
        </p:nvSpPr>
        <p:spPr>
          <a:xfrm xmlns:a="http://schemas.openxmlformats.org/drawingml/2006/main">
            <a:off x="60960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752AED6-2470-42A6-BC22-138BDF08B6A4}"/>
              </a:ext>
            </a:extLst>
          </p:cNvPr>
          <p:cNvSpPr>
            <a:spLocks xmlns:a="http://schemas.openxmlformats.org/drawingml/2006/main" noGrp="1"/>
          </p:cNvSpPr>
          <p:nvPr/>
        </p:nvSpPr>
        <p:spPr>
          <a:xfrm xmlns:a="http://schemas.openxmlformats.org/drawingml/2006/main">
            <a:off x="609600" y="4381500"/>
            <a:ext cx="38100" cy="1619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94s0wxsvmbi">
            <a:extLst xmlns:a="http://schemas.openxmlformats.org/drawingml/2006/main">
              <a:ext uri="{FF2B5EF4-FFF2-40B4-BE49-F238E27FC236}">
                <a16:creationId xmlns:a16="http://schemas.microsoft.com/office/drawing/2014/main" id="{06A5CC47-CD03-41D2-9A15-45798E4868E0}"/>
              </a:ext>
            </a:extLst>
          </p:cNvPr>
          <p:cNvSpPr>
            <a:spLocks xmlns:a="http://schemas.openxmlformats.org/drawingml/2006/main" noGrp="1"/>
          </p:cNvSpPr>
          <p:nvPr/>
        </p:nvSpPr>
        <p:spPr>
          <a:xfrm xmlns:a="http://schemas.openxmlformats.org/drawingml/2006/main">
            <a:off x="81915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Archivos</a:t>
            </a:r>
          </a:p>
        </p:txBody>
      </p:sp>
      <p:sp>
        <p:nvSpPr>
          <p:cNvPr id="19" name="text-01xdalw052od">
            <a:extLst xmlns:a="http://schemas.openxmlformats.org/drawingml/2006/main">
              <a:ext uri="{FF2B5EF4-FFF2-40B4-BE49-F238E27FC236}">
                <a16:creationId xmlns:a16="http://schemas.microsoft.com/office/drawing/2014/main" id="{F3772107-DFD7-41CA-A93E-38EA08CE15EF}"/>
              </a:ext>
            </a:extLst>
          </p:cNvPr>
          <p:cNvSpPr>
            <a:spLocks xmlns:a="http://schemas.openxmlformats.org/drawingml/2006/main" noGrp="1"/>
          </p:cNvSpPr>
          <p:nvPr/>
        </p:nvSpPr>
        <p:spPr>
          <a:xfrm xmlns:a="http://schemas.openxmlformats.org/drawingml/2006/main">
            <a:off x="81915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Abrir el resultado y comprobar su contenido.</a:t>
            </a:r>
          </a:p>
        </p:txBody>
      </p:sp>
      <p:sp>
        <p:nvSpPr>
          <p:cNvPr id="20" name="">
            <a:extLst xmlns:a="http://schemas.openxmlformats.org/drawingml/2006/main">
              <a:ext uri="{FF2B5EF4-FFF2-40B4-BE49-F238E27FC236}">
                <a16:creationId xmlns:a16="http://schemas.microsoft.com/office/drawing/2014/main" id="{31BD0EAE-F4A3-4E73-B0B8-62A07CFCFCBC}"/>
              </a:ext>
            </a:extLst>
          </p:cNvPr>
          <p:cNvSpPr>
            <a:spLocks xmlns:a="http://schemas.openxmlformats.org/drawingml/2006/main" noGrp="1"/>
          </p:cNvSpPr>
          <p:nvPr/>
        </p:nvSpPr>
        <p:spPr>
          <a:xfrm xmlns:a="http://schemas.openxmlformats.org/drawingml/2006/main">
            <a:off x="6229350" y="4381500"/>
            <a:ext cx="5353050" cy="16192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70C00F-0605-4E9E-B63C-61015BC21D22}"/>
              </a:ext>
            </a:extLst>
          </p:cNvPr>
          <p:cNvSpPr>
            <a:spLocks xmlns:a="http://schemas.openxmlformats.org/drawingml/2006/main" noGrp="1"/>
          </p:cNvSpPr>
          <p:nvPr/>
        </p:nvSpPr>
        <p:spPr>
          <a:xfrm xmlns:a="http://schemas.openxmlformats.org/drawingml/2006/main">
            <a:off x="6229350" y="4381500"/>
            <a:ext cx="38100" cy="1619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ynsraaibe3i">
            <a:extLst xmlns:a="http://schemas.openxmlformats.org/drawingml/2006/main">
              <a:ext uri="{FF2B5EF4-FFF2-40B4-BE49-F238E27FC236}">
                <a16:creationId xmlns:a16="http://schemas.microsoft.com/office/drawing/2014/main" id="{FB9A20B4-0233-4C74-A720-92740C54E4AC}"/>
              </a:ext>
            </a:extLst>
          </p:cNvPr>
          <p:cNvSpPr>
            <a:spLocks xmlns:a="http://schemas.openxmlformats.org/drawingml/2006/main" noGrp="1"/>
          </p:cNvSpPr>
          <p:nvPr/>
        </p:nvSpPr>
        <p:spPr>
          <a:xfrm xmlns:a="http://schemas.openxmlformats.org/drawingml/2006/main">
            <a:off x="6438900" y="455295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Parada</a:t>
            </a:r>
          </a:p>
        </p:txBody>
      </p:sp>
      <p:sp>
        <p:nvSpPr>
          <p:cNvPr id="23" name="text-00wfibvbt9f7i">
            <a:extLst xmlns:a="http://schemas.openxmlformats.org/drawingml/2006/main">
              <a:ext uri="{FF2B5EF4-FFF2-40B4-BE49-F238E27FC236}">
                <a16:creationId xmlns:a16="http://schemas.microsoft.com/office/drawing/2014/main" id="{F49EA47E-9FE2-4CAD-955B-C41A5D305C7A}"/>
              </a:ext>
            </a:extLst>
          </p:cNvPr>
          <p:cNvSpPr>
            <a:spLocks xmlns:a="http://schemas.openxmlformats.org/drawingml/2006/main" noGrp="1"/>
          </p:cNvSpPr>
          <p:nvPr/>
        </p:nvSpPr>
        <p:spPr>
          <a:xfrm xmlns:a="http://schemas.openxmlformats.org/drawingml/2006/main">
            <a:off x="6438900" y="5172075"/>
            <a:ext cx="4933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Informar lo que falta y evitar bucles indefinidos.</a:t>
            </a:r>
          </a:p>
        </p:txBody>
      </p:sp>
    </p:spTree>
    <p:extLst>
      <p:ext uri="{BB962C8B-B14F-4D97-AF65-F5344CB8AC3E}">
        <p14:creationId xmlns:p14="http://schemas.microsoft.com/office/powerpoint/2010/main" val="1133881195"/>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F9C4BB-9A2F-463D-8ECA-478C0B99A42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paq6tabkj6o">
            <a:extLst xmlns:a="http://schemas.openxmlformats.org/drawingml/2006/main">
              <a:ext uri="{FF2B5EF4-FFF2-40B4-BE49-F238E27FC236}">
                <a16:creationId xmlns:a16="http://schemas.microsoft.com/office/drawing/2014/main" id="{04C0AF1B-9D99-4C0E-A422-8439A0DDA56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ppky0j9ba6">
            <a:extLst xmlns:a="http://schemas.openxmlformats.org/drawingml/2006/main">
              <a:ext uri="{FF2B5EF4-FFF2-40B4-BE49-F238E27FC236}">
                <a16:creationId xmlns:a16="http://schemas.microsoft.com/office/drawing/2014/main" id="{0C131E8B-5FDD-40C3-AECF-E71D955556F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autonomía se diseña por tipo de acción</a:t>
            </a:r>
          </a:p>
        </p:txBody>
      </p:sp>
      <p:sp>
        <p:nvSpPr>
          <p:cNvPr id="4" name="text-330fhdaxdmg">
            <a:extLst xmlns:a="http://schemas.openxmlformats.org/drawingml/2006/main">
              <a:ext uri="{FF2B5EF4-FFF2-40B4-BE49-F238E27FC236}">
                <a16:creationId xmlns:a16="http://schemas.microsoft.com/office/drawing/2014/main" id="{34D92E84-7003-4C1C-A97A-32156DBF247D}"/>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nivel adecuado depende de consecuencias, reversibilidad y autorización.</a:t>
            </a:r>
          </a:p>
        </p:txBody>
      </p:sp>
      <p:sp>
        <p:nvSpPr>
          <p:cNvPr id="5" name="">
            <a:extLst xmlns:a="http://schemas.openxmlformats.org/drawingml/2006/main">
              <a:ext uri="{FF2B5EF4-FFF2-40B4-BE49-F238E27FC236}">
                <a16:creationId xmlns:a16="http://schemas.microsoft.com/office/drawing/2014/main" id="{5FBE1D44-3809-4D35-84D1-1BC7865A2E1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65xwix4bcmh">
            <a:extLst xmlns:a="http://schemas.openxmlformats.org/drawingml/2006/main">
              <a:ext uri="{FF2B5EF4-FFF2-40B4-BE49-F238E27FC236}">
                <a16:creationId xmlns:a16="http://schemas.microsoft.com/office/drawing/2014/main" id="{02A3467F-55D4-41C4-91BB-5072403FFB12}"/>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8av1gjheul6">
            <a:extLst xmlns:a="http://schemas.openxmlformats.org/drawingml/2006/main">
              <a:ext uri="{FF2B5EF4-FFF2-40B4-BE49-F238E27FC236}">
                <a16:creationId xmlns:a16="http://schemas.microsoft.com/office/drawing/2014/main" id="{530F67D7-7F92-4C92-859E-758A68766A7F}"/>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14</a:t>
            </a:r>
          </a:p>
        </p:txBody>
      </p:sp>
      <p:sp>
        <p:nvSpPr>
          <p:cNvPr id="8" name="text-jmephygnm9">
            <a:extLst xmlns:a="http://schemas.openxmlformats.org/drawingml/2006/main">
              <a:ext uri="{FF2B5EF4-FFF2-40B4-BE49-F238E27FC236}">
                <a16:creationId xmlns:a16="http://schemas.microsoft.com/office/drawing/2014/main" id="{3F98FE2E-8081-4E96-99DF-07CA2235D19C}"/>
              </a:ext>
            </a:extLst>
          </p:cNvPr>
          <p:cNvSpPr>
            <a:spLocks xmlns:a="http://schemas.openxmlformats.org/drawingml/2006/main" noGrp="1"/>
          </p:cNvSpPr>
          <p:nvPr/>
        </p:nvSpPr>
        <p:spPr>
          <a:xfrm xmlns:a="http://schemas.openxmlformats.org/drawingml/2006/main">
            <a:off x="628650" y="26289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01</a:t>
            </a:r>
          </a:p>
        </p:txBody>
      </p:sp>
      <p:sp>
        <p:nvSpPr>
          <p:cNvPr id="9" name="text-ens61kx8mih">
            <a:extLst xmlns:a="http://schemas.openxmlformats.org/drawingml/2006/main">
              <a:ext uri="{FF2B5EF4-FFF2-40B4-BE49-F238E27FC236}">
                <a16:creationId xmlns:a16="http://schemas.microsoft.com/office/drawing/2014/main" id="{C96B74FF-1FE8-4944-AB57-5F1E820849C3}"/>
              </a:ext>
            </a:extLst>
          </p:cNvPr>
          <p:cNvSpPr>
            <a:spLocks xmlns:a="http://schemas.openxmlformats.org/drawingml/2006/main" noGrp="1"/>
          </p:cNvSpPr>
          <p:nvPr/>
        </p:nvSpPr>
        <p:spPr>
          <a:xfrm xmlns:a="http://schemas.openxmlformats.org/drawingml/2006/main">
            <a:off x="1238250" y="26193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Consultar</a:t>
            </a:r>
          </a:p>
        </p:txBody>
      </p:sp>
      <p:sp>
        <p:nvSpPr>
          <p:cNvPr id="10" name="text-mpilu89ju2r">
            <a:extLst xmlns:a="http://schemas.openxmlformats.org/drawingml/2006/main">
              <a:ext uri="{FF2B5EF4-FFF2-40B4-BE49-F238E27FC236}">
                <a16:creationId xmlns:a16="http://schemas.microsoft.com/office/drawing/2014/main" id="{A79003E2-4F98-4E24-A19D-57CB9ED2B8AC}"/>
              </a:ext>
            </a:extLst>
          </p:cNvPr>
          <p:cNvSpPr>
            <a:spLocks xmlns:a="http://schemas.openxmlformats.org/drawingml/2006/main" noGrp="1"/>
          </p:cNvSpPr>
          <p:nvPr/>
        </p:nvSpPr>
        <p:spPr>
          <a:xfrm xmlns:a="http://schemas.openxmlformats.org/drawingml/2006/main">
            <a:off x="4095750" y="26193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Acceder a fuentes permitidas y registrar procedencia.</a:t>
            </a:r>
          </a:p>
        </p:txBody>
      </p:sp>
      <p:sp>
        <p:nvSpPr>
          <p:cNvPr id="11" name="">
            <a:extLst xmlns:a="http://schemas.openxmlformats.org/drawingml/2006/main">
              <a:ext uri="{FF2B5EF4-FFF2-40B4-BE49-F238E27FC236}">
                <a16:creationId xmlns:a16="http://schemas.microsoft.com/office/drawing/2014/main" id="{0D818658-2205-49A4-BCBE-7EE254EF8C48}"/>
              </a:ext>
            </a:extLst>
          </p:cNvPr>
          <p:cNvSpPr>
            <a:spLocks xmlns:a="http://schemas.openxmlformats.org/drawingml/2006/main" noGrp="1"/>
          </p:cNvSpPr>
          <p:nvPr/>
        </p:nvSpPr>
        <p:spPr>
          <a:xfrm xmlns:a="http://schemas.openxmlformats.org/drawingml/2006/main">
            <a:off x="1238250" y="33813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2" name="text-2z8miz4mhxn">
            <a:extLst xmlns:a="http://schemas.openxmlformats.org/drawingml/2006/main">
              <a:ext uri="{FF2B5EF4-FFF2-40B4-BE49-F238E27FC236}">
                <a16:creationId xmlns:a16="http://schemas.microsoft.com/office/drawing/2014/main" id="{FB07CF57-9FEB-43E4-8D1D-F7BA5596A19B}"/>
              </a:ext>
            </a:extLst>
          </p:cNvPr>
          <p:cNvSpPr>
            <a:spLocks xmlns:a="http://schemas.openxmlformats.org/drawingml/2006/main" noGrp="1"/>
          </p:cNvSpPr>
          <p:nvPr/>
        </p:nvSpPr>
        <p:spPr>
          <a:xfrm xmlns:a="http://schemas.openxmlformats.org/drawingml/2006/main">
            <a:off x="628650" y="35242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02</a:t>
            </a:r>
          </a:p>
        </p:txBody>
      </p:sp>
      <p:sp>
        <p:nvSpPr>
          <p:cNvPr id="13" name="text-xk2cj8gf2dd">
            <a:extLst xmlns:a="http://schemas.openxmlformats.org/drawingml/2006/main">
              <a:ext uri="{FF2B5EF4-FFF2-40B4-BE49-F238E27FC236}">
                <a16:creationId xmlns:a16="http://schemas.microsoft.com/office/drawing/2014/main" id="{DE4CB458-25C1-4F22-AAFB-6286C811084E}"/>
              </a:ext>
            </a:extLst>
          </p:cNvPr>
          <p:cNvSpPr>
            <a:spLocks xmlns:a="http://schemas.openxmlformats.org/drawingml/2006/main" noGrp="1"/>
          </p:cNvSpPr>
          <p:nvPr/>
        </p:nvSpPr>
        <p:spPr>
          <a:xfrm xmlns:a="http://schemas.openxmlformats.org/drawingml/2006/main">
            <a:off x="1238250" y="35147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Preparar</a:t>
            </a:r>
          </a:p>
        </p:txBody>
      </p:sp>
      <p:sp>
        <p:nvSpPr>
          <p:cNvPr id="14" name="text-c6o5r49ozqr">
            <a:extLst xmlns:a="http://schemas.openxmlformats.org/drawingml/2006/main">
              <a:ext uri="{FF2B5EF4-FFF2-40B4-BE49-F238E27FC236}">
                <a16:creationId xmlns:a16="http://schemas.microsoft.com/office/drawing/2014/main" id="{14961351-14B7-4814-A5E3-131B849B4A5C}"/>
              </a:ext>
            </a:extLst>
          </p:cNvPr>
          <p:cNvSpPr>
            <a:spLocks xmlns:a="http://schemas.openxmlformats.org/drawingml/2006/main" noGrp="1"/>
          </p:cNvSpPr>
          <p:nvPr/>
        </p:nvSpPr>
        <p:spPr>
          <a:xfrm xmlns:a="http://schemas.openxmlformats.org/drawingml/2006/main">
            <a:off x="4095750" y="35147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Producir un borrador o una comparación revisable.</a:t>
            </a:r>
          </a:p>
        </p:txBody>
      </p:sp>
      <p:sp>
        <p:nvSpPr>
          <p:cNvPr id="15" name="">
            <a:extLst xmlns:a="http://schemas.openxmlformats.org/drawingml/2006/main">
              <a:ext uri="{FF2B5EF4-FFF2-40B4-BE49-F238E27FC236}">
                <a16:creationId xmlns:a16="http://schemas.microsoft.com/office/drawing/2014/main" id="{F42A9BBD-4BBB-4674-A996-E778A12BB7B2}"/>
              </a:ext>
            </a:extLst>
          </p:cNvPr>
          <p:cNvSpPr>
            <a:spLocks xmlns:a="http://schemas.openxmlformats.org/drawingml/2006/main" noGrp="1"/>
          </p:cNvSpPr>
          <p:nvPr/>
        </p:nvSpPr>
        <p:spPr>
          <a:xfrm xmlns:a="http://schemas.openxmlformats.org/drawingml/2006/main">
            <a:off x="1238250" y="427672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16" name="text-onrop1ch0a">
            <a:extLst xmlns:a="http://schemas.openxmlformats.org/drawingml/2006/main">
              <a:ext uri="{FF2B5EF4-FFF2-40B4-BE49-F238E27FC236}">
                <a16:creationId xmlns:a16="http://schemas.microsoft.com/office/drawing/2014/main" id="{D5453C29-0BA0-495E-B4A2-EE6CDF14DD86}"/>
              </a:ext>
            </a:extLst>
          </p:cNvPr>
          <p:cNvSpPr>
            <a:spLocks xmlns:a="http://schemas.openxmlformats.org/drawingml/2006/main" noGrp="1"/>
          </p:cNvSpPr>
          <p:nvPr/>
        </p:nvSpPr>
        <p:spPr>
          <a:xfrm xmlns:a="http://schemas.openxmlformats.org/drawingml/2006/main">
            <a:off x="628650" y="441960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03</a:t>
            </a:r>
          </a:p>
        </p:txBody>
      </p:sp>
      <p:sp>
        <p:nvSpPr>
          <p:cNvPr id="17" name="text-pp6ntx6s8q">
            <a:extLst xmlns:a="http://schemas.openxmlformats.org/drawingml/2006/main">
              <a:ext uri="{FF2B5EF4-FFF2-40B4-BE49-F238E27FC236}">
                <a16:creationId xmlns:a16="http://schemas.microsoft.com/office/drawing/2014/main" id="{3E3987BF-117F-4839-9470-56ED945867EC}"/>
              </a:ext>
            </a:extLst>
          </p:cNvPr>
          <p:cNvSpPr>
            <a:spLocks xmlns:a="http://schemas.openxmlformats.org/drawingml/2006/main" noGrp="1"/>
          </p:cNvSpPr>
          <p:nvPr/>
        </p:nvSpPr>
        <p:spPr>
          <a:xfrm xmlns:a="http://schemas.openxmlformats.org/drawingml/2006/main">
            <a:off x="1238250" y="441007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Modificar</a:t>
            </a:r>
          </a:p>
        </p:txBody>
      </p:sp>
      <p:sp>
        <p:nvSpPr>
          <p:cNvPr id="18" name="text-i8oz863iyyb">
            <a:extLst xmlns:a="http://schemas.openxmlformats.org/drawingml/2006/main">
              <a:ext uri="{FF2B5EF4-FFF2-40B4-BE49-F238E27FC236}">
                <a16:creationId xmlns:a16="http://schemas.microsoft.com/office/drawing/2014/main" id="{4E0C20E1-83E1-4765-83B9-6E36C69217AF}"/>
              </a:ext>
            </a:extLst>
          </p:cNvPr>
          <p:cNvSpPr>
            <a:spLocks xmlns:a="http://schemas.openxmlformats.org/drawingml/2006/main" noGrp="1"/>
          </p:cNvSpPr>
          <p:nvPr/>
        </p:nvSpPr>
        <p:spPr>
          <a:xfrm xmlns:a="http://schemas.openxmlformats.org/drawingml/2006/main">
            <a:off x="4095750" y="441007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Aplicar cambios dentro del alcance acordado.</a:t>
            </a:r>
          </a:p>
        </p:txBody>
      </p:sp>
      <p:sp>
        <p:nvSpPr>
          <p:cNvPr id="19" name="">
            <a:extLst xmlns:a="http://schemas.openxmlformats.org/drawingml/2006/main">
              <a:ext uri="{FF2B5EF4-FFF2-40B4-BE49-F238E27FC236}">
                <a16:creationId xmlns:a16="http://schemas.microsoft.com/office/drawing/2014/main" id="{D702E1F9-9DEC-42FA-B40A-36E9ECF248A7}"/>
              </a:ext>
            </a:extLst>
          </p:cNvPr>
          <p:cNvSpPr>
            <a:spLocks xmlns:a="http://schemas.openxmlformats.org/drawingml/2006/main" noGrp="1"/>
          </p:cNvSpPr>
          <p:nvPr/>
        </p:nvSpPr>
        <p:spPr>
          <a:xfrm xmlns:a="http://schemas.openxmlformats.org/drawingml/2006/main">
            <a:off x="1238250" y="5172075"/>
            <a:ext cx="1034415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20" name="text-nvwxhhicdq">
            <a:extLst xmlns:a="http://schemas.openxmlformats.org/drawingml/2006/main">
              <a:ext uri="{FF2B5EF4-FFF2-40B4-BE49-F238E27FC236}">
                <a16:creationId xmlns:a16="http://schemas.microsoft.com/office/drawing/2014/main" id="{731F70A2-9899-417A-8083-6EDE816D9883}"/>
              </a:ext>
            </a:extLst>
          </p:cNvPr>
          <p:cNvSpPr>
            <a:spLocks xmlns:a="http://schemas.openxmlformats.org/drawingml/2006/main" noGrp="1"/>
          </p:cNvSpPr>
          <p:nvPr/>
        </p:nvSpPr>
        <p:spPr>
          <a:xfrm xmlns:a="http://schemas.openxmlformats.org/drawingml/2006/main">
            <a:off x="628650" y="5314950"/>
            <a:ext cx="428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87D78"/>
                </a:solidFill>
                <a:latin typeface="DejaVu Sans"/>
                <a:ea typeface="DejaVu Sans"/>
                <a:cs typeface="DejaVu Sans"/>
              </a:defRPr>
            </a:defPPr>
            <a:lvl1pPr algn="l">
              <a:defRPr sz="1650" b="1">
                <a:solidFill>
                  <a:srgbClr val="087D78"/>
                </a:solidFill>
                <a:latin typeface="DejaVu Sans"/>
                <a:ea typeface="DejaVu Sans"/>
                <a:cs typeface="DejaVu Sans"/>
              </a:defRPr>
            </a:lvl1pPr>
            <a:lvl2pPr algn="l">
              <a:defRPr sz="1650" b="1">
                <a:solidFill>
                  <a:srgbClr val="087D78"/>
                </a:solidFill>
                <a:latin typeface="DejaVu Sans"/>
                <a:ea typeface="DejaVu Sans"/>
                <a:cs typeface="DejaVu Sans"/>
              </a:defRPr>
            </a:lvl2pPr>
            <a:lvl3pPr algn="l">
              <a:defRPr sz="1650" b="1">
                <a:solidFill>
                  <a:srgbClr val="087D78"/>
                </a:solidFill>
                <a:latin typeface="DejaVu Sans"/>
                <a:ea typeface="DejaVu Sans"/>
                <a:cs typeface="DejaVu Sans"/>
              </a:defRPr>
            </a:lvl3pPr>
            <a:lvl4pPr algn="l">
              <a:defRPr sz="1650" b="1">
                <a:solidFill>
                  <a:srgbClr val="087D78"/>
                </a:solidFill>
                <a:latin typeface="DejaVu Sans"/>
                <a:ea typeface="DejaVu Sans"/>
                <a:cs typeface="DejaVu Sans"/>
              </a:defRPr>
            </a:lvl4pPr>
            <a:lvl5pPr algn="l">
              <a:defRPr sz="1650" b="1">
                <a:solidFill>
                  <a:srgbClr val="087D78"/>
                </a:solidFill>
                <a:latin typeface="DejaVu Sans"/>
                <a:ea typeface="DejaVu Sans"/>
                <a:cs typeface="DejaVu Sans"/>
              </a:defRPr>
            </a:lvl5pPr>
            <a:lvl6pPr algn="l">
              <a:defRPr sz="1650" b="1">
                <a:solidFill>
                  <a:srgbClr val="087D78"/>
                </a:solidFill>
                <a:latin typeface="DejaVu Sans"/>
                <a:ea typeface="DejaVu Sans"/>
                <a:cs typeface="DejaVu Sans"/>
              </a:defRPr>
            </a:lvl6pPr>
            <a:lvl7pPr algn="l">
              <a:defRPr sz="1650" b="1">
                <a:solidFill>
                  <a:srgbClr val="087D78"/>
                </a:solidFill>
                <a:latin typeface="DejaVu Sans"/>
                <a:ea typeface="DejaVu Sans"/>
                <a:cs typeface="DejaVu Sans"/>
              </a:defRPr>
            </a:lvl7pPr>
            <a:lvl8pPr algn="l">
              <a:defRPr sz="1650" b="1">
                <a:solidFill>
                  <a:srgbClr val="087D78"/>
                </a:solidFill>
                <a:latin typeface="DejaVu Sans"/>
                <a:ea typeface="DejaVu Sans"/>
                <a:cs typeface="DejaVu Sans"/>
              </a:defRPr>
            </a:lvl8pPr>
            <a:lvl9pPr algn="l">
              <a:defRPr sz="1650" b="1">
                <a:solidFill>
                  <a:srgbClr val="087D78"/>
                </a:solidFill>
                <a:latin typeface="DejaVu Sans"/>
                <a:ea typeface="DejaVu Sans"/>
                <a:cs typeface="DejaVu Sans"/>
              </a:defRPr>
            </a:lvl9pPr>
          </a:lstStyle>
          <a:p xmlns:a="http://schemas.openxmlformats.org/drawingml/2006/main">
            <a:pPr algn="l">
              <a:lnSpc>
                <a:spcPct val="112000"/>
              </a:lnSpc>
              <a:buNone/>
              <a:defRPr sz="1650" b="1">
                <a:solidFill>
                  <a:srgbClr val="087D78"/>
                </a:solidFill>
                <a:latin typeface="DejaVu Sans"/>
                <a:ea typeface="DejaVu Sans"/>
                <a:cs typeface="DejaVu Sans"/>
              </a:defRPr>
            </a:pPr>
            <a:r>
              <a:rPr sz="1650" b="1">
                <a:solidFill>
                  <a:srgbClr val="087D78"/>
                </a:solidFill>
                <a:latin typeface="DejaVu Sans"/>
                <a:ea typeface="DejaVu Sans"/>
                <a:cs typeface="DejaVu Sans"/>
              </a:rPr>
              <a:t>04</a:t>
            </a:r>
          </a:p>
        </p:txBody>
      </p:sp>
      <p:sp>
        <p:nvSpPr>
          <p:cNvPr id="21" name="text-2t8t1e5bg2i">
            <a:extLst xmlns:a="http://schemas.openxmlformats.org/drawingml/2006/main">
              <a:ext uri="{FF2B5EF4-FFF2-40B4-BE49-F238E27FC236}">
                <a16:creationId xmlns:a16="http://schemas.microsoft.com/office/drawing/2014/main" id="{C4B6347A-9666-4878-8B7D-5A07D228F252}"/>
              </a:ext>
            </a:extLst>
          </p:cNvPr>
          <p:cNvSpPr>
            <a:spLocks xmlns:a="http://schemas.openxmlformats.org/drawingml/2006/main" noGrp="1"/>
          </p:cNvSpPr>
          <p:nvPr/>
        </p:nvSpPr>
        <p:spPr>
          <a:xfrm xmlns:a="http://schemas.openxmlformats.org/drawingml/2006/main">
            <a:off x="1238250" y="5305425"/>
            <a:ext cx="2619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42B"/>
                </a:solidFill>
                <a:latin typeface="DejaVu Sans"/>
                <a:ea typeface="DejaVu Sans"/>
                <a:cs typeface="DejaVu Sans"/>
              </a:defRPr>
            </a:defPPr>
            <a:lvl1pPr algn="l">
              <a:defRPr sz="1725" b="1">
                <a:solidFill>
                  <a:srgbClr val="10242B"/>
                </a:solidFill>
                <a:latin typeface="DejaVu Sans"/>
                <a:ea typeface="DejaVu Sans"/>
                <a:cs typeface="DejaVu Sans"/>
              </a:defRPr>
            </a:lvl1pPr>
            <a:lvl2pPr algn="l">
              <a:defRPr sz="1725" b="1">
                <a:solidFill>
                  <a:srgbClr val="10242B"/>
                </a:solidFill>
                <a:latin typeface="DejaVu Sans"/>
                <a:ea typeface="DejaVu Sans"/>
                <a:cs typeface="DejaVu Sans"/>
              </a:defRPr>
            </a:lvl2pPr>
            <a:lvl3pPr algn="l">
              <a:defRPr sz="1725" b="1">
                <a:solidFill>
                  <a:srgbClr val="10242B"/>
                </a:solidFill>
                <a:latin typeface="DejaVu Sans"/>
                <a:ea typeface="DejaVu Sans"/>
                <a:cs typeface="DejaVu Sans"/>
              </a:defRPr>
            </a:lvl3pPr>
            <a:lvl4pPr algn="l">
              <a:defRPr sz="1725" b="1">
                <a:solidFill>
                  <a:srgbClr val="10242B"/>
                </a:solidFill>
                <a:latin typeface="DejaVu Sans"/>
                <a:ea typeface="DejaVu Sans"/>
                <a:cs typeface="DejaVu Sans"/>
              </a:defRPr>
            </a:lvl4pPr>
            <a:lvl5pPr algn="l">
              <a:defRPr sz="1725" b="1">
                <a:solidFill>
                  <a:srgbClr val="10242B"/>
                </a:solidFill>
                <a:latin typeface="DejaVu Sans"/>
                <a:ea typeface="DejaVu Sans"/>
                <a:cs typeface="DejaVu Sans"/>
              </a:defRPr>
            </a:lvl5pPr>
            <a:lvl6pPr algn="l">
              <a:defRPr sz="1725" b="1">
                <a:solidFill>
                  <a:srgbClr val="10242B"/>
                </a:solidFill>
                <a:latin typeface="DejaVu Sans"/>
                <a:ea typeface="DejaVu Sans"/>
                <a:cs typeface="DejaVu Sans"/>
              </a:defRPr>
            </a:lvl6pPr>
            <a:lvl7pPr algn="l">
              <a:defRPr sz="1725" b="1">
                <a:solidFill>
                  <a:srgbClr val="10242B"/>
                </a:solidFill>
                <a:latin typeface="DejaVu Sans"/>
                <a:ea typeface="DejaVu Sans"/>
                <a:cs typeface="DejaVu Sans"/>
              </a:defRPr>
            </a:lvl7pPr>
            <a:lvl8pPr algn="l">
              <a:defRPr sz="1725" b="1">
                <a:solidFill>
                  <a:srgbClr val="10242B"/>
                </a:solidFill>
                <a:latin typeface="DejaVu Sans"/>
                <a:ea typeface="DejaVu Sans"/>
                <a:cs typeface="DejaVu Sans"/>
              </a:defRPr>
            </a:lvl8pPr>
            <a:lvl9pPr algn="l">
              <a:defRPr sz="1725" b="1">
                <a:solidFill>
                  <a:srgbClr val="10242B"/>
                </a:solidFill>
                <a:latin typeface="DejaVu Sans"/>
                <a:ea typeface="DejaVu Sans"/>
                <a:cs typeface="DejaVu Sans"/>
              </a:defRPr>
            </a:lvl9pPr>
          </a:lstStyle>
          <a:p xmlns:a="http://schemas.openxmlformats.org/drawingml/2006/main">
            <a:pPr algn="l">
              <a:lnSpc>
                <a:spcPct val="112000"/>
              </a:lnSpc>
              <a:buNone/>
              <a:defRPr sz="1725" b="1">
                <a:solidFill>
                  <a:srgbClr val="10242B"/>
                </a:solidFill>
                <a:latin typeface="DejaVu Sans"/>
                <a:ea typeface="DejaVu Sans"/>
                <a:cs typeface="DejaVu Sans"/>
              </a:defRPr>
            </a:pPr>
            <a:r>
              <a:rPr sz="1725" b="1">
                <a:solidFill>
                  <a:srgbClr val="10242B"/>
                </a:solidFill>
                <a:latin typeface="DejaVu Sans"/>
                <a:ea typeface="DejaVu Sans"/>
                <a:cs typeface="DejaVu Sans"/>
              </a:rPr>
              <a:t>Comprometer</a:t>
            </a:r>
          </a:p>
        </p:txBody>
      </p:sp>
      <p:sp>
        <p:nvSpPr>
          <p:cNvPr id="22" name="text-f45ydvrdzcq">
            <a:extLst xmlns:a="http://schemas.openxmlformats.org/drawingml/2006/main">
              <a:ext uri="{FF2B5EF4-FFF2-40B4-BE49-F238E27FC236}">
                <a16:creationId xmlns:a16="http://schemas.microsoft.com/office/drawing/2014/main" id="{DDD5E060-67D4-44BF-9D34-803ED0F12336}"/>
              </a:ext>
            </a:extLst>
          </p:cNvPr>
          <p:cNvSpPr>
            <a:spLocks xmlns:a="http://schemas.openxmlformats.org/drawingml/2006/main" noGrp="1"/>
          </p:cNvSpPr>
          <p:nvPr/>
        </p:nvSpPr>
        <p:spPr>
          <a:xfrm xmlns:a="http://schemas.openxmlformats.org/drawingml/2006/main">
            <a:off x="4095750" y="5305425"/>
            <a:ext cx="7381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77078"/>
                </a:solidFill>
                <a:latin typeface="DejaVu Sans"/>
                <a:ea typeface="DejaVu Sans"/>
                <a:cs typeface="DejaVu Sans"/>
              </a:defRPr>
            </a:defPPr>
            <a:lvl1pPr algn="l">
              <a:defRPr sz="1725" b="0">
                <a:solidFill>
                  <a:srgbClr val="577078"/>
                </a:solidFill>
                <a:latin typeface="DejaVu Sans"/>
                <a:ea typeface="DejaVu Sans"/>
                <a:cs typeface="DejaVu Sans"/>
              </a:defRPr>
            </a:lvl1pPr>
            <a:lvl2pPr algn="l">
              <a:defRPr sz="1725" b="0">
                <a:solidFill>
                  <a:srgbClr val="577078"/>
                </a:solidFill>
                <a:latin typeface="DejaVu Sans"/>
                <a:ea typeface="DejaVu Sans"/>
                <a:cs typeface="DejaVu Sans"/>
              </a:defRPr>
            </a:lvl2pPr>
            <a:lvl3pPr algn="l">
              <a:defRPr sz="1725" b="0">
                <a:solidFill>
                  <a:srgbClr val="577078"/>
                </a:solidFill>
                <a:latin typeface="DejaVu Sans"/>
                <a:ea typeface="DejaVu Sans"/>
                <a:cs typeface="DejaVu Sans"/>
              </a:defRPr>
            </a:lvl3pPr>
            <a:lvl4pPr algn="l">
              <a:defRPr sz="1725" b="0">
                <a:solidFill>
                  <a:srgbClr val="577078"/>
                </a:solidFill>
                <a:latin typeface="DejaVu Sans"/>
                <a:ea typeface="DejaVu Sans"/>
                <a:cs typeface="DejaVu Sans"/>
              </a:defRPr>
            </a:lvl4pPr>
            <a:lvl5pPr algn="l">
              <a:defRPr sz="1725" b="0">
                <a:solidFill>
                  <a:srgbClr val="577078"/>
                </a:solidFill>
                <a:latin typeface="DejaVu Sans"/>
                <a:ea typeface="DejaVu Sans"/>
                <a:cs typeface="DejaVu Sans"/>
              </a:defRPr>
            </a:lvl5pPr>
            <a:lvl6pPr algn="l">
              <a:defRPr sz="1725" b="0">
                <a:solidFill>
                  <a:srgbClr val="577078"/>
                </a:solidFill>
                <a:latin typeface="DejaVu Sans"/>
                <a:ea typeface="DejaVu Sans"/>
                <a:cs typeface="DejaVu Sans"/>
              </a:defRPr>
            </a:lvl6pPr>
            <a:lvl7pPr algn="l">
              <a:defRPr sz="1725" b="0">
                <a:solidFill>
                  <a:srgbClr val="577078"/>
                </a:solidFill>
                <a:latin typeface="DejaVu Sans"/>
                <a:ea typeface="DejaVu Sans"/>
                <a:cs typeface="DejaVu Sans"/>
              </a:defRPr>
            </a:lvl7pPr>
            <a:lvl8pPr algn="l">
              <a:defRPr sz="1725" b="0">
                <a:solidFill>
                  <a:srgbClr val="577078"/>
                </a:solidFill>
                <a:latin typeface="DejaVu Sans"/>
                <a:ea typeface="DejaVu Sans"/>
                <a:cs typeface="DejaVu Sans"/>
              </a:defRPr>
            </a:lvl8pPr>
            <a:lvl9pPr algn="l">
              <a:defRPr sz="1725" b="0">
                <a:solidFill>
                  <a:srgbClr val="577078"/>
                </a:solidFill>
                <a:latin typeface="DejaVu Sans"/>
                <a:ea typeface="DejaVu Sans"/>
                <a:cs typeface="DejaVu Sans"/>
              </a:defRPr>
            </a:lvl9pPr>
          </a:lstStyle>
          <a:p xmlns:a="http://schemas.openxmlformats.org/drawingml/2006/main">
            <a:pPr algn="l">
              <a:lnSpc>
                <a:spcPct val="112000"/>
              </a:lnSpc>
              <a:buNone/>
              <a:defRPr sz="1725" b="0">
                <a:solidFill>
                  <a:srgbClr val="577078"/>
                </a:solidFill>
                <a:latin typeface="DejaVu Sans"/>
                <a:ea typeface="DejaVu Sans"/>
                <a:cs typeface="DejaVu Sans"/>
              </a:defRPr>
            </a:pPr>
            <a:r>
              <a:rPr sz="1725" b="0">
                <a:solidFill>
                  <a:srgbClr val="577078"/>
                </a:solidFill>
                <a:latin typeface="DejaVu Sans"/>
                <a:ea typeface="DejaVu Sans"/>
                <a:cs typeface="DejaVu Sans"/>
              </a:rPr>
              <a:t>Enviar, comprar o mover equipos según permisos explícitos.</a:t>
            </a:r>
          </a:p>
        </p:txBody>
      </p:sp>
    </p:spTree>
    <p:extLst>
      <p:ext uri="{BB962C8B-B14F-4D97-AF65-F5344CB8AC3E}">
        <p14:creationId xmlns:p14="http://schemas.microsoft.com/office/powerpoint/2010/main" val="681387175"/>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99CB06-1E75-4BBB-B29C-4ED2D69079B4}"/>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oxlvefkkwkc">
            <a:extLst xmlns:a="http://schemas.openxmlformats.org/drawingml/2006/main">
              <a:ext uri="{FF2B5EF4-FFF2-40B4-BE49-F238E27FC236}">
                <a16:creationId xmlns:a16="http://schemas.microsoft.com/office/drawing/2014/main" id="{BE71BE09-544E-409C-AE6E-23D4906837D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klxk5yn65v">
            <a:extLst xmlns:a="http://schemas.openxmlformats.org/drawingml/2006/main">
              <a:ext uri="{FF2B5EF4-FFF2-40B4-BE49-F238E27FC236}">
                <a16:creationId xmlns:a16="http://schemas.microsoft.com/office/drawing/2014/main" id="{62E8AE99-07EC-4DA8-A870-E941BB410DA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Un documento puede contener instrucciones hostiles</a:t>
            </a:r>
          </a:p>
        </p:txBody>
      </p:sp>
      <p:sp>
        <p:nvSpPr>
          <p:cNvPr id="4" name="text-obb0kkm6kw9">
            <a:extLst xmlns:a="http://schemas.openxmlformats.org/drawingml/2006/main">
              <a:ext uri="{FF2B5EF4-FFF2-40B4-BE49-F238E27FC236}">
                <a16:creationId xmlns:a16="http://schemas.microsoft.com/office/drawing/2014/main" id="{EE916214-50E5-4565-8382-3AE8EB98730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contenido recuperado es información que debe evaluarse.</a:t>
            </a:r>
          </a:p>
        </p:txBody>
      </p:sp>
      <p:sp>
        <p:nvSpPr>
          <p:cNvPr id="5" name="">
            <a:extLst xmlns:a="http://schemas.openxmlformats.org/drawingml/2006/main">
              <a:ext uri="{FF2B5EF4-FFF2-40B4-BE49-F238E27FC236}">
                <a16:creationId xmlns:a16="http://schemas.microsoft.com/office/drawing/2014/main" id="{522F3ADD-BD59-4EAA-B5A0-7AD5E364232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lqmlx2dizc">
            <a:extLst xmlns:a="http://schemas.openxmlformats.org/drawingml/2006/main">
              <a:ext uri="{FF2B5EF4-FFF2-40B4-BE49-F238E27FC236}">
                <a16:creationId xmlns:a16="http://schemas.microsoft.com/office/drawing/2014/main" id="{0F8F8639-69F0-411E-B1F8-75A358F715C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dptdoz513rr">
            <a:extLst xmlns:a="http://schemas.openxmlformats.org/drawingml/2006/main">
              <a:ext uri="{FF2B5EF4-FFF2-40B4-BE49-F238E27FC236}">
                <a16:creationId xmlns:a16="http://schemas.microsoft.com/office/drawing/2014/main" id="{E2C1B198-F574-4F20-8634-82850EA1DF57}"/>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15</a:t>
            </a:r>
          </a:p>
        </p:txBody>
      </p:sp>
      <p:sp>
        <p:nvSpPr>
          <p:cNvPr id="8" name="">
            <a:extLst xmlns:a="http://schemas.openxmlformats.org/drawingml/2006/main">
              <a:ext uri="{FF2B5EF4-FFF2-40B4-BE49-F238E27FC236}">
                <a16:creationId xmlns:a16="http://schemas.microsoft.com/office/drawing/2014/main" id="{DDFAEC45-36DD-4AD9-8F7A-19CF84636938}"/>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E79FB9-8B20-4922-842D-31C0B3BD375B}"/>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7ivxboei13u">
            <a:extLst xmlns:a="http://schemas.openxmlformats.org/drawingml/2006/main">
              <a:ext uri="{FF2B5EF4-FFF2-40B4-BE49-F238E27FC236}">
                <a16:creationId xmlns:a16="http://schemas.microsoft.com/office/drawing/2014/main" id="{06BFB1CC-C2A3-4E18-A616-91ED475C1376}"/>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Entrada engañosa</a:t>
            </a:r>
          </a:p>
        </p:txBody>
      </p:sp>
      <p:sp>
        <p:nvSpPr>
          <p:cNvPr id="11" name="text-g81x5ox8vkh">
            <a:extLst xmlns:a="http://schemas.openxmlformats.org/drawingml/2006/main">
              <a:ext uri="{FF2B5EF4-FFF2-40B4-BE49-F238E27FC236}">
                <a16:creationId xmlns:a16="http://schemas.microsoft.com/office/drawing/2014/main" id="{5E3D8A11-0DF7-49A6-B151-F08B42041404}"/>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Una ficha pide ignorar reglas y enviar credenciales.</a:t>
            </a:r>
          </a:p>
        </p:txBody>
      </p:sp>
      <p:sp>
        <p:nvSpPr>
          <p:cNvPr id="12" name="">
            <a:extLst xmlns:a="http://schemas.openxmlformats.org/drawingml/2006/main">
              <a:ext uri="{FF2B5EF4-FFF2-40B4-BE49-F238E27FC236}">
                <a16:creationId xmlns:a16="http://schemas.microsoft.com/office/drawing/2014/main" id="{32D4C2E1-9A64-4C1E-B072-3CE4B66F9F18}"/>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CADE8B-1EBA-494C-95D6-845158DCCF52}"/>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toh5xu5nqtq">
            <a:extLst xmlns:a="http://schemas.openxmlformats.org/drawingml/2006/main">
              <a:ext uri="{FF2B5EF4-FFF2-40B4-BE49-F238E27FC236}">
                <a16:creationId xmlns:a16="http://schemas.microsoft.com/office/drawing/2014/main" id="{B7FD2CF9-B463-46AF-8890-4C6A5C14CA2B}"/>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Separación de funciones</a:t>
            </a:r>
          </a:p>
        </p:txBody>
      </p:sp>
      <p:sp>
        <p:nvSpPr>
          <p:cNvPr id="15" name="text-9azsuiuwk6g">
            <a:extLst xmlns:a="http://schemas.openxmlformats.org/drawingml/2006/main">
              <a:ext uri="{FF2B5EF4-FFF2-40B4-BE49-F238E27FC236}">
                <a16:creationId xmlns:a16="http://schemas.microsoft.com/office/drawing/2014/main" id="{3F8AD119-4B1C-4F55-8BD5-8189A9721DB9}"/>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La página aporta datos sobre el producto, no autoridad operativa.</a:t>
            </a:r>
          </a:p>
        </p:txBody>
      </p:sp>
      <p:sp>
        <p:nvSpPr>
          <p:cNvPr id="16" name="">
            <a:extLst xmlns:a="http://schemas.openxmlformats.org/drawingml/2006/main">
              <a:ext uri="{FF2B5EF4-FFF2-40B4-BE49-F238E27FC236}">
                <a16:creationId xmlns:a16="http://schemas.microsoft.com/office/drawing/2014/main" id="{B5C5B79E-8211-4D17-90AC-B6D6576FD34E}"/>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122D1C0-7604-46BC-A122-E7B46FCAF8FB}"/>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quxrk7srccc">
            <a:extLst xmlns:a="http://schemas.openxmlformats.org/drawingml/2006/main">
              <a:ext uri="{FF2B5EF4-FFF2-40B4-BE49-F238E27FC236}">
                <a16:creationId xmlns:a16="http://schemas.microsoft.com/office/drawing/2014/main" id="{AB8A2D54-3E5E-499C-B773-DC79E26D2028}"/>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Defensa</a:t>
            </a:r>
          </a:p>
        </p:txBody>
      </p:sp>
      <p:sp>
        <p:nvSpPr>
          <p:cNvPr id="19" name="text-t49vvpad42r">
            <a:extLst xmlns:a="http://schemas.openxmlformats.org/drawingml/2006/main">
              <a:ext uri="{FF2B5EF4-FFF2-40B4-BE49-F238E27FC236}">
                <a16:creationId xmlns:a16="http://schemas.microsoft.com/office/drawing/2014/main" id="{D011606D-86EB-4512-809B-DD0FABFDB618}"/>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Permisos mínimos, validación de argumentos y registro de acciones.</a:t>
            </a:r>
          </a:p>
        </p:txBody>
      </p:sp>
    </p:spTree>
    <p:extLst>
      <p:ext uri="{BB962C8B-B14F-4D97-AF65-F5344CB8AC3E}">
        <p14:creationId xmlns:p14="http://schemas.microsoft.com/office/powerpoint/2010/main" val="909144596"/>
      </p:ext>
    </p:extLst>
  </p:cSld>
</p:sld>
</file>

<file path=ppt/slides/slide1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7F71771C-6ED4-46D3-91C0-3FCE15674A9E}"/>
              </a:ext>
            </a:extLst>
          </p:cNvPr>
          <p:cNvCxnSpPr>
            <a:stCxn xmlns:a="http://schemas.openxmlformats.org/drawingml/2006/main" id="16" idx="3"/>
            <a:endCxn xmlns:a="http://schemas.openxmlformats.org/drawingml/2006/main" id="20" idx="1"/>
          </p:cNvCxnSpPr>
          <p:nvPr/>
        </p:nvCxnSpPr>
        <p:spPr>
          <a:xfrm xmlns:a="http://schemas.openxmlformats.org/drawingml/2006/main">
            <a:off x="87439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09344AF9-279E-4FDF-BAA3-262EB3C3F188}"/>
              </a:ext>
            </a:extLst>
          </p:cNvPr>
          <p:cNvCxnSpPr>
            <a:stCxn xmlns:a="http://schemas.openxmlformats.org/drawingml/2006/main" id="12" idx="3"/>
            <a:endCxn xmlns:a="http://schemas.openxmlformats.org/drawingml/2006/main" id="16" idx="1"/>
          </p:cNvCxnSpPr>
          <p:nvPr/>
        </p:nvCxnSpPr>
        <p:spPr>
          <a:xfrm xmlns:a="http://schemas.openxmlformats.org/drawingml/2006/main">
            <a:off x="590550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D58F9102-523D-40BA-8A21-A517699FAE43}"/>
              </a:ext>
            </a:extLst>
          </p:cNvPr>
          <p:cNvCxnSpPr>
            <a:stCxn xmlns:a="http://schemas.openxmlformats.org/drawingml/2006/main" id="8" idx="3"/>
            <a:endCxn xmlns:a="http://schemas.openxmlformats.org/drawingml/2006/main" id="12" idx="1"/>
          </p:cNvCxnSpPr>
          <p:nvPr/>
        </p:nvCxnSpPr>
        <p:spPr>
          <a:xfrm xmlns:a="http://schemas.openxmlformats.org/drawingml/2006/main">
            <a:off x="3067050" y="4181475"/>
            <a:ext cx="381000" cy="0"/>
          </a:xfrm>
          <a:prstGeom xmlns:a="http://schemas.openxmlformats.org/drawingml/2006/main" prst="straightConnector1">
            <a:avLst/>
          </a:prstGeom>
          <a:ln xmlns:a="http://schemas.openxmlformats.org/drawingml/2006/main" w="28575">
            <a:solidFill>
              <a:srgbClr val="087D78"/>
            </a:solidFill>
            <a:prstDash val="solid"/>
            <a:tailEnd type="triangle" w="sm" len="sm"/>
          </a:ln>
        </p:spPr>
      </p:cxnSp>
      <p:sp>
        <p:nvSpPr>
          <p:cNvPr id="27" name="">
            <a:extLst xmlns:a="http://schemas.openxmlformats.org/drawingml/2006/main">
              <a:ext uri="{FF2B5EF4-FFF2-40B4-BE49-F238E27FC236}">
                <a16:creationId xmlns:a16="http://schemas.microsoft.com/office/drawing/2014/main" id="{8BEF6A92-8F22-463A-9CA8-39A49C390052}"/>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cytsgdyk7o">
            <a:extLst xmlns:a="http://schemas.openxmlformats.org/drawingml/2006/main">
              <a:ext uri="{FF2B5EF4-FFF2-40B4-BE49-F238E27FC236}">
                <a16:creationId xmlns:a16="http://schemas.microsoft.com/office/drawing/2014/main" id="{8B0DC786-6FF2-4EDF-88B9-6D909A188955}"/>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xmx2aeh1os">
            <a:extLst xmlns:a="http://schemas.openxmlformats.org/drawingml/2006/main">
              <a:ext uri="{FF2B5EF4-FFF2-40B4-BE49-F238E27FC236}">
                <a16:creationId xmlns:a16="http://schemas.microsoft.com/office/drawing/2014/main" id="{78F085FA-94E1-4958-A989-0E4C575EE07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Caso guiado: comparar proveedores con evidencia</a:t>
            </a:r>
          </a:p>
        </p:txBody>
      </p:sp>
      <p:sp>
        <p:nvSpPr>
          <p:cNvPr id="4" name="text-j34a80fiz4">
            <a:extLst xmlns:a="http://schemas.openxmlformats.org/drawingml/2006/main">
              <a:ext uri="{FF2B5EF4-FFF2-40B4-BE49-F238E27FC236}">
                <a16:creationId xmlns:a16="http://schemas.microsoft.com/office/drawing/2014/main" id="{EC66E34D-63CA-41B3-826C-78F6E0224E47}"/>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El entregable es una tabla auditable, con datos ausentes visibles.</a:t>
            </a:r>
          </a:p>
        </p:txBody>
      </p:sp>
      <p:sp>
        <p:nvSpPr>
          <p:cNvPr id="5" name="">
            <a:extLst xmlns:a="http://schemas.openxmlformats.org/drawingml/2006/main">
              <a:ext uri="{FF2B5EF4-FFF2-40B4-BE49-F238E27FC236}">
                <a16:creationId xmlns:a16="http://schemas.microsoft.com/office/drawing/2014/main" id="{4E632799-B90C-446B-B067-C845745F4E3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jz26unuosma">
            <a:extLst xmlns:a="http://schemas.openxmlformats.org/drawingml/2006/main">
              <a:ext uri="{FF2B5EF4-FFF2-40B4-BE49-F238E27FC236}">
                <a16:creationId xmlns:a16="http://schemas.microsoft.com/office/drawing/2014/main" id="{47CABD7E-7F81-4E9D-851D-44BA2D75899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dekhuppiws">
            <a:extLst xmlns:a="http://schemas.openxmlformats.org/drawingml/2006/main">
              <a:ext uri="{FF2B5EF4-FFF2-40B4-BE49-F238E27FC236}">
                <a16:creationId xmlns:a16="http://schemas.microsoft.com/office/drawing/2014/main" id="{0894AEF2-D2BD-4C2F-8A5E-6916AE18DBE0}"/>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16</a:t>
            </a:r>
          </a:p>
        </p:txBody>
      </p:sp>
      <p:sp>
        <p:nvSpPr>
          <p:cNvPr id="8" name="">
            <a:extLst xmlns:a="http://schemas.openxmlformats.org/drawingml/2006/main">
              <a:ext uri="{FF2B5EF4-FFF2-40B4-BE49-F238E27FC236}">
                <a16:creationId xmlns:a16="http://schemas.microsoft.com/office/drawing/2014/main" id="{2FAE3722-ED50-4800-BBD5-1E00C56C3AF1}"/>
              </a:ext>
            </a:extLst>
          </p:cNvPr>
          <p:cNvSpPr>
            <a:spLocks xmlns:a="http://schemas.openxmlformats.org/drawingml/2006/main" noGrp="1"/>
          </p:cNvSpPr>
          <p:nvPr/>
        </p:nvSpPr>
        <p:spPr>
          <a:xfrm xmlns:a="http://schemas.openxmlformats.org/drawingml/2006/main">
            <a:off x="6096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22B948-E78C-4204-9364-531A634ADA76}"/>
              </a:ext>
            </a:extLst>
          </p:cNvPr>
          <p:cNvSpPr>
            <a:spLocks xmlns:a="http://schemas.openxmlformats.org/drawingml/2006/main" noGrp="1"/>
          </p:cNvSpPr>
          <p:nvPr/>
        </p:nvSpPr>
        <p:spPr>
          <a:xfrm xmlns:a="http://schemas.openxmlformats.org/drawingml/2006/main">
            <a:off x="609600" y="2800350"/>
            <a:ext cx="38100" cy="2762250"/>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g7n2undigz6">
            <a:extLst xmlns:a="http://schemas.openxmlformats.org/drawingml/2006/main">
              <a:ext uri="{FF2B5EF4-FFF2-40B4-BE49-F238E27FC236}">
                <a16:creationId xmlns:a16="http://schemas.microsoft.com/office/drawing/2014/main" id="{1BBBB0E4-9902-45A0-B634-A7EB9902E516}"/>
              </a:ext>
            </a:extLst>
          </p:cNvPr>
          <p:cNvSpPr>
            <a:spLocks xmlns:a="http://schemas.openxmlformats.org/drawingml/2006/main" noGrp="1"/>
          </p:cNvSpPr>
          <p:nvPr/>
        </p:nvSpPr>
        <p:spPr>
          <a:xfrm xmlns:a="http://schemas.openxmlformats.org/drawingml/2006/main">
            <a:off x="8191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Definir</a:t>
            </a:r>
          </a:p>
        </p:txBody>
      </p:sp>
      <p:sp>
        <p:nvSpPr>
          <p:cNvPr id="11" name="text-e8advte9lzn">
            <a:extLst xmlns:a="http://schemas.openxmlformats.org/drawingml/2006/main">
              <a:ext uri="{FF2B5EF4-FFF2-40B4-BE49-F238E27FC236}">
                <a16:creationId xmlns:a16="http://schemas.microsoft.com/office/drawing/2014/main" id="{51FE0F2D-9C78-4403-9DCB-7C789B4E7642}"/>
              </a:ext>
            </a:extLst>
          </p:cNvPr>
          <p:cNvSpPr>
            <a:spLocks xmlns:a="http://schemas.openxmlformats.org/drawingml/2006/main" noGrp="1"/>
          </p:cNvSpPr>
          <p:nvPr/>
        </p:nvSpPr>
        <p:spPr>
          <a:xfrm xmlns:a="http://schemas.openxmlformats.org/drawingml/2006/main">
            <a:off x="8191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Misma tarea, carga útil, país y fecha de corte.</a:t>
            </a:r>
          </a:p>
        </p:txBody>
      </p:sp>
      <p:sp>
        <p:nvSpPr>
          <p:cNvPr id="12" name="">
            <a:extLst xmlns:a="http://schemas.openxmlformats.org/drawingml/2006/main">
              <a:ext uri="{FF2B5EF4-FFF2-40B4-BE49-F238E27FC236}">
                <a16:creationId xmlns:a16="http://schemas.microsoft.com/office/drawing/2014/main" id="{75884C4A-08CF-481B-B349-90AB86C19C34}"/>
              </a:ext>
            </a:extLst>
          </p:cNvPr>
          <p:cNvSpPr>
            <a:spLocks xmlns:a="http://schemas.openxmlformats.org/drawingml/2006/main" noGrp="1"/>
          </p:cNvSpPr>
          <p:nvPr/>
        </p:nvSpPr>
        <p:spPr>
          <a:xfrm xmlns:a="http://schemas.openxmlformats.org/drawingml/2006/main">
            <a:off x="34480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B64D04F-6C00-4A3F-B219-461C411AC711}"/>
              </a:ext>
            </a:extLst>
          </p:cNvPr>
          <p:cNvSpPr>
            <a:spLocks xmlns:a="http://schemas.openxmlformats.org/drawingml/2006/main" noGrp="1"/>
          </p:cNvSpPr>
          <p:nvPr/>
        </p:nvSpPr>
        <p:spPr>
          <a:xfrm xmlns:a="http://schemas.openxmlformats.org/drawingml/2006/main">
            <a:off x="3448050" y="2800350"/>
            <a:ext cx="38100" cy="2762250"/>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c5kjgjdsh3i">
            <a:extLst xmlns:a="http://schemas.openxmlformats.org/drawingml/2006/main">
              <a:ext uri="{FF2B5EF4-FFF2-40B4-BE49-F238E27FC236}">
                <a16:creationId xmlns:a16="http://schemas.microsoft.com/office/drawing/2014/main" id="{3196F57F-8766-4EB7-BC52-E9C1FF57B7FE}"/>
              </a:ext>
            </a:extLst>
          </p:cNvPr>
          <p:cNvSpPr>
            <a:spLocks xmlns:a="http://schemas.openxmlformats.org/drawingml/2006/main" noGrp="1"/>
          </p:cNvSpPr>
          <p:nvPr/>
        </p:nvSpPr>
        <p:spPr>
          <a:xfrm xmlns:a="http://schemas.openxmlformats.org/drawingml/2006/main">
            <a:off x="36576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Recuperar</a:t>
            </a:r>
          </a:p>
        </p:txBody>
      </p:sp>
      <p:sp>
        <p:nvSpPr>
          <p:cNvPr id="15" name="text-3w6sy7hwhwx">
            <a:extLst xmlns:a="http://schemas.openxmlformats.org/drawingml/2006/main">
              <a:ext uri="{FF2B5EF4-FFF2-40B4-BE49-F238E27FC236}">
                <a16:creationId xmlns:a16="http://schemas.microsoft.com/office/drawing/2014/main" id="{FB5D381D-2352-42B6-AAED-41EAB7314FD6}"/>
              </a:ext>
            </a:extLst>
          </p:cNvPr>
          <p:cNvSpPr>
            <a:spLocks xmlns:a="http://schemas.openxmlformats.org/drawingml/2006/main" noGrp="1"/>
          </p:cNvSpPr>
          <p:nvPr/>
        </p:nvSpPr>
        <p:spPr>
          <a:xfrm xmlns:a="http://schemas.openxmlformats.org/drawingml/2006/main">
            <a:off x="36576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Fichas oficiales y condiciones de cada variante.</a:t>
            </a:r>
          </a:p>
        </p:txBody>
      </p:sp>
      <p:sp>
        <p:nvSpPr>
          <p:cNvPr id="16" name="">
            <a:extLst xmlns:a="http://schemas.openxmlformats.org/drawingml/2006/main">
              <a:ext uri="{FF2B5EF4-FFF2-40B4-BE49-F238E27FC236}">
                <a16:creationId xmlns:a16="http://schemas.microsoft.com/office/drawing/2014/main" id="{E6A7DC73-81E6-4FB2-9179-6E3EA8AD1B8C}"/>
              </a:ext>
            </a:extLst>
          </p:cNvPr>
          <p:cNvSpPr>
            <a:spLocks xmlns:a="http://schemas.openxmlformats.org/drawingml/2006/main" noGrp="1"/>
          </p:cNvSpPr>
          <p:nvPr/>
        </p:nvSpPr>
        <p:spPr>
          <a:xfrm xmlns:a="http://schemas.openxmlformats.org/drawingml/2006/main">
            <a:off x="628650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4170413-0A1C-44A4-957A-F1FA869B044A}"/>
              </a:ext>
            </a:extLst>
          </p:cNvPr>
          <p:cNvSpPr>
            <a:spLocks xmlns:a="http://schemas.openxmlformats.org/drawingml/2006/main" noGrp="1"/>
          </p:cNvSpPr>
          <p:nvPr/>
        </p:nvSpPr>
        <p:spPr>
          <a:xfrm xmlns:a="http://schemas.openxmlformats.org/drawingml/2006/main">
            <a:off x="6286500" y="2800350"/>
            <a:ext cx="38100" cy="2762250"/>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kftvk097ty">
            <a:extLst xmlns:a="http://schemas.openxmlformats.org/drawingml/2006/main">
              <a:ext uri="{FF2B5EF4-FFF2-40B4-BE49-F238E27FC236}">
                <a16:creationId xmlns:a16="http://schemas.microsoft.com/office/drawing/2014/main" id="{227C7E01-3264-44D3-BADB-1F2A12D0B1A8}"/>
              </a:ext>
            </a:extLst>
          </p:cNvPr>
          <p:cNvSpPr>
            <a:spLocks xmlns:a="http://schemas.openxmlformats.org/drawingml/2006/main" noGrp="1"/>
          </p:cNvSpPr>
          <p:nvPr/>
        </p:nvSpPr>
        <p:spPr>
          <a:xfrm xmlns:a="http://schemas.openxmlformats.org/drawingml/2006/main">
            <a:off x="649605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Normalizar</a:t>
            </a:r>
          </a:p>
        </p:txBody>
      </p:sp>
      <p:sp>
        <p:nvSpPr>
          <p:cNvPr id="19" name="text-06wlsx8i1n99">
            <a:extLst xmlns:a="http://schemas.openxmlformats.org/drawingml/2006/main">
              <a:ext uri="{FF2B5EF4-FFF2-40B4-BE49-F238E27FC236}">
                <a16:creationId xmlns:a16="http://schemas.microsoft.com/office/drawing/2014/main" id="{647E1647-D0A4-4426-8323-EA8E7B78C002}"/>
              </a:ext>
            </a:extLst>
          </p:cNvPr>
          <p:cNvSpPr>
            <a:spLocks xmlns:a="http://schemas.openxmlformats.org/drawingml/2006/main" noGrp="1"/>
          </p:cNvSpPr>
          <p:nvPr/>
        </p:nvSpPr>
        <p:spPr>
          <a:xfrm xmlns:a="http://schemas.openxmlformats.org/drawingml/2006/main">
            <a:off x="649605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Convertir unidades y separar precio de costo total.</a:t>
            </a:r>
          </a:p>
        </p:txBody>
      </p:sp>
      <p:sp>
        <p:nvSpPr>
          <p:cNvPr id="20" name="">
            <a:extLst xmlns:a="http://schemas.openxmlformats.org/drawingml/2006/main">
              <a:ext uri="{FF2B5EF4-FFF2-40B4-BE49-F238E27FC236}">
                <a16:creationId xmlns:a16="http://schemas.microsoft.com/office/drawing/2014/main" id="{A3A952F9-BEC3-4704-8DB6-240DF8E16748}"/>
              </a:ext>
            </a:extLst>
          </p:cNvPr>
          <p:cNvSpPr>
            <a:spLocks xmlns:a="http://schemas.openxmlformats.org/drawingml/2006/main" noGrp="1"/>
          </p:cNvSpPr>
          <p:nvPr/>
        </p:nvSpPr>
        <p:spPr>
          <a:xfrm xmlns:a="http://schemas.openxmlformats.org/drawingml/2006/main">
            <a:off x="9124950" y="2800350"/>
            <a:ext cx="2457450" cy="2762250"/>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BF1E5B9-E322-40C2-9F63-A75DE86D3B80}"/>
              </a:ext>
            </a:extLst>
          </p:cNvPr>
          <p:cNvSpPr>
            <a:spLocks xmlns:a="http://schemas.openxmlformats.org/drawingml/2006/main" noGrp="1"/>
          </p:cNvSpPr>
          <p:nvPr/>
        </p:nvSpPr>
        <p:spPr>
          <a:xfrm xmlns:a="http://schemas.openxmlformats.org/drawingml/2006/main">
            <a:off x="9124950" y="2800350"/>
            <a:ext cx="38100" cy="27622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0lmtxt5uddvr">
            <a:extLst xmlns:a="http://schemas.openxmlformats.org/drawingml/2006/main">
              <a:ext uri="{FF2B5EF4-FFF2-40B4-BE49-F238E27FC236}">
                <a16:creationId xmlns:a16="http://schemas.microsoft.com/office/drawing/2014/main" id="{4C8EB74C-7191-4C52-9190-B6C32A4F5987}"/>
              </a:ext>
            </a:extLst>
          </p:cNvPr>
          <p:cNvSpPr>
            <a:spLocks xmlns:a="http://schemas.openxmlformats.org/drawingml/2006/main" noGrp="1"/>
          </p:cNvSpPr>
          <p:nvPr/>
        </p:nvSpPr>
        <p:spPr>
          <a:xfrm xmlns:a="http://schemas.openxmlformats.org/drawingml/2006/main">
            <a:off x="9334500" y="297180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Concluir</a:t>
            </a:r>
          </a:p>
        </p:txBody>
      </p:sp>
      <p:sp>
        <p:nvSpPr>
          <p:cNvPr id="23" name="text-wr2fnupfxmd">
            <a:extLst xmlns:a="http://schemas.openxmlformats.org/drawingml/2006/main">
              <a:ext uri="{FF2B5EF4-FFF2-40B4-BE49-F238E27FC236}">
                <a16:creationId xmlns:a16="http://schemas.microsoft.com/office/drawing/2014/main" id="{85580B60-DC28-4A7B-A7BE-DC2FF697E28A}"/>
              </a:ext>
            </a:extLst>
          </p:cNvPr>
          <p:cNvSpPr>
            <a:spLocks xmlns:a="http://schemas.openxmlformats.org/drawingml/2006/main" noGrp="1"/>
          </p:cNvSpPr>
          <p:nvPr/>
        </p:nvSpPr>
        <p:spPr>
          <a:xfrm xmlns:a="http://schemas.openxmlformats.org/drawingml/2006/main">
            <a:off x="9334500" y="3590925"/>
            <a:ext cx="2038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Comparar solo lo comparable y declarar incertidumbre.</a:t>
            </a:r>
          </a:p>
        </p:txBody>
      </p:sp>
    </p:spTree>
    <p:extLst>
      <p:ext uri="{BB962C8B-B14F-4D97-AF65-F5344CB8AC3E}">
        <p14:creationId xmlns:p14="http://schemas.microsoft.com/office/powerpoint/2010/main" val="2059563396"/>
      </p:ext>
    </p:extLst>
  </p:cSld>
</p:sld>
</file>

<file path=ppt/slides/slide1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98FAC8A5-9011-4BA9-A1CD-4E9035CAE62D}"/>
              </a:ext>
            </a:extLst>
          </p:cNvPr>
          <p:cNvCxnSpPr>
            <a:stCxn xmlns:a="http://schemas.openxmlformats.org/drawingml/2006/main" id="16" idx="3"/>
            <a:endCxn xmlns:a="http://schemas.openxmlformats.org/drawingml/2006/main" id="20" idx="1"/>
          </p:cNvCxnSpPr>
          <p:nvPr/>
        </p:nvCxnSpPr>
        <p:spPr>
          <a:xfrm xmlns:a="http://schemas.openxmlformats.org/drawingml/2006/main" flipV="1">
            <a:off x="7629525" y="4391025"/>
            <a:ext cx="1323975" cy="7477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01CBB047-50F9-4B52-A234-21390AB06CE0}"/>
              </a:ext>
            </a:extLst>
          </p:cNvPr>
          <p:cNvCxnSpPr>
            <a:stCxn xmlns:a="http://schemas.openxmlformats.org/drawingml/2006/main" id="8" idx="3"/>
            <a:endCxn xmlns:a="http://schemas.openxmlformats.org/drawingml/2006/main" id="16" idx="1"/>
          </p:cNvCxnSpPr>
          <p:nvPr/>
        </p:nvCxnSpPr>
        <p:spPr>
          <a:xfrm xmlns:a="http://schemas.openxmlformats.org/drawingml/2006/main">
            <a:off x="3038475" y="4391025"/>
            <a:ext cx="1209675" cy="7477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358D64A2-F20E-46D9-B37F-15BB1EB84841}"/>
              </a:ext>
            </a:extLst>
          </p:cNvPr>
          <p:cNvCxnSpPr>
            <a:stCxn xmlns:a="http://schemas.openxmlformats.org/drawingml/2006/main" id="12" idx="3"/>
            <a:endCxn xmlns:a="http://schemas.openxmlformats.org/drawingml/2006/main" id="20" idx="1"/>
          </p:cNvCxnSpPr>
          <p:nvPr/>
        </p:nvCxnSpPr>
        <p:spPr>
          <a:xfrm xmlns:a="http://schemas.openxmlformats.org/drawingml/2006/main">
            <a:off x="7629525" y="3300413"/>
            <a:ext cx="1323975" cy="10906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2FD752D2-6A9E-40BF-A601-E6FF000D2B52}"/>
              </a:ext>
            </a:extLst>
          </p:cNvPr>
          <p:cNvCxnSpPr>
            <a:stCxn xmlns:a="http://schemas.openxmlformats.org/drawingml/2006/main" id="8" idx="3"/>
            <a:endCxn xmlns:a="http://schemas.openxmlformats.org/drawingml/2006/main" id="12" idx="1"/>
          </p:cNvCxnSpPr>
          <p:nvPr/>
        </p:nvCxnSpPr>
        <p:spPr>
          <a:xfrm xmlns:a="http://schemas.openxmlformats.org/drawingml/2006/main" flipV="1">
            <a:off x="3038475" y="3300413"/>
            <a:ext cx="1209675" cy="1090613"/>
          </a:xfrm>
          <a:prstGeom xmlns:a="http://schemas.openxmlformats.org/drawingml/2006/main" prst="straightConnector1">
            <a:avLst/>
          </a:prstGeom>
          <a:ln xmlns:a="http://schemas.openxmlformats.org/drawingml/2006/main" w="28575">
            <a:solidFill>
              <a:srgbClr val="62D6C9"/>
            </a:solidFill>
            <a:prstDash val="solid"/>
            <a:tailEnd type="triangle" w="sm" len="sm"/>
          </a:ln>
        </p:spPr>
      </p:cxnSp>
      <p:sp>
        <p:nvSpPr>
          <p:cNvPr id="28" name="">
            <a:extLst xmlns:a="http://schemas.openxmlformats.org/drawingml/2006/main">
              <a:ext uri="{FF2B5EF4-FFF2-40B4-BE49-F238E27FC236}">
                <a16:creationId xmlns:a16="http://schemas.microsoft.com/office/drawing/2014/main" id="{40131C54-A4CB-4D25-A52A-12CE8F27FC00}"/>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6vi7hukmxp3">
            <a:extLst xmlns:a="http://schemas.openxmlformats.org/drawingml/2006/main">
              <a:ext uri="{FF2B5EF4-FFF2-40B4-BE49-F238E27FC236}">
                <a16:creationId xmlns:a16="http://schemas.microsoft.com/office/drawing/2014/main" id="{870F45BB-E94E-4DA8-9F45-89DF7923ABD1}"/>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2sxxue13yv2">
            <a:extLst xmlns:a="http://schemas.openxmlformats.org/drawingml/2006/main">
              <a:ext uri="{FF2B5EF4-FFF2-40B4-BE49-F238E27FC236}">
                <a16:creationId xmlns:a16="http://schemas.microsoft.com/office/drawing/2014/main" id="{BB49E371-8D9C-454A-A4B8-D536CC9474D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Más agentes agregan coordinación además de capacidad</a:t>
            </a:r>
          </a:p>
        </p:txBody>
      </p:sp>
      <p:sp>
        <p:nvSpPr>
          <p:cNvPr id="4" name="text-iygjp7hm4ir">
            <a:extLst xmlns:a="http://schemas.openxmlformats.org/drawingml/2006/main">
              <a:ext uri="{FF2B5EF4-FFF2-40B4-BE49-F238E27FC236}">
                <a16:creationId xmlns:a16="http://schemas.microsoft.com/office/drawing/2014/main" id="{3EB594D0-0989-4E85-A1ED-3EE36685C5A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Especialización útil cuando las subtareas y los criterios están definidos.</a:t>
            </a:r>
          </a:p>
        </p:txBody>
      </p:sp>
      <p:sp>
        <p:nvSpPr>
          <p:cNvPr id="5" name="">
            <a:extLst xmlns:a="http://schemas.openxmlformats.org/drawingml/2006/main">
              <a:ext uri="{FF2B5EF4-FFF2-40B4-BE49-F238E27FC236}">
                <a16:creationId xmlns:a16="http://schemas.microsoft.com/office/drawing/2014/main" id="{A4484F35-4C59-416A-9766-A4AC8A5C0E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a4d56121nac">
            <a:extLst xmlns:a="http://schemas.openxmlformats.org/drawingml/2006/main">
              <a:ext uri="{FF2B5EF4-FFF2-40B4-BE49-F238E27FC236}">
                <a16:creationId xmlns:a16="http://schemas.microsoft.com/office/drawing/2014/main" id="{F229DBF6-C7E7-4689-8788-9967A21DBC46}"/>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f46uzpg785h">
            <a:extLst xmlns:a="http://schemas.openxmlformats.org/drawingml/2006/main">
              <a:ext uri="{FF2B5EF4-FFF2-40B4-BE49-F238E27FC236}">
                <a16:creationId xmlns:a16="http://schemas.microsoft.com/office/drawing/2014/main" id="{3552BDA8-0184-4016-A46E-7DFB0C4637F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17</a:t>
            </a:r>
          </a:p>
        </p:txBody>
      </p:sp>
      <p:sp>
        <p:nvSpPr>
          <p:cNvPr id="8" name="">
            <a:extLst xmlns:a="http://schemas.openxmlformats.org/drawingml/2006/main">
              <a:ext uri="{FF2B5EF4-FFF2-40B4-BE49-F238E27FC236}">
                <a16:creationId xmlns:a16="http://schemas.microsoft.com/office/drawing/2014/main" id="{947CF55B-BDEC-48D6-B10C-8FB8A6C508E2}"/>
              </a:ext>
            </a:extLst>
          </p:cNvPr>
          <p:cNvSpPr>
            <a:spLocks xmlns:a="http://schemas.openxmlformats.org/drawingml/2006/main" noGrp="1"/>
          </p:cNvSpPr>
          <p:nvPr/>
        </p:nvSpPr>
        <p:spPr>
          <a:xfrm xmlns:a="http://schemas.openxmlformats.org/drawingml/2006/main">
            <a:off x="609600" y="3409950"/>
            <a:ext cx="2428875" cy="19621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94473B0-1108-4CB9-9DB4-229EF1D64BE0}"/>
              </a:ext>
            </a:extLst>
          </p:cNvPr>
          <p:cNvSpPr>
            <a:spLocks xmlns:a="http://schemas.openxmlformats.org/drawingml/2006/main" noGrp="1"/>
          </p:cNvSpPr>
          <p:nvPr/>
        </p:nvSpPr>
        <p:spPr>
          <a:xfrm xmlns:a="http://schemas.openxmlformats.org/drawingml/2006/main">
            <a:off x="609600" y="3409950"/>
            <a:ext cx="38100" cy="1962150"/>
          </a:xfrm>
          <a:prstGeom xmlns:a="http://schemas.openxmlformats.org/drawingml/2006/main" prst="rect">
            <a:avLst/>
          </a:prstGeom>
          <a:solidFill xmlns:a="http://schemas.openxmlformats.org/drawingml/2006/main">
            <a:srgbClr val="62D6C9"/>
          </a:solidFill>
          <a:ln xmlns:a="http://schemas.openxmlformats.org/drawingml/2006/main" w="0">
            <a:noFill/>
            <a:prstDash val="solid"/>
          </a:ln>
        </p:spPr>
      </p:sp>
      <p:sp>
        <p:nvSpPr>
          <p:cNvPr id="10" name="text-j6oeb8fer3g">
            <a:extLst xmlns:a="http://schemas.openxmlformats.org/drawingml/2006/main">
              <a:ext uri="{FF2B5EF4-FFF2-40B4-BE49-F238E27FC236}">
                <a16:creationId xmlns:a16="http://schemas.microsoft.com/office/drawing/2014/main" id="{C1869A35-E653-4FFE-80DC-57E110BB8875}"/>
              </a:ext>
            </a:extLst>
          </p:cNvPr>
          <p:cNvSpPr>
            <a:spLocks xmlns:a="http://schemas.openxmlformats.org/drawingml/2006/main" noGrp="1"/>
          </p:cNvSpPr>
          <p:nvPr/>
        </p:nvSpPr>
        <p:spPr>
          <a:xfrm xmlns:a="http://schemas.openxmlformats.org/drawingml/2006/main">
            <a:off x="819150" y="3581400"/>
            <a:ext cx="20097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Coordinador</a:t>
            </a:r>
          </a:p>
        </p:txBody>
      </p:sp>
      <p:sp>
        <p:nvSpPr>
          <p:cNvPr id="11" name="text-910n0jmbgof">
            <a:extLst xmlns:a="http://schemas.openxmlformats.org/drawingml/2006/main">
              <a:ext uri="{FF2B5EF4-FFF2-40B4-BE49-F238E27FC236}">
                <a16:creationId xmlns:a16="http://schemas.microsoft.com/office/drawing/2014/main" id="{313E3765-57DA-4481-9DF7-B5863D71FAB9}"/>
              </a:ext>
            </a:extLst>
          </p:cNvPr>
          <p:cNvSpPr>
            <a:spLocks xmlns:a="http://schemas.openxmlformats.org/drawingml/2006/main" noGrp="1"/>
          </p:cNvSpPr>
          <p:nvPr/>
        </p:nvSpPr>
        <p:spPr>
          <a:xfrm xmlns:a="http://schemas.openxmlformats.org/drawingml/2006/main">
            <a:off x="819150" y="4200525"/>
            <a:ext cx="20097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Asigna alcance y presupuesto.</a:t>
            </a:r>
          </a:p>
        </p:txBody>
      </p:sp>
      <p:sp>
        <p:nvSpPr>
          <p:cNvPr id="12" name="">
            <a:extLst xmlns:a="http://schemas.openxmlformats.org/drawingml/2006/main">
              <a:ext uri="{FF2B5EF4-FFF2-40B4-BE49-F238E27FC236}">
                <a16:creationId xmlns:a16="http://schemas.microsoft.com/office/drawing/2014/main" id="{11CC61E5-ED47-4280-B94A-EAFF27651ABA}"/>
              </a:ext>
            </a:extLst>
          </p:cNvPr>
          <p:cNvSpPr>
            <a:spLocks xmlns:a="http://schemas.openxmlformats.org/drawingml/2006/main" noGrp="1"/>
          </p:cNvSpPr>
          <p:nvPr/>
        </p:nvSpPr>
        <p:spPr>
          <a:xfrm xmlns:a="http://schemas.openxmlformats.org/drawingml/2006/main">
            <a:off x="4248150" y="2571750"/>
            <a:ext cx="3381375" cy="145732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82F704-8DF4-40DF-8521-3B8E400544E3}"/>
              </a:ext>
            </a:extLst>
          </p:cNvPr>
          <p:cNvSpPr>
            <a:spLocks xmlns:a="http://schemas.openxmlformats.org/drawingml/2006/main" noGrp="1"/>
          </p:cNvSpPr>
          <p:nvPr/>
        </p:nvSpPr>
        <p:spPr>
          <a:xfrm xmlns:a="http://schemas.openxmlformats.org/drawingml/2006/main">
            <a:off x="4248150" y="2571750"/>
            <a:ext cx="38100" cy="14573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24xr7u8wj1i">
            <a:extLst xmlns:a="http://schemas.openxmlformats.org/drawingml/2006/main">
              <a:ext uri="{FF2B5EF4-FFF2-40B4-BE49-F238E27FC236}">
                <a16:creationId xmlns:a16="http://schemas.microsoft.com/office/drawing/2014/main" id="{E6E7A045-314C-4867-9280-D5AF78AC6A3D}"/>
              </a:ext>
            </a:extLst>
          </p:cNvPr>
          <p:cNvSpPr>
            <a:spLocks xmlns:a="http://schemas.openxmlformats.org/drawingml/2006/main" noGrp="1"/>
          </p:cNvSpPr>
          <p:nvPr/>
        </p:nvSpPr>
        <p:spPr>
          <a:xfrm xmlns:a="http://schemas.openxmlformats.org/drawingml/2006/main">
            <a:off x="4457700" y="2743200"/>
            <a:ext cx="2962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Investigador</a:t>
            </a:r>
          </a:p>
        </p:txBody>
      </p:sp>
      <p:sp>
        <p:nvSpPr>
          <p:cNvPr id="15" name="text-0j1ghpnf8i1d">
            <a:extLst xmlns:a="http://schemas.openxmlformats.org/drawingml/2006/main">
              <a:ext uri="{FF2B5EF4-FFF2-40B4-BE49-F238E27FC236}">
                <a16:creationId xmlns:a16="http://schemas.microsoft.com/office/drawing/2014/main" id="{8B1C44AB-995E-4766-A16E-605E83593BF0}"/>
              </a:ext>
            </a:extLst>
          </p:cNvPr>
          <p:cNvSpPr>
            <a:spLocks xmlns:a="http://schemas.openxmlformats.org/drawingml/2006/main" noGrp="1"/>
          </p:cNvSpPr>
          <p:nvPr/>
        </p:nvSpPr>
        <p:spPr>
          <a:xfrm xmlns:a="http://schemas.openxmlformats.org/drawingml/2006/main">
            <a:off x="4457700" y="3362325"/>
            <a:ext cx="29622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Reúne evidencia trazable.</a:t>
            </a:r>
          </a:p>
        </p:txBody>
      </p:sp>
      <p:sp>
        <p:nvSpPr>
          <p:cNvPr id="16" name="">
            <a:extLst xmlns:a="http://schemas.openxmlformats.org/drawingml/2006/main">
              <a:ext uri="{FF2B5EF4-FFF2-40B4-BE49-F238E27FC236}">
                <a16:creationId xmlns:a16="http://schemas.microsoft.com/office/drawing/2014/main" id="{BD6C9DA9-85D9-44BF-A558-6AF0F035DEA4}"/>
              </a:ext>
            </a:extLst>
          </p:cNvPr>
          <p:cNvSpPr>
            <a:spLocks xmlns:a="http://schemas.openxmlformats.org/drawingml/2006/main" noGrp="1"/>
          </p:cNvSpPr>
          <p:nvPr/>
        </p:nvSpPr>
        <p:spPr>
          <a:xfrm xmlns:a="http://schemas.openxmlformats.org/drawingml/2006/main">
            <a:off x="4248150" y="4410075"/>
            <a:ext cx="3381375" cy="1457325"/>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495C85-C7E5-4175-93D4-0E562FE56EA6}"/>
              </a:ext>
            </a:extLst>
          </p:cNvPr>
          <p:cNvSpPr>
            <a:spLocks xmlns:a="http://schemas.openxmlformats.org/drawingml/2006/main" noGrp="1"/>
          </p:cNvSpPr>
          <p:nvPr/>
        </p:nvSpPr>
        <p:spPr>
          <a:xfrm xmlns:a="http://schemas.openxmlformats.org/drawingml/2006/main">
            <a:off x="4248150" y="4410075"/>
            <a:ext cx="38100" cy="14573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301kcly0mde">
            <a:extLst xmlns:a="http://schemas.openxmlformats.org/drawingml/2006/main">
              <a:ext uri="{FF2B5EF4-FFF2-40B4-BE49-F238E27FC236}">
                <a16:creationId xmlns:a16="http://schemas.microsoft.com/office/drawing/2014/main" id="{FF0FF598-F87B-4549-B93B-259EAA02DDD0}"/>
              </a:ext>
            </a:extLst>
          </p:cNvPr>
          <p:cNvSpPr>
            <a:spLocks xmlns:a="http://schemas.openxmlformats.org/drawingml/2006/main" noGrp="1"/>
          </p:cNvSpPr>
          <p:nvPr/>
        </p:nvSpPr>
        <p:spPr>
          <a:xfrm xmlns:a="http://schemas.openxmlformats.org/drawingml/2006/main">
            <a:off x="4457700" y="4581525"/>
            <a:ext cx="2962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Calculista</a:t>
            </a:r>
          </a:p>
        </p:txBody>
      </p:sp>
      <p:sp>
        <p:nvSpPr>
          <p:cNvPr id="19" name="text-ixbl0prreoc">
            <a:extLst xmlns:a="http://schemas.openxmlformats.org/drawingml/2006/main">
              <a:ext uri="{FF2B5EF4-FFF2-40B4-BE49-F238E27FC236}">
                <a16:creationId xmlns:a16="http://schemas.microsoft.com/office/drawing/2014/main" id="{68767C1C-5356-41E5-8201-18CAF1A50C56}"/>
              </a:ext>
            </a:extLst>
          </p:cNvPr>
          <p:cNvSpPr>
            <a:spLocks xmlns:a="http://schemas.openxmlformats.org/drawingml/2006/main" noGrp="1"/>
          </p:cNvSpPr>
          <p:nvPr/>
        </p:nvSpPr>
        <p:spPr>
          <a:xfrm xmlns:a="http://schemas.openxmlformats.org/drawingml/2006/main">
            <a:off x="4457700" y="5200650"/>
            <a:ext cx="29622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Normaliza unidades y reproduce operaciones.</a:t>
            </a:r>
          </a:p>
        </p:txBody>
      </p:sp>
      <p:sp>
        <p:nvSpPr>
          <p:cNvPr id="20" name="">
            <a:extLst xmlns:a="http://schemas.openxmlformats.org/drawingml/2006/main">
              <a:ext uri="{FF2B5EF4-FFF2-40B4-BE49-F238E27FC236}">
                <a16:creationId xmlns:a16="http://schemas.microsoft.com/office/drawing/2014/main" id="{2F65834A-BF9E-46A1-A539-BE9300636F66}"/>
              </a:ext>
            </a:extLst>
          </p:cNvPr>
          <p:cNvSpPr>
            <a:spLocks xmlns:a="http://schemas.openxmlformats.org/drawingml/2006/main" noGrp="1"/>
          </p:cNvSpPr>
          <p:nvPr/>
        </p:nvSpPr>
        <p:spPr>
          <a:xfrm xmlns:a="http://schemas.openxmlformats.org/drawingml/2006/main">
            <a:off x="8953500" y="3409950"/>
            <a:ext cx="2628900" cy="1962150"/>
          </a:xfrm>
          <a:prstGeom xmlns:a="http://schemas.openxmlformats.org/drawingml/2006/main" prst="rect">
            <a:avLst/>
          </a:prstGeom>
          <a:solidFill xmlns:a="http://schemas.openxmlformats.org/drawingml/2006/main">
            <a:srgbClr val="102D3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AB6517-01DB-4D2D-B291-7835003453CF}"/>
              </a:ext>
            </a:extLst>
          </p:cNvPr>
          <p:cNvSpPr>
            <a:spLocks xmlns:a="http://schemas.openxmlformats.org/drawingml/2006/main" noGrp="1"/>
          </p:cNvSpPr>
          <p:nvPr/>
        </p:nvSpPr>
        <p:spPr>
          <a:xfrm xmlns:a="http://schemas.openxmlformats.org/drawingml/2006/main">
            <a:off x="8953500" y="3409950"/>
            <a:ext cx="38100" cy="1962150"/>
          </a:xfrm>
          <a:prstGeom xmlns:a="http://schemas.openxmlformats.org/drawingml/2006/main" prst="rect">
            <a:avLst/>
          </a:prstGeom>
          <a:solidFill xmlns:a="http://schemas.openxmlformats.org/drawingml/2006/main">
            <a:srgbClr val="5793B8"/>
          </a:solidFill>
          <a:ln xmlns:a="http://schemas.openxmlformats.org/drawingml/2006/main" w="0">
            <a:noFill/>
            <a:prstDash val="solid"/>
          </a:ln>
        </p:spPr>
      </p:sp>
      <p:sp>
        <p:nvSpPr>
          <p:cNvPr id="22" name="text-gjfl5334r6n">
            <a:extLst xmlns:a="http://schemas.openxmlformats.org/drawingml/2006/main">
              <a:ext uri="{FF2B5EF4-FFF2-40B4-BE49-F238E27FC236}">
                <a16:creationId xmlns:a16="http://schemas.microsoft.com/office/drawing/2014/main" id="{C1E19DEE-914D-4261-A247-38B83D955AC0}"/>
              </a:ext>
            </a:extLst>
          </p:cNvPr>
          <p:cNvSpPr>
            <a:spLocks xmlns:a="http://schemas.openxmlformats.org/drawingml/2006/main" noGrp="1"/>
          </p:cNvSpPr>
          <p:nvPr/>
        </p:nvSpPr>
        <p:spPr>
          <a:xfrm xmlns:a="http://schemas.openxmlformats.org/drawingml/2006/main">
            <a:off x="9163050" y="358140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DFA"/>
                </a:solidFill>
                <a:latin typeface="DejaVu Sans"/>
                <a:ea typeface="DejaVu Sans"/>
                <a:cs typeface="DejaVu Sans"/>
              </a:defRPr>
            </a:defPPr>
            <a:lvl1pPr algn="l">
              <a:defRPr sz="1800" b="1">
                <a:solidFill>
                  <a:srgbClr val="FFFDFA"/>
                </a:solidFill>
                <a:latin typeface="DejaVu Sans"/>
                <a:ea typeface="DejaVu Sans"/>
                <a:cs typeface="DejaVu Sans"/>
              </a:defRPr>
            </a:lvl1pPr>
            <a:lvl2pPr algn="l">
              <a:defRPr sz="1800" b="1">
                <a:solidFill>
                  <a:srgbClr val="FFFDFA"/>
                </a:solidFill>
                <a:latin typeface="DejaVu Sans"/>
                <a:ea typeface="DejaVu Sans"/>
                <a:cs typeface="DejaVu Sans"/>
              </a:defRPr>
            </a:lvl2pPr>
            <a:lvl3pPr algn="l">
              <a:defRPr sz="1800" b="1">
                <a:solidFill>
                  <a:srgbClr val="FFFDFA"/>
                </a:solidFill>
                <a:latin typeface="DejaVu Sans"/>
                <a:ea typeface="DejaVu Sans"/>
                <a:cs typeface="DejaVu Sans"/>
              </a:defRPr>
            </a:lvl3pPr>
            <a:lvl4pPr algn="l">
              <a:defRPr sz="1800" b="1">
                <a:solidFill>
                  <a:srgbClr val="FFFDFA"/>
                </a:solidFill>
                <a:latin typeface="DejaVu Sans"/>
                <a:ea typeface="DejaVu Sans"/>
                <a:cs typeface="DejaVu Sans"/>
              </a:defRPr>
            </a:lvl4pPr>
            <a:lvl5pPr algn="l">
              <a:defRPr sz="1800" b="1">
                <a:solidFill>
                  <a:srgbClr val="FFFDFA"/>
                </a:solidFill>
                <a:latin typeface="DejaVu Sans"/>
                <a:ea typeface="DejaVu Sans"/>
                <a:cs typeface="DejaVu Sans"/>
              </a:defRPr>
            </a:lvl5pPr>
            <a:lvl6pPr algn="l">
              <a:defRPr sz="1800" b="1">
                <a:solidFill>
                  <a:srgbClr val="FFFDFA"/>
                </a:solidFill>
                <a:latin typeface="DejaVu Sans"/>
                <a:ea typeface="DejaVu Sans"/>
                <a:cs typeface="DejaVu Sans"/>
              </a:defRPr>
            </a:lvl6pPr>
            <a:lvl7pPr algn="l">
              <a:defRPr sz="1800" b="1">
                <a:solidFill>
                  <a:srgbClr val="FFFDFA"/>
                </a:solidFill>
                <a:latin typeface="DejaVu Sans"/>
                <a:ea typeface="DejaVu Sans"/>
                <a:cs typeface="DejaVu Sans"/>
              </a:defRPr>
            </a:lvl7pPr>
            <a:lvl8pPr algn="l">
              <a:defRPr sz="1800" b="1">
                <a:solidFill>
                  <a:srgbClr val="FFFDFA"/>
                </a:solidFill>
                <a:latin typeface="DejaVu Sans"/>
                <a:ea typeface="DejaVu Sans"/>
                <a:cs typeface="DejaVu Sans"/>
              </a:defRPr>
            </a:lvl8pPr>
            <a:lvl9pPr algn="l">
              <a:defRPr sz="1800" b="1">
                <a:solidFill>
                  <a:srgbClr val="FFFDFA"/>
                </a:solidFill>
                <a:latin typeface="DejaVu Sans"/>
                <a:ea typeface="DejaVu Sans"/>
                <a:cs typeface="DejaVu Sans"/>
              </a:defRPr>
            </a:lvl9pPr>
          </a:lstStyle>
          <a:p xmlns:a="http://schemas.openxmlformats.org/drawingml/2006/main">
            <a:pPr algn="l">
              <a:lnSpc>
                <a:spcPct val="112000"/>
              </a:lnSpc>
              <a:buNone/>
              <a:defRPr sz="1800" b="1">
                <a:solidFill>
                  <a:srgbClr val="FFFDFA"/>
                </a:solidFill>
                <a:latin typeface="DejaVu Sans"/>
                <a:ea typeface="DejaVu Sans"/>
                <a:cs typeface="DejaVu Sans"/>
              </a:defRPr>
            </a:pPr>
            <a:r>
              <a:rPr sz="1800" b="1">
                <a:solidFill>
                  <a:srgbClr val="FFFDFA"/>
                </a:solidFill>
                <a:latin typeface="DejaVu Sans"/>
                <a:ea typeface="DejaVu Sans"/>
                <a:cs typeface="DejaVu Sans"/>
              </a:rPr>
              <a:t>Revisor</a:t>
            </a:r>
          </a:p>
        </p:txBody>
      </p:sp>
      <p:sp>
        <p:nvSpPr>
          <p:cNvPr id="23" name="text-nndpk44o07">
            <a:extLst xmlns:a="http://schemas.openxmlformats.org/drawingml/2006/main">
              <a:ext uri="{FF2B5EF4-FFF2-40B4-BE49-F238E27FC236}">
                <a16:creationId xmlns:a16="http://schemas.microsoft.com/office/drawing/2014/main" id="{C456CB57-6F5F-4052-8332-2C5F0FBD2199}"/>
              </a:ext>
            </a:extLst>
          </p:cNvPr>
          <p:cNvSpPr>
            <a:spLocks xmlns:a="http://schemas.openxmlformats.org/drawingml/2006/main" noGrp="1"/>
          </p:cNvSpPr>
          <p:nvPr/>
        </p:nvSpPr>
        <p:spPr>
          <a:xfrm xmlns:a="http://schemas.openxmlformats.org/drawingml/2006/main">
            <a:off x="9163050" y="4200525"/>
            <a:ext cx="22098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ED0D5"/>
                </a:solidFill>
                <a:latin typeface="DejaVu Sans"/>
                <a:ea typeface="DejaVu Sans"/>
                <a:cs typeface="DejaVu Sans"/>
              </a:defRPr>
            </a:defPPr>
            <a:lvl1pPr algn="l">
              <a:defRPr sz="1650" b="0">
                <a:solidFill>
                  <a:srgbClr val="BED0D5"/>
                </a:solidFill>
                <a:latin typeface="DejaVu Sans"/>
                <a:ea typeface="DejaVu Sans"/>
                <a:cs typeface="DejaVu Sans"/>
              </a:defRPr>
            </a:lvl1pPr>
            <a:lvl2pPr algn="l">
              <a:defRPr sz="1650" b="0">
                <a:solidFill>
                  <a:srgbClr val="BED0D5"/>
                </a:solidFill>
                <a:latin typeface="DejaVu Sans"/>
                <a:ea typeface="DejaVu Sans"/>
                <a:cs typeface="DejaVu Sans"/>
              </a:defRPr>
            </a:lvl2pPr>
            <a:lvl3pPr algn="l">
              <a:defRPr sz="1650" b="0">
                <a:solidFill>
                  <a:srgbClr val="BED0D5"/>
                </a:solidFill>
                <a:latin typeface="DejaVu Sans"/>
                <a:ea typeface="DejaVu Sans"/>
                <a:cs typeface="DejaVu Sans"/>
              </a:defRPr>
            </a:lvl3pPr>
            <a:lvl4pPr algn="l">
              <a:defRPr sz="1650" b="0">
                <a:solidFill>
                  <a:srgbClr val="BED0D5"/>
                </a:solidFill>
                <a:latin typeface="DejaVu Sans"/>
                <a:ea typeface="DejaVu Sans"/>
                <a:cs typeface="DejaVu Sans"/>
              </a:defRPr>
            </a:lvl4pPr>
            <a:lvl5pPr algn="l">
              <a:defRPr sz="1650" b="0">
                <a:solidFill>
                  <a:srgbClr val="BED0D5"/>
                </a:solidFill>
                <a:latin typeface="DejaVu Sans"/>
                <a:ea typeface="DejaVu Sans"/>
                <a:cs typeface="DejaVu Sans"/>
              </a:defRPr>
            </a:lvl5pPr>
            <a:lvl6pPr algn="l">
              <a:defRPr sz="1650" b="0">
                <a:solidFill>
                  <a:srgbClr val="BED0D5"/>
                </a:solidFill>
                <a:latin typeface="DejaVu Sans"/>
                <a:ea typeface="DejaVu Sans"/>
                <a:cs typeface="DejaVu Sans"/>
              </a:defRPr>
            </a:lvl6pPr>
            <a:lvl7pPr algn="l">
              <a:defRPr sz="1650" b="0">
                <a:solidFill>
                  <a:srgbClr val="BED0D5"/>
                </a:solidFill>
                <a:latin typeface="DejaVu Sans"/>
                <a:ea typeface="DejaVu Sans"/>
                <a:cs typeface="DejaVu Sans"/>
              </a:defRPr>
            </a:lvl7pPr>
            <a:lvl8pPr algn="l">
              <a:defRPr sz="1650" b="0">
                <a:solidFill>
                  <a:srgbClr val="BED0D5"/>
                </a:solidFill>
                <a:latin typeface="DejaVu Sans"/>
                <a:ea typeface="DejaVu Sans"/>
                <a:cs typeface="DejaVu Sans"/>
              </a:defRPr>
            </a:lvl8pPr>
            <a:lvl9pPr algn="l">
              <a:defRPr sz="1650" b="0">
                <a:solidFill>
                  <a:srgbClr val="BED0D5"/>
                </a:solidFill>
                <a:latin typeface="DejaVu Sans"/>
                <a:ea typeface="DejaVu Sans"/>
                <a:cs typeface="DejaVu Sans"/>
              </a:defRPr>
            </a:lvl9pPr>
          </a:lstStyle>
          <a:p xmlns:a="http://schemas.openxmlformats.org/drawingml/2006/main">
            <a:pPr algn="l">
              <a:lnSpc>
                <a:spcPct val="112000"/>
              </a:lnSpc>
              <a:buNone/>
              <a:defRPr sz="1650" b="0">
                <a:solidFill>
                  <a:srgbClr val="BED0D5"/>
                </a:solidFill>
                <a:latin typeface="DejaVu Sans"/>
                <a:ea typeface="DejaVu Sans"/>
                <a:cs typeface="DejaVu Sans"/>
              </a:defRPr>
            </a:pPr>
            <a:r>
              <a:rPr sz="1650" b="0">
                <a:solidFill>
                  <a:srgbClr val="BED0D5"/>
                </a:solidFill>
                <a:latin typeface="DejaVu Sans"/>
                <a:ea typeface="DejaVu Sans"/>
                <a:cs typeface="DejaVu Sans"/>
              </a:rPr>
              <a:t>Comprueba fuentes, supuestos y contradicciones.</a:t>
            </a:r>
          </a:p>
        </p:txBody>
      </p:sp>
    </p:spTree>
    <p:extLst>
      <p:ext uri="{BB962C8B-B14F-4D97-AF65-F5344CB8AC3E}">
        <p14:creationId xmlns:p14="http://schemas.microsoft.com/office/powerpoint/2010/main" val="706941624"/>
      </p:ext>
    </p:extLst>
  </p:cSld>
</p:sld>
</file>

<file path=ppt/slides/slide1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3CCBCB-39B5-416E-BE5B-C4BBB2027CAD}"/>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zlz0ssnjpgq">
            <a:extLst xmlns:a="http://schemas.openxmlformats.org/drawingml/2006/main">
              <a:ext uri="{FF2B5EF4-FFF2-40B4-BE49-F238E27FC236}">
                <a16:creationId xmlns:a16="http://schemas.microsoft.com/office/drawing/2014/main" id="{FC17C1C1-2617-40AD-B2DA-9323BD17153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oih98wdfhzi">
            <a:extLst xmlns:a="http://schemas.openxmlformats.org/drawingml/2006/main">
              <a:ext uri="{FF2B5EF4-FFF2-40B4-BE49-F238E27FC236}">
                <a16:creationId xmlns:a16="http://schemas.microsoft.com/office/drawing/2014/main" id="{FCD3CAF8-4A48-4614-BC35-1010425CD0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confiabilidad debe medirse sobre tareas completas</a:t>
            </a:r>
          </a:p>
        </p:txBody>
      </p:sp>
      <p:sp>
        <p:nvSpPr>
          <p:cNvPr id="4" name="text-9ls3gdwvya">
            <a:extLst xmlns:a="http://schemas.openxmlformats.org/drawingml/2006/main">
              <a:ext uri="{FF2B5EF4-FFF2-40B4-BE49-F238E27FC236}">
                <a16:creationId xmlns:a16="http://schemas.microsoft.com/office/drawing/2014/main" id="{B583D20A-4AEF-4110-9A42-EC8A8C6DFB83}"/>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Los errores se acumulan cuando una tarea depende de muchos pasos.</a:t>
            </a:r>
          </a:p>
        </p:txBody>
      </p:sp>
      <p:sp>
        <p:nvSpPr>
          <p:cNvPr id="5" name="">
            <a:extLst xmlns:a="http://schemas.openxmlformats.org/drawingml/2006/main">
              <a:ext uri="{FF2B5EF4-FFF2-40B4-BE49-F238E27FC236}">
                <a16:creationId xmlns:a16="http://schemas.microsoft.com/office/drawing/2014/main" id="{67B22FAE-07D3-4259-B3EA-6376A80506A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rsv512x8ofd">
            <a:extLst xmlns:a="http://schemas.openxmlformats.org/drawingml/2006/main">
              <a:ext uri="{FF2B5EF4-FFF2-40B4-BE49-F238E27FC236}">
                <a16:creationId xmlns:a16="http://schemas.microsoft.com/office/drawing/2014/main" id="{FB53861C-8ECA-4494-993B-A40AC1CECEB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a:t>
            </a:r>
          </a:p>
        </p:txBody>
      </p:sp>
      <p:sp>
        <p:nvSpPr>
          <p:cNvPr id="7" name="text-lb36oxln73p">
            <a:extLst xmlns:a="http://schemas.openxmlformats.org/drawingml/2006/main">
              <a:ext uri="{FF2B5EF4-FFF2-40B4-BE49-F238E27FC236}">
                <a16:creationId xmlns:a16="http://schemas.microsoft.com/office/drawing/2014/main" id="{20042754-12C0-4F1F-9121-0C5AAF56DDA8}"/>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18</a:t>
            </a:r>
          </a:p>
        </p:txBody>
      </p:sp>
      <p:sp>
        <p:nvSpPr>
          <p:cNvPr id="8" name="text-zbo76658god">
            <a:extLst xmlns:a="http://schemas.openxmlformats.org/drawingml/2006/main">
              <a:ext uri="{FF2B5EF4-FFF2-40B4-BE49-F238E27FC236}">
                <a16:creationId xmlns:a16="http://schemas.microsoft.com/office/drawing/2014/main" id="{A8674DB6-CE35-4294-A2F2-466D0A65F511}"/>
              </a:ext>
            </a:extLst>
          </p:cNvPr>
          <p:cNvSpPr>
            <a:spLocks xmlns:a="http://schemas.openxmlformats.org/drawingml/2006/main" noGrp="1"/>
          </p:cNvSpPr>
          <p:nvPr/>
        </p:nvSpPr>
        <p:spPr>
          <a:xfrm xmlns:a="http://schemas.openxmlformats.org/drawingml/2006/main">
            <a:off x="609600" y="2647950"/>
            <a:ext cx="4667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87D78"/>
                </a:solidFill>
                <a:latin typeface="DejaVu Sans"/>
                <a:ea typeface="DejaVu Sans"/>
                <a:cs typeface="DejaVu Sans"/>
              </a:defRPr>
            </a:defPPr>
            <a:lvl1pPr algn="l">
              <a:defRPr sz="6450" b="1">
                <a:solidFill>
                  <a:srgbClr val="087D78"/>
                </a:solidFill>
                <a:latin typeface="DejaVu Sans"/>
                <a:ea typeface="DejaVu Sans"/>
                <a:cs typeface="DejaVu Sans"/>
              </a:defRPr>
            </a:lvl1pPr>
            <a:lvl2pPr algn="l">
              <a:defRPr sz="6450" b="1">
                <a:solidFill>
                  <a:srgbClr val="087D78"/>
                </a:solidFill>
                <a:latin typeface="DejaVu Sans"/>
                <a:ea typeface="DejaVu Sans"/>
                <a:cs typeface="DejaVu Sans"/>
              </a:defRPr>
            </a:lvl2pPr>
            <a:lvl3pPr algn="l">
              <a:defRPr sz="6450" b="1">
                <a:solidFill>
                  <a:srgbClr val="087D78"/>
                </a:solidFill>
                <a:latin typeface="DejaVu Sans"/>
                <a:ea typeface="DejaVu Sans"/>
                <a:cs typeface="DejaVu Sans"/>
              </a:defRPr>
            </a:lvl3pPr>
            <a:lvl4pPr algn="l">
              <a:defRPr sz="6450" b="1">
                <a:solidFill>
                  <a:srgbClr val="087D78"/>
                </a:solidFill>
                <a:latin typeface="DejaVu Sans"/>
                <a:ea typeface="DejaVu Sans"/>
                <a:cs typeface="DejaVu Sans"/>
              </a:defRPr>
            </a:lvl4pPr>
            <a:lvl5pPr algn="l">
              <a:defRPr sz="6450" b="1">
                <a:solidFill>
                  <a:srgbClr val="087D78"/>
                </a:solidFill>
                <a:latin typeface="DejaVu Sans"/>
                <a:ea typeface="DejaVu Sans"/>
                <a:cs typeface="DejaVu Sans"/>
              </a:defRPr>
            </a:lvl5pPr>
            <a:lvl6pPr algn="l">
              <a:defRPr sz="6450" b="1">
                <a:solidFill>
                  <a:srgbClr val="087D78"/>
                </a:solidFill>
                <a:latin typeface="DejaVu Sans"/>
                <a:ea typeface="DejaVu Sans"/>
                <a:cs typeface="DejaVu Sans"/>
              </a:defRPr>
            </a:lvl6pPr>
            <a:lvl7pPr algn="l">
              <a:defRPr sz="6450" b="1">
                <a:solidFill>
                  <a:srgbClr val="087D78"/>
                </a:solidFill>
                <a:latin typeface="DejaVu Sans"/>
                <a:ea typeface="DejaVu Sans"/>
                <a:cs typeface="DejaVu Sans"/>
              </a:defRPr>
            </a:lvl7pPr>
            <a:lvl8pPr algn="l">
              <a:defRPr sz="6450" b="1">
                <a:solidFill>
                  <a:srgbClr val="087D78"/>
                </a:solidFill>
                <a:latin typeface="DejaVu Sans"/>
                <a:ea typeface="DejaVu Sans"/>
                <a:cs typeface="DejaVu Sans"/>
              </a:defRPr>
            </a:lvl8pPr>
            <a:lvl9pPr algn="l">
              <a:defRPr sz="6450" b="1">
                <a:solidFill>
                  <a:srgbClr val="087D78"/>
                </a:solidFill>
                <a:latin typeface="DejaVu Sans"/>
                <a:ea typeface="DejaVu Sans"/>
                <a:cs typeface="DejaVu Sans"/>
              </a:defRPr>
            </a:lvl9pPr>
          </a:lstStyle>
          <a:p xmlns:a="http://schemas.openxmlformats.org/drawingml/2006/main">
            <a:pPr algn="l">
              <a:lnSpc>
                <a:spcPct val="112000"/>
              </a:lnSpc>
              <a:buNone/>
              <a:defRPr sz="6450" b="1">
                <a:solidFill>
                  <a:srgbClr val="087D78"/>
                </a:solidFill>
                <a:latin typeface="DejaVu Sans"/>
                <a:ea typeface="DejaVu Sans"/>
                <a:cs typeface="DejaVu Sans"/>
              </a:defRPr>
            </a:pPr>
            <a:r>
              <a:rPr sz="6450" b="1">
                <a:solidFill>
                  <a:srgbClr val="087D78"/>
                </a:solidFill>
                <a:latin typeface="DejaVu Sans"/>
                <a:ea typeface="DejaVu Sans"/>
                <a:cs typeface="DejaVu Sans"/>
              </a:rPr>
              <a:t>59,9 %</a:t>
            </a:r>
          </a:p>
        </p:txBody>
      </p:sp>
      <p:sp>
        <p:nvSpPr>
          <p:cNvPr id="9" name="text-f3i3gjh896p">
            <a:extLst xmlns:a="http://schemas.openxmlformats.org/drawingml/2006/main">
              <a:ext uri="{FF2B5EF4-FFF2-40B4-BE49-F238E27FC236}">
                <a16:creationId xmlns:a16="http://schemas.microsoft.com/office/drawing/2014/main" id="{5A7354BA-5A86-49CD-9EC5-52975A21D7C9}"/>
              </a:ext>
            </a:extLst>
          </p:cNvPr>
          <p:cNvSpPr>
            <a:spLocks xmlns:a="http://schemas.openxmlformats.org/drawingml/2006/main" noGrp="1"/>
          </p:cNvSpPr>
          <p:nvPr/>
        </p:nvSpPr>
        <p:spPr>
          <a:xfrm xmlns:a="http://schemas.openxmlformats.org/drawingml/2006/main">
            <a:off x="5762625" y="257175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Por paso</a:t>
            </a:r>
          </a:p>
        </p:txBody>
      </p:sp>
      <p:sp>
        <p:nvSpPr>
          <p:cNvPr id="10" name="text-a7k91npvnpl">
            <a:extLst xmlns:a="http://schemas.openxmlformats.org/drawingml/2006/main">
              <a:ext uri="{FF2B5EF4-FFF2-40B4-BE49-F238E27FC236}">
                <a16:creationId xmlns:a16="http://schemas.microsoft.com/office/drawing/2014/main" id="{06CA3344-D75C-4B67-8E9E-F420C253FBB4}"/>
              </a:ext>
            </a:extLst>
          </p:cNvPr>
          <p:cNvSpPr>
            <a:spLocks xmlns:a="http://schemas.openxmlformats.org/drawingml/2006/main" noGrp="1"/>
          </p:cNvSpPr>
          <p:nvPr/>
        </p:nvSpPr>
        <p:spPr>
          <a:xfrm xmlns:a="http://schemas.openxmlformats.org/drawingml/2006/main">
            <a:off x="5762625" y="294322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Éxito hipotético: p = 0,95.</a:t>
            </a:r>
          </a:p>
        </p:txBody>
      </p:sp>
      <p:sp>
        <p:nvSpPr>
          <p:cNvPr id="11" name="text-ngvqhot944">
            <a:extLst xmlns:a="http://schemas.openxmlformats.org/drawingml/2006/main">
              <a:ext uri="{FF2B5EF4-FFF2-40B4-BE49-F238E27FC236}">
                <a16:creationId xmlns:a16="http://schemas.microsoft.com/office/drawing/2014/main" id="{06A97CE7-23FE-4954-875D-DE8FDDF54AA0}"/>
              </a:ext>
            </a:extLst>
          </p:cNvPr>
          <p:cNvSpPr>
            <a:spLocks xmlns:a="http://schemas.openxmlformats.org/drawingml/2006/main" noGrp="1"/>
          </p:cNvSpPr>
          <p:nvPr/>
        </p:nvSpPr>
        <p:spPr>
          <a:xfrm xmlns:a="http://schemas.openxmlformats.org/drawingml/2006/main">
            <a:off x="5762625" y="3667125"/>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Diez pasos</a:t>
            </a:r>
          </a:p>
        </p:txBody>
      </p:sp>
      <p:sp>
        <p:nvSpPr>
          <p:cNvPr id="12" name="text-3y6ftdwoywl">
            <a:extLst xmlns:a="http://schemas.openxmlformats.org/drawingml/2006/main">
              <a:ext uri="{FF2B5EF4-FFF2-40B4-BE49-F238E27FC236}">
                <a16:creationId xmlns:a16="http://schemas.microsoft.com/office/drawing/2014/main" id="{70B9A153-F529-41CF-9FAF-A6043D20B411}"/>
              </a:ext>
            </a:extLst>
          </p:cNvPr>
          <p:cNvSpPr>
            <a:spLocks xmlns:a="http://schemas.openxmlformats.org/drawingml/2006/main" noGrp="1"/>
          </p:cNvSpPr>
          <p:nvPr/>
        </p:nvSpPr>
        <p:spPr>
          <a:xfrm xmlns:a="http://schemas.openxmlformats.org/drawingml/2006/main">
            <a:off x="5762625" y="40386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Bajo independencia: 0,95¹⁰ ≈ 59,9 %.</a:t>
            </a:r>
          </a:p>
        </p:txBody>
      </p:sp>
      <p:sp>
        <p:nvSpPr>
          <p:cNvPr id="13" name="text-cln52w0bjya">
            <a:extLst xmlns:a="http://schemas.openxmlformats.org/drawingml/2006/main">
              <a:ext uri="{FF2B5EF4-FFF2-40B4-BE49-F238E27FC236}">
                <a16:creationId xmlns:a16="http://schemas.microsoft.com/office/drawing/2014/main" id="{407D1B33-D0F3-4795-BE55-9E46A0A1259E}"/>
              </a:ext>
            </a:extLst>
          </p:cNvPr>
          <p:cNvSpPr>
            <a:spLocks xmlns:a="http://schemas.openxmlformats.org/drawingml/2006/main" noGrp="1"/>
          </p:cNvSpPr>
          <p:nvPr/>
        </p:nvSpPr>
        <p:spPr>
          <a:xfrm xmlns:a="http://schemas.openxmlformats.org/drawingml/2006/main">
            <a:off x="5762625" y="4762500"/>
            <a:ext cx="576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En la práctica</a:t>
            </a:r>
          </a:p>
        </p:txBody>
      </p:sp>
      <p:sp>
        <p:nvSpPr>
          <p:cNvPr id="14" name="text-eiaw3am1yau">
            <a:extLst xmlns:a="http://schemas.openxmlformats.org/drawingml/2006/main">
              <a:ext uri="{FF2B5EF4-FFF2-40B4-BE49-F238E27FC236}">
                <a16:creationId xmlns:a16="http://schemas.microsoft.com/office/drawing/2014/main" id="{D6455D9B-0D4D-49DB-A6FC-4E4CC66657A0}"/>
              </a:ext>
            </a:extLst>
          </p:cNvPr>
          <p:cNvSpPr>
            <a:spLocks xmlns:a="http://schemas.openxmlformats.org/drawingml/2006/main" noGrp="1"/>
          </p:cNvSpPr>
          <p:nvPr/>
        </p:nvSpPr>
        <p:spPr>
          <a:xfrm xmlns:a="http://schemas.openxmlformats.org/drawingml/2006/main">
            <a:off x="5762625" y="5133975"/>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Medir éxito final, intervención, costo y tiempo.</a:t>
            </a:r>
          </a:p>
        </p:txBody>
      </p:sp>
    </p:spTree>
    <p:extLst>
      <p:ext uri="{BB962C8B-B14F-4D97-AF65-F5344CB8AC3E}">
        <p14:creationId xmlns:p14="http://schemas.microsoft.com/office/powerpoint/2010/main" val="1759991563"/>
      </p:ext>
    </p:extLst>
  </p:cSld>
</p:sld>
</file>

<file path=ppt/slides/slide1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A635FC-A096-48EE-A129-0A83A6C26209}"/>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9nly8m0daq">
            <a:extLst xmlns:a="http://schemas.openxmlformats.org/drawingml/2006/main">
              <a:ext uri="{FF2B5EF4-FFF2-40B4-BE49-F238E27FC236}">
                <a16:creationId xmlns:a16="http://schemas.microsoft.com/office/drawing/2014/main" id="{29DFD9BC-184B-437F-BC35-57E43F1FCD92}"/>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xrhoramkj9s">
            <a:extLst xmlns:a="http://schemas.openxmlformats.org/drawingml/2006/main">
              <a:ext uri="{FF2B5EF4-FFF2-40B4-BE49-F238E27FC236}">
                <a16:creationId xmlns:a16="http://schemas.microsoft.com/office/drawing/2014/main" id="{23D73979-BDE6-47B3-8EFB-77CF5BE3192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El cuerpo introduce restricciones de tiempo y seguridad</a:t>
            </a:r>
          </a:p>
        </p:txBody>
      </p:sp>
      <p:sp>
        <p:nvSpPr>
          <p:cNvPr id="4" name="text-55y74clt3qp">
            <a:extLst xmlns:a="http://schemas.openxmlformats.org/drawingml/2006/main">
              <a:ext uri="{FF2B5EF4-FFF2-40B4-BE49-F238E27FC236}">
                <a16:creationId xmlns:a16="http://schemas.microsoft.com/office/drawing/2014/main" id="{CD11EFC1-EE9D-4B34-82E6-3B59410DB371}"/>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Una decisión semántica debe convivir con control y protección operacional.</a:t>
            </a:r>
          </a:p>
        </p:txBody>
      </p:sp>
      <p:sp>
        <p:nvSpPr>
          <p:cNvPr id="5" name="">
            <a:extLst xmlns:a="http://schemas.openxmlformats.org/drawingml/2006/main">
              <a:ext uri="{FF2B5EF4-FFF2-40B4-BE49-F238E27FC236}">
                <a16:creationId xmlns:a16="http://schemas.microsoft.com/office/drawing/2014/main" id="{ADDA5929-AEC8-4D3E-8BCD-7B8C684F09C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r975nv5ckg">
            <a:extLst xmlns:a="http://schemas.openxmlformats.org/drawingml/2006/main">
              <a:ext uri="{FF2B5EF4-FFF2-40B4-BE49-F238E27FC236}">
                <a16:creationId xmlns:a16="http://schemas.microsoft.com/office/drawing/2014/main" id="{B4839A32-90F3-4D71-B9C6-34694310CE54}"/>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OpenVLA</a:t>
            </a:r>
          </a:p>
        </p:txBody>
      </p:sp>
      <p:sp>
        <p:nvSpPr>
          <p:cNvPr id="7" name="text-ux8tplc4bac">
            <a:extLst xmlns:a="http://schemas.openxmlformats.org/drawingml/2006/main">
              <a:ext uri="{FF2B5EF4-FFF2-40B4-BE49-F238E27FC236}">
                <a16:creationId xmlns:a16="http://schemas.microsoft.com/office/drawing/2014/main" id="{D945386E-BA4A-444F-8043-21C273FCED5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19</a:t>
            </a:r>
          </a:p>
        </p:txBody>
      </p:sp>
      <p:sp>
        <p:nvSpPr>
          <p:cNvPr id="8" name="">
            <a:extLst xmlns:a="http://schemas.openxmlformats.org/drawingml/2006/main">
              <a:ext uri="{FF2B5EF4-FFF2-40B4-BE49-F238E27FC236}">
                <a16:creationId xmlns:a16="http://schemas.microsoft.com/office/drawing/2014/main" id="{1DDE29EC-A190-4829-A565-5ACD2DC37D3D}"/>
              </a:ext>
            </a:extLst>
          </p:cNvPr>
          <p:cNvSpPr>
            <a:spLocks xmlns:a="http://schemas.openxmlformats.org/drawingml/2006/main" noGrp="1"/>
          </p:cNvSpPr>
          <p:nvPr/>
        </p:nvSpPr>
        <p:spPr>
          <a:xfrm xmlns:a="http://schemas.openxmlformats.org/drawingml/2006/main">
            <a:off x="60960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26ED3D-E52D-4F19-996A-7FB6632E201F}"/>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372lm3y5l59">
            <a:extLst xmlns:a="http://schemas.openxmlformats.org/drawingml/2006/main">
              <a:ext uri="{FF2B5EF4-FFF2-40B4-BE49-F238E27FC236}">
                <a16:creationId xmlns:a16="http://schemas.microsoft.com/office/drawing/2014/main" id="{6CF77D91-F7F6-46B2-8401-35A49708E153}"/>
              </a:ext>
            </a:extLst>
          </p:cNvPr>
          <p:cNvSpPr>
            <a:spLocks xmlns:a="http://schemas.openxmlformats.org/drawingml/2006/main" noGrp="1"/>
          </p:cNvSpPr>
          <p:nvPr/>
        </p:nvSpPr>
        <p:spPr>
          <a:xfrm xmlns:a="http://schemas.openxmlformats.org/drawingml/2006/main">
            <a:off x="81915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Agente digital</a:t>
            </a:r>
          </a:p>
        </p:txBody>
      </p:sp>
      <p:sp>
        <p:nvSpPr>
          <p:cNvPr id="11" name="text-gyig58fvas4">
            <a:extLst xmlns:a="http://schemas.openxmlformats.org/drawingml/2006/main">
              <a:ext uri="{FF2B5EF4-FFF2-40B4-BE49-F238E27FC236}">
                <a16:creationId xmlns:a16="http://schemas.microsoft.com/office/drawing/2014/main" id="{46164228-1AEB-46F0-978A-F6AABC2ADF28}"/>
              </a:ext>
            </a:extLst>
          </p:cNvPr>
          <p:cNvSpPr>
            <a:spLocks xmlns:a="http://schemas.openxmlformats.org/drawingml/2006/main" noGrp="1"/>
          </p:cNvSpPr>
          <p:nvPr/>
        </p:nvSpPr>
        <p:spPr>
          <a:xfrm xmlns:a="http://schemas.openxmlformats.org/drawingml/2006/main">
            <a:off x="81915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Trabaja con documentos, APIs y estados de software.</a:t>
            </a:r>
          </a:p>
        </p:txBody>
      </p:sp>
      <p:sp>
        <p:nvSpPr>
          <p:cNvPr id="12" name="">
            <a:extLst xmlns:a="http://schemas.openxmlformats.org/drawingml/2006/main">
              <a:ext uri="{FF2B5EF4-FFF2-40B4-BE49-F238E27FC236}">
                <a16:creationId xmlns:a16="http://schemas.microsoft.com/office/drawing/2014/main" id="{5F8385E4-F418-4F88-BDA3-FF6CF15C4FA7}"/>
              </a:ext>
            </a:extLst>
          </p:cNvPr>
          <p:cNvSpPr>
            <a:spLocks xmlns:a="http://schemas.openxmlformats.org/drawingml/2006/main" noGrp="1"/>
          </p:cNvSpPr>
          <p:nvPr/>
        </p:nvSpPr>
        <p:spPr>
          <a:xfrm xmlns:a="http://schemas.openxmlformats.org/drawingml/2006/main">
            <a:off x="6229350" y="2571750"/>
            <a:ext cx="535305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5E82BC0-53CC-4764-8119-810AE4CCEBA8}"/>
              </a:ext>
            </a:extLst>
          </p:cNvPr>
          <p:cNvSpPr>
            <a:spLocks xmlns:a="http://schemas.openxmlformats.org/drawingml/2006/main" noGrp="1"/>
          </p:cNvSpPr>
          <p:nvPr/>
        </p:nvSpPr>
        <p:spPr>
          <a:xfrm xmlns:a="http://schemas.openxmlformats.org/drawingml/2006/main">
            <a:off x="622935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upb2lm620u">
            <a:extLst xmlns:a="http://schemas.openxmlformats.org/drawingml/2006/main">
              <a:ext uri="{FF2B5EF4-FFF2-40B4-BE49-F238E27FC236}">
                <a16:creationId xmlns:a16="http://schemas.microsoft.com/office/drawing/2014/main" id="{8280FADF-6220-4D9F-BCB9-8661CB0FC049}"/>
              </a:ext>
            </a:extLst>
          </p:cNvPr>
          <p:cNvSpPr>
            <a:spLocks xmlns:a="http://schemas.openxmlformats.org/drawingml/2006/main" noGrp="1"/>
          </p:cNvSpPr>
          <p:nvPr/>
        </p:nvSpPr>
        <p:spPr>
          <a:xfrm xmlns:a="http://schemas.openxmlformats.org/drawingml/2006/main">
            <a:off x="6438900" y="2743200"/>
            <a:ext cx="4933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Agente físico</a:t>
            </a:r>
          </a:p>
        </p:txBody>
      </p:sp>
      <p:sp>
        <p:nvSpPr>
          <p:cNvPr id="15" name="text-exi2u7jhac8">
            <a:extLst xmlns:a="http://schemas.openxmlformats.org/drawingml/2006/main">
              <a:ext uri="{FF2B5EF4-FFF2-40B4-BE49-F238E27FC236}">
                <a16:creationId xmlns:a16="http://schemas.microsoft.com/office/drawing/2014/main" id="{1C0C8DEB-B96D-4205-93F6-26198B8E3910}"/>
              </a:ext>
            </a:extLst>
          </p:cNvPr>
          <p:cNvSpPr>
            <a:spLocks xmlns:a="http://schemas.openxmlformats.org/drawingml/2006/main" noGrp="1"/>
          </p:cNvSpPr>
          <p:nvPr/>
        </p:nvSpPr>
        <p:spPr>
          <a:xfrm xmlns:a="http://schemas.openxmlformats.org/drawingml/2006/main">
            <a:off x="6438900" y="3362325"/>
            <a:ext cx="493395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Trabaja con fuerzas, incertidumbre perceptiva y contacto.</a:t>
            </a:r>
          </a:p>
        </p:txBody>
      </p:sp>
    </p:spTree>
    <p:extLst>
      <p:ext uri="{BB962C8B-B14F-4D97-AF65-F5344CB8AC3E}">
        <p14:creationId xmlns:p14="http://schemas.microsoft.com/office/powerpoint/2010/main" val="1136960440"/>
      </p:ext>
    </p:extLst>
  </p:cSld>
</p:sld>
</file>

<file path=ppt/slides/slide2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40F042D-BE0D-4612-A2D2-53A310B491CA}"/>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d2lbcnhxcuc">
            <a:extLst xmlns:a="http://schemas.openxmlformats.org/drawingml/2006/main">
              <a:ext uri="{FF2B5EF4-FFF2-40B4-BE49-F238E27FC236}">
                <a16:creationId xmlns:a16="http://schemas.microsoft.com/office/drawing/2014/main" id="{D5F210E2-D8D2-41B5-9B59-FBE3791AC89E}"/>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D78"/>
                </a:solidFill>
                <a:latin typeface="DejaVu Sans"/>
                <a:ea typeface="DejaVu Sans"/>
                <a:cs typeface="DejaVu Sans"/>
              </a:defRPr>
            </a:defPPr>
            <a:lvl1pPr algn="l">
              <a:defRPr sz="1050" b="1">
                <a:solidFill>
                  <a:srgbClr val="087D78"/>
                </a:solidFill>
                <a:latin typeface="DejaVu Sans"/>
                <a:ea typeface="DejaVu Sans"/>
                <a:cs typeface="DejaVu Sans"/>
              </a:defRPr>
            </a:lvl1pPr>
            <a:lvl2pPr algn="l">
              <a:defRPr sz="1050" b="1">
                <a:solidFill>
                  <a:srgbClr val="087D78"/>
                </a:solidFill>
                <a:latin typeface="DejaVu Sans"/>
                <a:ea typeface="DejaVu Sans"/>
                <a:cs typeface="DejaVu Sans"/>
              </a:defRPr>
            </a:lvl2pPr>
            <a:lvl3pPr algn="l">
              <a:defRPr sz="1050" b="1">
                <a:solidFill>
                  <a:srgbClr val="087D78"/>
                </a:solidFill>
                <a:latin typeface="DejaVu Sans"/>
                <a:ea typeface="DejaVu Sans"/>
                <a:cs typeface="DejaVu Sans"/>
              </a:defRPr>
            </a:lvl3pPr>
            <a:lvl4pPr algn="l">
              <a:defRPr sz="1050" b="1">
                <a:solidFill>
                  <a:srgbClr val="087D78"/>
                </a:solidFill>
                <a:latin typeface="DejaVu Sans"/>
                <a:ea typeface="DejaVu Sans"/>
                <a:cs typeface="DejaVu Sans"/>
              </a:defRPr>
            </a:lvl4pPr>
            <a:lvl5pPr algn="l">
              <a:defRPr sz="1050" b="1">
                <a:solidFill>
                  <a:srgbClr val="087D78"/>
                </a:solidFill>
                <a:latin typeface="DejaVu Sans"/>
                <a:ea typeface="DejaVu Sans"/>
                <a:cs typeface="DejaVu Sans"/>
              </a:defRPr>
            </a:lvl5pPr>
            <a:lvl6pPr algn="l">
              <a:defRPr sz="1050" b="1">
                <a:solidFill>
                  <a:srgbClr val="087D78"/>
                </a:solidFill>
                <a:latin typeface="DejaVu Sans"/>
                <a:ea typeface="DejaVu Sans"/>
                <a:cs typeface="DejaVu Sans"/>
              </a:defRPr>
            </a:lvl6pPr>
            <a:lvl7pPr algn="l">
              <a:defRPr sz="1050" b="1">
                <a:solidFill>
                  <a:srgbClr val="087D78"/>
                </a:solidFill>
                <a:latin typeface="DejaVu Sans"/>
                <a:ea typeface="DejaVu Sans"/>
                <a:cs typeface="DejaVu Sans"/>
              </a:defRPr>
            </a:lvl7pPr>
            <a:lvl8pPr algn="l">
              <a:defRPr sz="1050" b="1">
                <a:solidFill>
                  <a:srgbClr val="087D78"/>
                </a:solidFill>
                <a:latin typeface="DejaVu Sans"/>
                <a:ea typeface="DejaVu Sans"/>
                <a:cs typeface="DejaVu Sans"/>
              </a:defRPr>
            </a:lvl8pPr>
            <a:lvl9pPr algn="l">
              <a:defRPr sz="1050" b="1">
                <a:solidFill>
                  <a:srgbClr val="087D78"/>
                </a:solidFill>
                <a:latin typeface="DejaVu Sans"/>
                <a:ea typeface="DejaVu Sans"/>
                <a:cs typeface="DejaVu Sans"/>
              </a:defRPr>
            </a:lvl9pPr>
          </a:lstStyle>
          <a:p xmlns:a="http://schemas.openxmlformats.org/drawingml/2006/main">
            <a:pPr algn="l">
              <a:lnSpc>
                <a:spcPct val="112000"/>
              </a:lnSpc>
              <a:buNone/>
              <a:defRPr sz="1050" b="1">
                <a:solidFill>
                  <a:srgbClr val="087D78"/>
                </a:solidFill>
                <a:latin typeface="DejaVu Sans"/>
                <a:ea typeface="DejaVu Sans"/>
                <a:cs typeface="DejaVu Sans"/>
              </a:defRPr>
            </a:pPr>
            <a:r>
              <a:rPr sz="1050" b="1">
                <a:solidFill>
                  <a:srgbClr val="087D78"/>
                </a:solidFill>
                <a:latin typeface="DejaVu Sans"/>
                <a:ea typeface="DejaVu Sans"/>
                <a:cs typeface="DejaVu Sans"/>
              </a:rPr>
              <a:t>CHINA TECNOLÓGICA</a:t>
            </a:r>
          </a:p>
        </p:txBody>
      </p:sp>
      <p:sp>
        <p:nvSpPr>
          <p:cNvPr id="3" name="text-xxi5glzutj">
            <a:extLst xmlns:a="http://schemas.openxmlformats.org/drawingml/2006/main">
              <a:ext uri="{FF2B5EF4-FFF2-40B4-BE49-F238E27FC236}">
                <a16:creationId xmlns:a16="http://schemas.microsoft.com/office/drawing/2014/main" id="{93E74D81-709D-4F59-BE7C-8F2C284A309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0242B"/>
                </a:solidFill>
                <a:latin typeface="DejaVu Sans"/>
                <a:ea typeface="DejaVu Sans"/>
                <a:cs typeface="DejaVu Sans"/>
              </a:defRPr>
            </a:defPPr>
            <a:lvl1pPr algn="l">
              <a:defRPr sz="2700" b="1">
                <a:solidFill>
                  <a:srgbClr val="10242B"/>
                </a:solidFill>
                <a:latin typeface="DejaVu Sans"/>
                <a:ea typeface="DejaVu Sans"/>
                <a:cs typeface="DejaVu Sans"/>
              </a:defRPr>
            </a:lvl1pPr>
            <a:lvl2pPr algn="l">
              <a:defRPr sz="2700" b="1">
                <a:solidFill>
                  <a:srgbClr val="10242B"/>
                </a:solidFill>
                <a:latin typeface="DejaVu Sans"/>
                <a:ea typeface="DejaVu Sans"/>
                <a:cs typeface="DejaVu Sans"/>
              </a:defRPr>
            </a:lvl2pPr>
            <a:lvl3pPr algn="l">
              <a:defRPr sz="2700" b="1">
                <a:solidFill>
                  <a:srgbClr val="10242B"/>
                </a:solidFill>
                <a:latin typeface="DejaVu Sans"/>
                <a:ea typeface="DejaVu Sans"/>
                <a:cs typeface="DejaVu Sans"/>
              </a:defRPr>
            </a:lvl3pPr>
            <a:lvl4pPr algn="l">
              <a:defRPr sz="2700" b="1">
                <a:solidFill>
                  <a:srgbClr val="10242B"/>
                </a:solidFill>
                <a:latin typeface="DejaVu Sans"/>
                <a:ea typeface="DejaVu Sans"/>
                <a:cs typeface="DejaVu Sans"/>
              </a:defRPr>
            </a:lvl4pPr>
            <a:lvl5pPr algn="l">
              <a:defRPr sz="2700" b="1">
                <a:solidFill>
                  <a:srgbClr val="10242B"/>
                </a:solidFill>
                <a:latin typeface="DejaVu Sans"/>
                <a:ea typeface="DejaVu Sans"/>
                <a:cs typeface="DejaVu Sans"/>
              </a:defRPr>
            </a:lvl5pPr>
            <a:lvl6pPr algn="l">
              <a:defRPr sz="2700" b="1">
                <a:solidFill>
                  <a:srgbClr val="10242B"/>
                </a:solidFill>
                <a:latin typeface="DejaVu Sans"/>
                <a:ea typeface="DejaVu Sans"/>
                <a:cs typeface="DejaVu Sans"/>
              </a:defRPr>
            </a:lvl6pPr>
            <a:lvl7pPr algn="l">
              <a:defRPr sz="2700" b="1">
                <a:solidFill>
                  <a:srgbClr val="10242B"/>
                </a:solidFill>
                <a:latin typeface="DejaVu Sans"/>
                <a:ea typeface="DejaVu Sans"/>
                <a:cs typeface="DejaVu Sans"/>
              </a:defRPr>
            </a:lvl7pPr>
            <a:lvl8pPr algn="l">
              <a:defRPr sz="2700" b="1">
                <a:solidFill>
                  <a:srgbClr val="10242B"/>
                </a:solidFill>
                <a:latin typeface="DejaVu Sans"/>
                <a:ea typeface="DejaVu Sans"/>
                <a:cs typeface="DejaVu Sans"/>
              </a:defRPr>
            </a:lvl8pPr>
            <a:lvl9pPr algn="l">
              <a:defRPr sz="2700" b="1">
                <a:solidFill>
                  <a:srgbClr val="10242B"/>
                </a:solidFill>
                <a:latin typeface="DejaVu Sans"/>
                <a:ea typeface="DejaVu Sans"/>
                <a:cs typeface="DejaVu Sans"/>
              </a:defRPr>
            </a:lvl9pPr>
          </a:lstStyle>
          <a:p xmlns:a="http://schemas.openxmlformats.org/drawingml/2006/main">
            <a:pPr algn="l">
              <a:lnSpc>
                <a:spcPct val="112000"/>
              </a:lnSpc>
              <a:buNone/>
              <a:defRPr sz="2700" b="1">
                <a:solidFill>
                  <a:srgbClr val="10242B"/>
                </a:solidFill>
                <a:latin typeface="DejaVu Sans"/>
                <a:ea typeface="DejaVu Sans"/>
                <a:cs typeface="DejaVu Sans"/>
              </a:defRPr>
            </a:pPr>
            <a:r>
              <a:rPr sz="2700" b="1">
                <a:solidFill>
                  <a:srgbClr val="10242B"/>
                </a:solidFill>
                <a:latin typeface="DejaVu Sans"/>
                <a:ea typeface="DejaVu Sans"/>
                <a:cs typeface="DejaVu Sans"/>
              </a:rPr>
              <a:t>La recompensa necesita reflejar la tarea que importa</a:t>
            </a:r>
          </a:p>
        </p:txBody>
      </p:sp>
      <p:sp>
        <p:nvSpPr>
          <p:cNvPr id="4" name="text-3d6w3eh0h25">
            <a:extLst xmlns:a="http://schemas.openxmlformats.org/drawingml/2006/main">
              <a:ext uri="{FF2B5EF4-FFF2-40B4-BE49-F238E27FC236}">
                <a16:creationId xmlns:a16="http://schemas.microsoft.com/office/drawing/2014/main" id="{A8EA8838-DEA5-4112-9F8C-56945628EDCF}"/>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77078"/>
                </a:solidFill>
                <a:latin typeface="DejaVu Sans"/>
                <a:ea typeface="DejaVu Sans"/>
                <a:cs typeface="DejaVu Sans"/>
              </a:defRPr>
            </a:defPPr>
            <a:lvl1pPr algn="l">
              <a:defRPr sz="1575" b="0">
                <a:solidFill>
                  <a:srgbClr val="577078"/>
                </a:solidFill>
                <a:latin typeface="DejaVu Sans"/>
                <a:ea typeface="DejaVu Sans"/>
                <a:cs typeface="DejaVu Sans"/>
              </a:defRPr>
            </a:lvl1pPr>
            <a:lvl2pPr algn="l">
              <a:defRPr sz="1575" b="0">
                <a:solidFill>
                  <a:srgbClr val="577078"/>
                </a:solidFill>
                <a:latin typeface="DejaVu Sans"/>
                <a:ea typeface="DejaVu Sans"/>
                <a:cs typeface="DejaVu Sans"/>
              </a:defRPr>
            </a:lvl2pPr>
            <a:lvl3pPr algn="l">
              <a:defRPr sz="1575" b="0">
                <a:solidFill>
                  <a:srgbClr val="577078"/>
                </a:solidFill>
                <a:latin typeface="DejaVu Sans"/>
                <a:ea typeface="DejaVu Sans"/>
                <a:cs typeface="DejaVu Sans"/>
              </a:defRPr>
            </a:lvl3pPr>
            <a:lvl4pPr algn="l">
              <a:defRPr sz="1575" b="0">
                <a:solidFill>
                  <a:srgbClr val="577078"/>
                </a:solidFill>
                <a:latin typeface="DejaVu Sans"/>
                <a:ea typeface="DejaVu Sans"/>
                <a:cs typeface="DejaVu Sans"/>
              </a:defRPr>
            </a:lvl4pPr>
            <a:lvl5pPr algn="l">
              <a:defRPr sz="1575" b="0">
                <a:solidFill>
                  <a:srgbClr val="577078"/>
                </a:solidFill>
                <a:latin typeface="DejaVu Sans"/>
                <a:ea typeface="DejaVu Sans"/>
                <a:cs typeface="DejaVu Sans"/>
              </a:defRPr>
            </a:lvl5pPr>
            <a:lvl6pPr algn="l">
              <a:defRPr sz="1575" b="0">
                <a:solidFill>
                  <a:srgbClr val="577078"/>
                </a:solidFill>
                <a:latin typeface="DejaVu Sans"/>
                <a:ea typeface="DejaVu Sans"/>
                <a:cs typeface="DejaVu Sans"/>
              </a:defRPr>
            </a:lvl6pPr>
            <a:lvl7pPr algn="l">
              <a:defRPr sz="1575" b="0">
                <a:solidFill>
                  <a:srgbClr val="577078"/>
                </a:solidFill>
                <a:latin typeface="DejaVu Sans"/>
                <a:ea typeface="DejaVu Sans"/>
                <a:cs typeface="DejaVu Sans"/>
              </a:defRPr>
            </a:lvl7pPr>
            <a:lvl8pPr algn="l">
              <a:defRPr sz="1575" b="0">
                <a:solidFill>
                  <a:srgbClr val="577078"/>
                </a:solidFill>
                <a:latin typeface="DejaVu Sans"/>
                <a:ea typeface="DejaVu Sans"/>
                <a:cs typeface="DejaVu Sans"/>
              </a:defRPr>
            </a:lvl8pPr>
            <a:lvl9pPr algn="l">
              <a:defRPr sz="1575" b="0">
                <a:solidFill>
                  <a:srgbClr val="577078"/>
                </a:solidFill>
                <a:latin typeface="DejaVu Sans"/>
                <a:ea typeface="DejaVu Sans"/>
                <a:cs typeface="DejaVu Sans"/>
              </a:defRPr>
            </a:lvl9pPr>
          </a:lstStyle>
          <a:p xmlns:a="http://schemas.openxmlformats.org/drawingml/2006/main">
            <a:pPr algn="l">
              <a:lnSpc>
                <a:spcPct val="112000"/>
              </a:lnSpc>
              <a:buNone/>
              <a:defRPr sz="1575" b="0">
                <a:solidFill>
                  <a:srgbClr val="577078"/>
                </a:solidFill>
                <a:latin typeface="DejaVu Sans"/>
                <a:ea typeface="DejaVu Sans"/>
                <a:cs typeface="DejaVu Sans"/>
              </a:defRPr>
            </a:pPr>
            <a:r>
              <a:rPr sz="1575" b="0">
                <a:solidFill>
                  <a:srgbClr val="577078"/>
                </a:solidFill>
                <a:latin typeface="DejaVu Sans"/>
                <a:ea typeface="DejaVu Sans"/>
                <a:cs typeface="DejaVu Sans"/>
              </a:rPr>
              <a:t>Maximizar una señal imperfecta puede producir un comportamiento indeseado.</a:t>
            </a:r>
          </a:p>
        </p:txBody>
      </p:sp>
      <p:sp>
        <p:nvSpPr>
          <p:cNvPr id="5" name="">
            <a:extLst xmlns:a="http://schemas.openxmlformats.org/drawingml/2006/main">
              <a:ext uri="{FF2B5EF4-FFF2-40B4-BE49-F238E27FC236}">
                <a16:creationId xmlns:a16="http://schemas.microsoft.com/office/drawing/2014/main" id="{F73E2C8E-713C-4C72-9F78-1FAC684C1A0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CCD8D6"/>
          </a:solidFill>
          <a:ln xmlns:a="http://schemas.openxmlformats.org/drawingml/2006/main" w="0">
            <a:noFill/>
            <a:prstDash val="solid"/>
          </a:ln>
        </p:spPr>
      </p:sp>
      <p:sp>
        <p:nvSpPr>
          <p:cNvPr id="6" name="text-jolk9iwmk5">
            <a:extLst xmlns:a="http://schemas.openxmlformats.org/drawingml/2006/main">
              <a:ext uri="{FF2B5EF4-FFF2-40B4-BE49-F238E27FC236}">
                <a16:creationId xmlns:a16="http://schemas.microsoft.com/office/drawing/2014/main" id="{35AFC63A-2A0E-4033-A71C-0972A087C21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77078"/>
                </a:solidFill>
                <a:latin typeface="DejaVu Sans"/>
                <a:ea typeface="DejaVu Sans"/>
                <a:cs typeface="DejaVu Sans"/>
              </a:defRPr>
            </a:defPPr>
            <a:lvl1pPr algn="l">
              <a:defRPr sz="975" b="0">
                <a:solidFill>
                  <a:srgbClr val="577078"/>
                </a:solidFill>
                <a:latin typeface="DejaVu Sans"/>
                <a:ea typeface="DejaVu Sans"/>
                <a:cs typeface="DejaVu Sans"/>
              </a:defRPr>
            </a:lvl1pPr>
            <a:lvl2pPr algn="l">
              <a:defRPr sz="975" b="0">
                <a:solidFill>
                  <a:srgbClr val="577078"/>
                </a:solidFill>
                <a:latin typeface="DejaVu Sans"/>
                <a:ea typeface="DejaVu Sans"/>
                <a:cs typeface="DejaVu Sans"/>
              </a:defRPr>
            </a:lvl2pPr>
            <a:lvl3pPr algn="l">
              <a:defRPr sz="975" b="0">
                <a:solidFill>
                  <a:srgbClr val="577078"/>
                </a:solidFill>
                <a:latin typeface="DejaVu Sans"/>
                <a:ea typeface="DejaVu Sans"/>
                <a:cs typeface="DejaVu Sans"/>
              </a:defRPr>
            </a:lvl3pPr>
            <a:lvl4pPr algn="l">
              <a:defRPr sz="975" b="0">
                <a:solidFill>
                  <a:srgbClr val="577078"/>
                </a:solidFill>
                <a:latin typeface="DejaVu Sans"/>
                <a:ea typeface="DejaVu Sans"/>
                <a:cs typeface="DejaVu Sans"/>
              </a:defRPr>
            </a:lvl4pPr>
            <a:lvl5pPr algn="l">
              <a:defRPr sz="975" b="0">
                <a:solidFill>
                  <a:srgbClr val="577078"/>
                </a:solidFill>
                <a:latin typeface="DejaVu Sans"/>
                <a:ea typeface="DejaVu Sans"/>
                <a:cs typeface="DejaVu Sans"/>
              </a:defRPr>
            </a:lvl5pPr>
            <a:lvl6pPr algn="l">
              <a:defRPr sz="975" b="0">
                <a:solidFill>
                  <a:srgbClr val="577078"/>
                </a:solidFill>
                <a:latin typeface="DejaVu Sans"/>
                <a:ea typeface="DejaVu Sans"/>
                <a:cs typeface="DejaVu Sans"/>
              </a:defRPr>
            </a:lvl6pPr>
            <a:lvl7pPr algn="l">
              <a:defRPr sz="975" b="0">
                <a:solidFill>
                  <a:srgbClr val="577078"/>
                </a:solidFill>
                <a:latin typeface="DejaVu Sans"/>
                <a:ea typeface="DejaVu Sans"/>
                <a:cs typeface="DejaVu Sans"/>
              </a:defRPr>
            </a:lvl7pPr>
            <a:lvl8pPr algn="l">
              <a:defRPr sz="975" b="0">
                <a:solidFill>
                  <a:srgbClr val="577078"/>
                </a:solidFill>
                <a:latin typeface="DejaVu Sans"/>
                <a:ea typeface="DejaVu Sans"/>
                <a:cs typeface="DejaVu Sans"/>
              </a:defRPr>
            </a:lvl8pPr>
            <a:lvl9pPr algn="l">
              <a:defRPr sz="975" b="0">
                <a:solidFill>
                  <a:srgbClr val="577078"/>
                </a:solidFill>
                <a:latin typeface="DejaVu Sans"/>
                <a:ea typeface="DejaVu Sans"/>
                <a:cs typeface="DejaVu Sans"/>
              </a:defRPr>
            </a:lvl9pPr>
          </a:lstStyle>
          <a:p xmlns:a="http://schemas.openxmlformats.org/drawingml/2006/main">
            <a:pPr algn="l">
              <a:lnSpc>
                <a:spcPct val="112000"/>
              </a:lnSpc>
              <a:buNone/>
              <a:defRPr sz="975" b="0">
                <a:solidFill>
                  <a:srgbClr val="577078"/>
                </a:solidFill>
                <a:latin typeface="DejaVu Sans"/>
                <a:ea typeface="DejaVu Sans"/>
                <a:cs typeface="DejaVu Sans"/>
              </a:defRPr>
            </a:pPr>
            <a:r>
              <a:rPr sz="975" b="0">
                <a:solidFill>
                  <a:srgbClr val="577078"/>
                </a:solidFill>
                <a:latin typeface="DejaVu Sans"/>
                <a:ea typeface="DejaVu Sans"/>
                <a:cs typeface="DejaVu Sans"/>
              </a:rPr>
              <a:t>Sergio Gevatschnaider  ·  Sutton &amp; Barto</a:t>
            </a:r>
          </a:p>
        </p:txBody>
      </p:sp>
      <p:sp>
        <p:nvSpPr>
          <p:cNvPr id="7" name="text-dlgr9gtgh9m">
            <a:extLst xmlns:a="http://schemas.openxmlformats.org/drawingml/2006/main">
              <a:ext uri="{FF2B5EF4-FFF2-40B4-BE49-F238E27FC236}">
                <a16:creationId xmlns:a16="http://schemas.microsoft.com/office/drawing/2014/main" id="{EABD793F-8F15-4E5D-96B8-69DD0274F762}"/>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087D78"/>
                </a:solidFill>
                <a:latin typeface="DejaVu Sans"/>
                <a:ea typeface="DejaVu Sans"/>
                <a:cs typeface="DejaVu Sans"/>
              </a:defRPr>
            </a:defPPr>
            <a:lvl1pPr algn="r">
              <a:defRPr sz="1725" b="1">
                <a:solidFill>
                  <a:srgbClr val="087D78"/>
                </a:solidFill>
                <a:latin typeface="DejaVu Sans"/>
                <a:ea typeface="DejaVu Sans"/>
                <a:cs typeface="DejaVu Sans"/>
              </a:defRPr>
            </a:lvl1pPr>
            <a:lvl2pPr algn="r">
              <a:defRPr sz="1725" b="1">
                <a:solidFill>
                  <a:srgbClr val="087D78"/>
                </a:solidFill>
                <a:latin typeface="DejaVu Sans"/>
                <a:ea typeface="DejaVu Sans"/>
                <a:cs typeface="DejaVu Sans"/>
              </a:defRPr>
            </a:lvl2pPr>
            <a:lvl3pPr algn="r">
              <a:defRPr sz="1725" b="1">
                <a:solidFill>
                  <a:srgbClr val="087D78"/>
                </a:solidFill>
                <a:latin typeface="DejaVu Sans"/>
                <a:ea typeface="DejaVu Sans"/>
                <a:cs typeface="DejaVu Sans"/>
              </a:defRPr>
            </a:lvl3pPr>
            <a:lvl4pPr algn="r">
              <a:defRPr sz="1725" b="1">
                <a:solidFill>
                  <a:srgbClr val="087D78"/>
                </a:solidFill>
                <a:latin typeface="DejaVu Sans"/>
                <a:ea typeface="DejaVu Sans"/>
                <a:cs typeface="DejaVu Sans"/>
              </a:defRPr>
            </a:lvl4pPr>
            <a:lvl5pPr algn="r">
              <a:defRPr sz="1725" b="1">
                <a:solidFill>
                  <a:srgbClr val="087D78"/>
                </a:solidFill>
                <a:latin typeface="DejaVu Sans"/>
                <a:ea typeface="DejaVu Sans"/>
                <a:cs typeface="DejaVu Sans"/>
              </a:defRPr>
            </a:lvl5pPr>
            <a:lvl6pPr algn="r">
              <a:defRPr sz="1725" b="1">
                <a:solidFill>
                  <a:srgbClr val="087D78"/>
                </a:solidFill>
                <a:latin typeface="DejaVu Sans"/>
                <a:ea typeface="DejaVu Sans"/>
                <a:cs typeface="DejaVu Sans"/>
              </a:defRPr>
            </a:lvl6pPr>
            <a:lvl7pPr algn="r">
              <a:defRPr sz="1725" b="1">
                <a:solidFill>
                  <a:srgbClr val="087D78"/>
                </a:solidFill>
                <a:latin typeface="DejaVu Sans"/>
                <a:ea typeface="DejaVu Sans"/>
                <a:cs typeface="DejaVu Sans"/>
              </a:defRPr>
            </a:lvl7pPr>
            <a:lvl8pPr algn="r">
              <a:defRPr sz="1725" b="1">
                <a:solidFill>
                  <a:srgbClr val="087D78"/>
                </a:solidFill>
                <a:latin typeface="DejaVu Sans"/>
                <a:ea typeface="DejaVu Sans"/>
                <a:cs typeface="DejaVu Sans"/>
              </a:defRPr>
            </a:lvl8pPr>
            <a:lvl9pPr algn="r">
              <a:defRPr sz="1725" b="1">
                <a:solidFill>
                  <a:srgbClr val="087D78"/>
                </a:solidFill>
                <a:latin typeface="DejaVu Sans"/>
                <a:ea typeface="DejaVu Sans"/>
                <a:cs typeface="DejaVu Sans"/>
              </a:defRPr>
            </a:lvl9pPr>
          </a:lstStyle>
          <a:p xmlns:a="http://schemas.openxmlformats.org/drawingml/2006/main">
            <a:pPr algn="r">
              <a:lnSpc>
                <a:spcPct val="112000"/>
              </a:lnSpc>
              <a:buNone/>
              <a:defRPr sz="1725" b="1">
                <a:solidFill>
                  <a:srgbClr val="087D78"/>
                </a:solidFill>
                <a:latin typeface="DejaVu Sans"/>
                <a:ea typeface="DejaVu Sans"/>
                <a:cs typeface="DejaVu Sans"/>
              </a:defRPr>
            </a:pPr>
            <a:r>
              <a:rPr sz="1725" b="1">
                <a:solidFill>
                  <a:srgbClr val="087D78"/>
                </a:solidFill>
                <a:latin typeface="DejaVu Sans"/>
                <a:ea typeface="DejaVu Sans"/>
                <a:cs typeface="DejaVu Sans"/>
              </a:rPr>
              <a:t>20</a:t>
            </a:r>
          </a:p>
        </p:txBody>
      </p:sp>
      <p:sp>
        <p:nvSpPr>
          <p:cNvPr id="8" name="">
            <a:extLst xmlns:a="http://schemas.openxmlformats.org/drawingml/2006/main">
              <a:ext uri="{FF2B5EF4-FFF2-40B4-BE49-F238E27FC236}">
                <a16:creationId xmlns:a16="http://schemas.microsoft.com/office/drawing/2014/main" id="{C6A363B1-5A25-4C63-A777-8CBCCFC2ADB8}"/>
              </a:ext>
            </a:extLst>
          </p:cNvPr>
          <p:cNvSpPr>
            <a:spLocks xmlns:a="http://schemas.openxmlformats.org/drawingml/2006/main" noGrp="1"/>
          </p:cNvSpPr>
          <p:nvPr/>
        </p:nvSpPr>
        <p:spPr>
          <a:xfrm xmlns:a="http://schemas.openxmlformats.org/drawingml/2006/main">
            <a:off x="609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E2ADBC-B633-48AD-90E4-7BF17F6CBE34}"/>
              </a:ext>
            </a:extLst>
          </p:cNvPr>
          <p:cNvSpPr>
            <a:spLocks xmlns:a="http://schemas.openxmlformats.org/drawingml/2006/main" noGrp="1"/>
          </p:cNvSpPr>
          <p:nvPr/>
        </p:nvSpPr>
        <p:spPr>
          <a:xfrm xmlns:a="http://schemas.openxmlformats.org/drawingml/2006/main">
            <a:off x="609600" y="2571750"/>
            <a:ext cx="38100" cy="3095625"/>
          </a:xfrm>
          <a:prstGeom xmlns:a="http://schemas.openxmlformats.org/drawingml/2006/main" prst="rect">
            <a:avLst/>
          </a:prstGeom>
          <a:solidFill xmlns:a="http://schemas.openxmlformats.org/drawingml/2006/main">
            <a:srgbClr val="087D78"/>
          </a:solidFill>
          <a:ln xmlns:a="http://schemas.openxmlformats.org/drawingml/2006/main" w="0">
            <a:noFill/>
            <a:prstDash val="solid"/>
          </a:ln>
        </p:spPr>
      </p:sp>
      <p:sp>
        <p:nvSpPr>
          <p:cNvPr id="10" name="text-yqztfq94vkj">
            <a:extLst xmlns:a="http://schemas.openxmlformats.org/drawingml/2006/main">
              <a:ext uri="{FF2B5EF4-FFF2-40B4-BE49-F238E27FC236}">
                <a16:creationId xmlns:a16="http://schemas.microsoft.com/office/drawing/2014/main" id="{07EF9F6E-70D2-4319-8213-21E7DCDC18C9}"/>
              </a:ext>
            </a:extLst>
          </p:cNvPr>
          <p:cNvSpPr>
            <a:spLocks xmlns:a="http://schemas.openxmlformats.org/drawingml/2006/main" noGrp="1"/>
          </p:cNvSpPr>
          <p:nvPr/>
        </p:nvSpPr>
        <p:spPr>
          <a:xfrm xmlns:a="http://schemas.openxmlformats.org/drawingml/2006/main">
            <a:off x="819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Señal incompleta</a:t>
            </a:r>
          </a:p>
        </p:txBody>
      </p:sp>
      <p:sp>
        <p:nvSpPr>
          <p:cNvPr id="11" name="text-d6sgdf5wcsv">
            <a:extLst xmlns:a="http://schemas.openxmlformats.org/drawingml/2006/main">
              <a:ext uri="{FF2B5EF4-FFF2-40B4-BE49-F238E27FC236}">
                <a16:creationId xmlns:a16="http://schemas.microsoft.com/office/drawing/2014/main" id="{3BF82EAC-962C-4678-B978-09759B797CBD}"/>
              </a:ext>
            </a:extLst>
          </p:cNvPr>
          <p:cNvSpPr>
            <a:spLocks xmlns:a="http://schemas.openxmlformats.org/drawingml/2006/main" noGrp="1"/>
          </p:cNvSpPr>
          <p:nvPr/>
        </p:nvSpPr>
        <p:spPr>
          <a:xfrm xmlns:a="http://schemas.openxmlformats.org/drawingml/2006/main">
            <a:off x="819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Premiar cajas movidas puede favorecer cajas dañadas.</a:t>
            </a:r>
          </a:p>
        </p:txBody>
      </p:sp>
      <p:sp>
        <p:nvSpPr>
          <p:cNvPr id="12" name="">
            <a:extLst xmlns:a="http://schemas.openxmlformats.org/drawingml/2006/main">
              <a:ext uri="{FF2B5EF4-FFF2-40B4-BE49-F238E27FC236}">
                <a16:creationId xmlns:a16="http://schemas.microsoft.com/office/drawing/2014/main" id="{B3D9AA71-1CCC-4BD6-B4C0-232C9A2936C3}"/>
              </a:ext>
            </a:extLst>
          </p:cNvPr>
          <p:cNvSpPr>
            <a:spLocks xmlns:a="http://schemas.openxmlformats.org/drawingml/2006/main" noGrp="1"/>
          </p:cNvSpPr>
          <p:nvPr/>
        </p:nvSpPr>
        <p:spPr>
          <a:xfrm xmlns:a="http://schemas.openxmlformats.org/drawingml/2006/main">
            <a:off x="43561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CBBB07-602B-4ADE-B8A8-AA8E2E903E49}"/>
              </a:ext>
            </a:extLst>
          </p:cNvPr>
          <p:cNvSpPr>
            <a:spLocks xmlns:a="http://schemas.openxmlformats.org/drawingml/2006/main" noGrp="1"/>
          </p:cNvSpPr>
          <p:nvPr/>
        </p:nvSpPr>
        <p:spPr>
          <a:xfrm xmlns:a="http://schemas.openxmlformats.org/drawingml/2006/main">
            <a:off x="4356100" y="2571750"/>
            <a:ext cx="38100" cy="3095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14" name="text-08j97jpgze2v">
            <a:extLst xmlns:a="http://schemas.openxmlformats.org/drawingml/2006/main">
              <a:ext uri="{FF2B5EF4-FFF2-40B4-BE49-F238E27FC236}">
                <a16:creationId xmlns:a16="http://schemas.microsoft.com/office/drawing/2014/main" id="{C7E8FF95-CBE6-456F-91CB-2362D0838BFF}"/>
              </a:ext>
            </a:extLst>
          </p:cNvPr>
          <p:cNvSpPr>
            <a:spLocks xmlns:a="http://schemas.openxmlformats.org/drawingml/2006/main" noGrp="1"/>
          </p:cNvSpPr>
          <p:nvPr/>
        </p:nvSpPr>
        <p:spPr>
          <a:xfrm xmlns:a="http://schemas.openxmlformats.org/drawingml/2006/main">
            <a:off x="45656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Objetivo operativo</a:t>
            </a:r>
          </a:p>
        </p:txBody>
      </p:sp>
      <p:sp>
        <p:nvSpPr>
          <p:cNvPr id="15" name="text-fhkvgwjjz5p">
            <a:extLst xmlns:a="http://schemas.openxmlformats.org/drawingml/2006/main">
              <a:ext uri="{FF2B5EF4-FFF2-40B4-BE49-F238E27FC236}">
                <a16:creationId xmlns:a16="http://schemas.microsoft.com/office/drawing/2014/main" id="{A84DD6A3-F551-4092-B285-A7B31F47BE07}"/>
              </a:ext>
            </a:extLst>
          </p:cNvPr>
          <p:cNvSpPr>
            <a:spLocks xmlns:a="http://schemas.openxmlformats.org/drawingml/2006/main" noGrp="1"/>
          </p:cNvSpPr>
          <p:nvPr/>
        </p:nvSpPr>
        <p:spPr>
          <a:xfrm xmlns:a="http://schemas.openxmlformats.org/drawingml/2006/main">
            <a:off x="45656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Contar entregas correctas con calidad comprobada.</a:t>
            </a:r>
          </a:p>
        </p:txBody>
      </p:sp>
      <p:sp>
        <p:nvSpPr>
          <p:cNvPr id="16" name="">
            <a:extLst xmlns:a="http://schemas.openxmlformats.org/drawingml/2006/main">
              <a:ext uri="{FF2B5EF4-FFF2-40B4-BE49-F238E27FC236}">
                <a16:creationId xmlns:a16="http://schemas.microsoft.com/office/drawing/2014/main" id="{634F0513-C83B-4CE8-873E-86EA26F9232A}"/>
              </a:ext>
            </a:extLst>
          </p:cNvPr>
          <p:cNvSpPr>
            <a:spLocks xmlns:a="http://schemas.openxmlformats.org/drawingml/2006/main" noGrp="1"/>
          </p:cNvSpPr>
          <p:nvPr/>
        </p:nvSpPr>
        <p:spPr>
          <a:xfrm xmlns:a="http://schemas.openxmlformats.org/drawingml/2006/main">
            <a:off x="8102600" y="2571750"/>
            <a:ext cx="3479800" cy="3095625"/>
          </a:xfrm>
          <a:prstGeom xmlns:a="http://schemas.openxmlformats.org/drawingml/2006/main" prst="rect">
            <a:avLst/>
          </a:prstGeom>
          <a:solidFill xmlns:a="http://schemas.openxmlformats.org/drawingml/2006/main">
            <a:srgbClr val="FFFD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083CA02-B8AA-4FAB-A747-68F22AD43452}"/>
              </a:ext>
            </a:extLst>
          </p:cNvPr>
          <p:cNvSpPr>
            <a:spLocks xmlns:a="http://schemas.openxmlformats.org/drawingml/2006/main" noGrp="1"/>
          </p:cNvSpPr>
          <p:nvPr/>
        </p:nvSpPr>
        <p:spPr>
          <a:xfrm xmlns:a="http://schemas.openxmlformats.org/drawingml/2006/main">
            <a:off x="8102600" y="2571750"/>
            <a:ext cx="38100" cy="3095625"/>
          </a:xfrm>
          <a:prstGeom xmlns:a="http://schemas.openxmlformats.org/drawingml/2006/main" prst="rect">
            <a:avLst/>
          </a:prstGeom>
          <a:solidFill xmlns:a="http://schemas.openxmlformats.org/drawingml/2006/main">
            <a:srgbClr val="E5B64B"/>
          </a:solidFill>
          <a:ln xmlns:a="http://schemas.openxmlformats.org/drawingml/2006/main" w="0">
            <a:noFill/>
            <a:prstDash val="solid"/>
          </a:ln>
        </p:spPr>
      </p:sp>
      <p:sp>
        <p:nvSpPr>
          <p:cNvPr id="18" name="text-5w2hn4r0pje">
            <a:extLst xmlns:a="http://schemas.openxmlformats.org/drawingml/2006/main">
              <a:ext uri="{FF2B5EF4-FFF2-40B4-BE49-F238E27FC236}">
                <a16:creationId xmlns:a16="http://schemas.microsoft.com/office/drawing/2014/main" id="{EC4E09E2-5FBB-4D2A-B097-AE6875A0C36A}"/>
              </a:ext>
            </a:extLst>
          </p:cNvPr>
          <p:cNvSpPr>
            <a:spLocks xmlns:a="http://schemas.openxmlformats.org/drawingml/2006/main" noGrp="1"/>
          </p:cNvSpPr>
          <p:nvPr/>
        </p:nvSpPr>
        <p:spPr>
          <a:xfrm xmlns:a="http://schemas.openxmlformats.org/drawingml/2006/main">
            <a:off x="8312150" y="2743200"/>
            <a:ext cx="306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42B"/>
                </a:solidFill>
                <a:latin typeface="DejaVu Sans"/>
                <a:ea typeface="DejaVu Sans"/>
                <a:cs typeface="DejaVu Sans"/>
              </a:defRPr>
            </a:defPPr>
            <a:lvl1pPr algn="l">
              <a:defRPr sz="1800" b="1">
                <a:solidFill>
                  <a:srgbClr val="10242B"/>
                </a:solidFill>
                <a:latin typeface="DejaVu Sans"/>
                <a:ea typeface="DejaVu Sans"/>
                <a:cs typeface="DejaVu Sans"/>
              </a:defRPr>
            </a:lvl1pPr>
            <a:lvl2pPr algn="l">
              <a:defRPr sz="1800" b="1">
                <a:solidFill>
                  <a:srgbClr val="10242B"/>
                </a:solidFill>
                <a:latin typeface="DejaVu Sans"/>
                <a:ea typeface="DejaVu Sans"/>
                <a:cs typeface="DejaVu Sans"/>
              </a:defRPr>
            </a:lvl2pPr>
            <a:lvl3pPr algn="l">
              <a:defRPr sz="1800" b="1">
                <a:solidFill>
                  <a:srgbClr val="10242B"/>
                </a:solidFill>
                <a:latin typeface="DejaVu Sans"/>
                <a:ea typeface="DejaVu Sans"/>
                <a:cs typeface="DejaVu Sans"/>
              </a:defRPr>
            </a:lvl3pPr>
            <a:lvl4pPr algn="l">
              <a:defRPr sz="1800" b="1">
                <a:solidFill>
                  <a:srgbClr val="10242B"/>
                </a:solidFill>
                <a:latin typeface="DejaVu Sans"/>
                <a:ea typeface="DejaVu Sans"/>
                <a:cs typeface="DejaVu Sans"/>
              </a:defRPr>
            </a:lvl4pPr>
            <a:lvl5pPr algn="l">
              <a:defRPr sz="1800" b="1">
                <a:solidFill>
                  <a:srgbClr val="10242B"/>
                </a:solidFill>
                <a:latin typeface="DejaVu Sans"/>
                <a:ea typeface="DejaVu Sans"/>
                <a:cs typeface="DejaVu Sans"/>
              </a:defRPr>
            </a:lvl5pPr>
            <a:lvl6pPr algn="l">
              <a:defRPr sz="1800" b="1">
                <a:solidFill>
                  <a:srgbClr val="10242B"/>
                </a:solidFill>
                <a:latin typeface="DejaVu Sans"/>
                <a:ea typeface="DejaVu Sans"/>
                <a:cs typeface="DejaVu Sans"/>
              </a:defRPr>
            </a:lvl6pPr>
            <a:lvl7pPr algn="l">
              <a:defRPr sz="1800" b="1">
                <a:solidFill>
                  <a:srgbClr val="10242B"/>
                </a:solidFill>
                <a:latin typeface="DejaVu Sans"/>
                <a:ea typeface="DejaVu Sans"/>
                <a:cs typeface="DejaVu Sans"/>
              </a:defRPr>
            </a:lvl7pPr>
            <a:lvl8pPr algn="l">
              <a:defRPr sz="1800" b="1">
                <a:solidFill>
                  <a:srgbClr val="10242B"/>
                </a:solidFill>
                <a:latin typeface="DejaVu Sans"/>
                <a:ea typeface="DejaVu Sans"/>
                <a:cs typeface="DejaVu Sans"/>
              </a:defRPr>
            </a:lvl8pPr>
            <a:lvl9pPr algn="l">
              <a:defRPr sz="1800" b="1">
                <a:solidFill>
                  <a:srgbClr val="10242B"/>
                </a:solidFill>
                <a:latin typeface="DejaVu Sans"/>
                <a:ea typeface="DejaVu Sans"/>
                <a:cs typeface="DejaVu Sans"/>
              </a:defRPr>
            </a:lvl9pPr>
          </a:lstStyle>
          <a:p xmlns:a="http://schemas.openxmlformats.org/drawingml/2006/main">
            <a:pPr algn="l">
              <a:lnSpc>
                <a:spcPct val="112000"/>
              </a:lnSpc>
              <a:buNone/>
              <a:defRPr sz="1800" b="1">
                <a:solidFill>
                  <a:srgbClr val="10242B"/>
                </a:solidFill>
                <a:latin typeface="DejaVu Sans"/>
                <a:ea typeface="DejaVu Sans"/>
                <a:cs typeface="DejaVu Sans"/>
              </a:defRPr>
            </a:pPr>
            <a:r>
              <a:rPr sz="1800" b="1">
                <a:solidFill>
                  <a:srgbClr val="10242B"/>
                </a:solidFill>
                <a:latin typeface="DejaVu Sans"/>
                <a:ea typeface="DejaVu Sans"/>
                <a:cs typeface="DejaVu Sans"/>
              </a:rPr>
              <a:t>Restricciones</a:t>
            </a:r>
          </a:p>
        </p:txBody>
      </p:sp>
      <p:sp>
        <p:nvSpPr>
          <p:cNvPr id="19" name="text-yd741h04bej">
            <a:extLst xmlns:a="http://schemas.openxmlformats.org/drawingml/2006/main">
              <a:ext uri="{FF2B5EF4-FFF2-40B4-BE49-F238E27FC236}">
                <a16:creationId xmlns:a16="http://schemas.microsoft.com/office/drawing/2014/main" id="{759B0D14-3F78-4E04-AA94-7526189FDD1B}"/>
              </a:ext>
            </a:extLst>
          </p:cNvPr>
          <p:cNvSpPr>
            <a:spLocks xmlns:a="http://schemas.openxmlformats.org/drawingml/2006/main" noGrp="1"/>
          </p:cNvSpPr>
          <p:nvPr/>
        </p:nvSpPr>
        <p:spPr>
          <a:xfrm xmlns:a="http://schemas.openxmlformats.org/drawingml/2006/main">
            <a:off x="8312150" y="3362325"/>
            <a:ext cx="3060700"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77078"/>
                </a:solidFill>
                <a:latin typeface="DejaVu Sans"/>
                <a:ea typeface="DejaVu Sans"/>
                <a:cs typeface="DejaVu Sans"/>
              </a:defRPr>
            </a:defPPr>
            <a:lvl1pPr algn="l">
              <a:defRPr sz="1650" b="0">
                <a:solidFill>
                  <a:srgbClr val="577078"/>
                </a:solidFill>
                <a:latin typeface="DejaVu Sans"/>
                <a:ea typeface="DejaVu Sans"/>
                <a:cs typeface="DejaVu Sans"/>
              </a:defRPr>
            </a:lvl1pPr>
            <a:lvl2pPr algn="l">
              <a:defRPr sz="1650" b="0">
                <a:solidFill>
                  <a:srgbClr val="577078"/>
                </a:solidFill>
                <a:latin typeface="DejaVu Sans"/>
                <a:ea typeface="DejaVu Sans"/>
                <a:cs typeface="DejaVu Sans"/>
              </a:defRPr>
            </a:lvl2pPr>
            <a:lvl3pPr algn="l">
              <a:defRPr sz="1650" b="0">
                <a:solidFill>
                  <a:srgbClr val="577078"/>
                </a:solidFill>
                <a:latin typeface="DejaVu Sans"/>
                <a:ea typeface="DejaVu Sans"/>
                <a:cs typeface="DejaVu Sans"/>
              </a:defRPr>
            </a:lvl3pPr>
            <a:lvl4pPr algn="l">
              <a:defRPr sz="1650" b="0">
                <a:solidFill>
                  <a:srgbClr val="577078"/>
                </a:solidFill>
                <a:latin typeface="DejaVu Sans"/>
                <a:ea typeface="DejaVu Sans"/>
                <a:cs typeface="DejaVu Sans"/>
              </a:defRPr>
            </a:lvl4pPr>
            <a:lvl5pPr algn="l">
              <a:defRPr sz="1650" b="0">
                <a:solidFill>
                  <a:srgbClr val="577078"/>
                </a:solidFill>
                <a:latin typeface="DejaVu Sans"/>
                <a:ea typeface="DejaVu Sans"/>
                <a:cs typeface="DejaVu Sans"/>
              </a:defRPr>
            </a:lvl5pPr>
            <a:lvl6pPr algn="l">
              <a:defRPr sz="1650" b="0">
                <a:solidFill>
                  <a:srgbClr val="577078"/>
                </a:solidFill>
                <a:latin typeface="DejaVu Sans"/>
                <a:ea typeface="DejaVu Sans"/>
                <a:cs typeface="DejaVu Sans"/>
              </a:defRPr>
            </a:lvl6pPr>
            <a:lvl7pPr algn="l">
              <a:defRPr sz="1650" b="0">
                <a:solidFill>
                  <a:srgbClr val="577078"/>
                </a:solidFill>
                <a:latin typeface="DejaVu Sans"/>
                <a:ea typeface="DejaVu Sans"/>
                <a:cs typeface="DejaVu Sans"/>
              </a:defRPr>
            </a:lvl7pPr>
            <a:lvl8pPr algn="l">
              <a:defRPr sz="1650" b="0">
                <a:solidFill>
                  <a:srgbClr val="577078"/>
                </a:solidFill>
                <a:latin typeface="DejaVu Sans"/>
                <a:ea typeface="DejaVu Sans"/>
                <a:cs typeface="DejaVu Sans"/>
              </a:defRPr>
            </a:lvl8pPr>
            <a:lvl9pPr algn="l">
              <a:defRPr sz="1650" b="0">
                <a:solidFill>
                  <a:srgbClr val="577078"/>
                </a:solidFill>
                <a:latin typeface="DejaVu Sans"/>
                <a:ea typeface="DejaVu Sans"/>
                <a:cs typeface="DejaVu Sans"/>
              </a:defRPr>
            </a:lvl9pPr>
          </a:lstStyle>
          <a:p xmlns:a="http://schemas.openxmlformats.org/drawingml/2006/main">
            <a:pPr algn="l">
              <a:lnSpc>
                <a:spcPct val="112000"/>
              </a:lnSpc>
              <a:buNone/>
              <a:defRPr sz="1650" b="0">
                <a:solidFill>
                  <a:srgbClr val="577078"/>
                </a:solidFill>
                <a:latin typeface="DejaVu Sans"/>
                <a:ea typeface="DejaVu Sans"/>
                <a:cs typeface="DejaVu Sans"/>
              </a:defRPr>
            </a:pPr>
            <a:r>
              <a:rPr sz="1650" b="0">
                <a:solidFill>
                  <a:srgbClr val="577078"/>
                </a:solidFill>
                <a:latin typeface="DejaVu Sans"/>
                <a:ea typeface="DejaVu Sans"/>
                <a:cs typeface="DejaVu Sans"/>
              </a:rPr>
              <a:t>Mantener límites de fuerza, zonas y detención.</a:t>
            </a:r>
          </a:p>
        </p:txBody>
      </p:sp>
    </p:spTree>
    <p:extLst>
      <p:ext uri="{BB962C8B-B14F-4D97-AF65-F5344CB8AC3E}">
        <p14:creationId xmlns:p14="http://schemas.microsoft.com/office/powerpoint/2010/main" val="877465816"/>
      </p:ext>
    </p:extLst>
  </p:cSld>
</p:sld>
</file>

<file path=ppt/slides/slide2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8660321-0B8E-4A79-AD08-34164690DC0B}"/>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s28n5lghla">
            <a:extLst xmlns:a="http://schemas.openxmlformats.org/drawingml/2006/main">
              <a:ext uri="{FF2B5EF4-FFF2-40B4-BE49-F238E27FC236}">
                <a16:creationId xmlns:a16="http://schemas.microsoft.com/office/drawing/2014/main" id="{5B79081B-EA97-4711-B2B5-E68D3A1A5FE7}"/>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u75dssl90r">
            <a:extLst xmlns:a="http://schemas.openxmlformats.org/drawingml/2006/main">
              <a:ext uri="{FF2B5EF4-FFF2-40B4-BE49-F238E27FC236}">
                <a16:creationId xmlns:a16="http://schemas.microsoft.com/office/drawing/2014/main" id="{691D8D43-0AD0-402E-B240-C91483896FB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Cinco preguntas permiten auditar cualquier agente</a:t>
            </a:r>
          </a:p>
        </p:txBody>
      </p:sp>
      <p:sp>
        <p:nvSpPr>
          <p:cNvPr id="4" name="text-r5b44ex4lwt">
            <a:extLst xmlns:a="http://schemas.openxmlformats.org/drawingml/2006/main">
              <a:ext uri="{FF2B5EF4-FFF2-40B4-BE49-F238E27FC236}">
                <a16:creationId xmlns:a16="http://schemas.microsoft.com/office/drawing/2014/main" id="{2883D08D-0C10-4212-B055-AB484FE9723E}"/>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Aplicables a una demo comercial, un prototipo o una investigación.</a:t>
            </a:r>
          </a:p>
        </p:txBody>
      </p:sp>
      <p:sp>
        <p:nvSpPr>
          <p:cNvPr id="5" name="">
            <a:extLst xmlns:a="http://schemas.openxmlformats.org/drawingml/2006/main">
              <a:ext uri="{FF2B5EF4-FFF2-40B4-BE49-F238E27FC236}">
                <a16:creationId xmlns:a16="http://schemas.microsoft.com/office/drawing/2014/main" id="{F751D709-F50E-4758-A288-74C7B1368E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zlamhlhtnfs">
            <a:extLst xmlns:a="http://schemas.openxmlformats.org/drawingml/2006/main">
              <a:ext uri="{FF2B5EF4-FFF2-40B4-BE49-F238E27FC236}">
                <a16:creationId xmlns:a16="http://schemas.microsoft.com/office/drawing/2014/main" id="{B4C2E5CA-0922-4B2A-8D51-77A9E946C1C1}"/>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a:t>
            </a:r>
          </a:p>
        </p:txBody>
      </p:sp>
      <p:sp>
        <p:nvSpPr>
          <p:cNvPr id="7" name="text-flyo3oiafj5">
            <a:extLst xmlns:a="http://schemas.openxmlformats.org/drawingml/2006/main">
              <a:ext uri="{FF2B5EF4-FFF2-40B4-BE49-F238E27FC236}">
                <a16:creationId xmlns:a16="http://schemas.microsoft.com/office/drawing/2014/main" id="{84743D72-D391-4485-BE02-CC06A0C9307C}"/>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21</a:t>
            </a:r>
          </a:p>
        </p:txBody>
      </p:sp>
      <p:sp>
        <p:nvSpPr>
          <p:cNvPr id="8" name="text-dfdqbzc12cf">
            <a:extLst xmlns:a="http://schemas.openxmlformats.org/drawingml/2006/main">
              <a:ext uri="{FF2B5EF4-FFF2-40B4-BE49-F238E27FC236}">
                <a16:creationId xmlns:a16="http://schemas.microsoft.com/office/drawing/2014/main" id="{CFE18D3C-ECC2-4D27-A191-25CB7093DF09}"/>
              </a:ext>
            </a:extLst>
          </p:cNvPr>
          <p:cNvSpPr>
            <a:spLocks xmlns:a="http://schemas.openxmlformats.org/drawingml/2006/main" noGrp="1"/>
          </p:cNvSpPr>
          <p:nvPr/>
        </p:nvSpPr>
        <p:spPr>
          <a:xfrm xmlns:a="http://schemas.openxmlformats.org/drawingml/2006/main">
            <a:off x="628650" y="262890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01</a:t>
            </a:r>
          </a:p>
        </p:txBody>
      </p:sp>
      <p:sp>
        <p:nvSpPr>
          <p:cNvPr id="9" name="text-n77vdmzgsth">
            <a:extLst xmlns:a="http://schemas.openxmlformats.org/drawingml/2006/main">
              <a:ext uri="{FF2B5EF4-FFF2-40B4-BE49-F238E27FC236}">
                <a16:creationId xmlns:a16="http://schemas.microsoft.com/office/drawing/2014/main" id="{B72E277C-5E13-430C-817E-57192D0D5765}"/>
              </a:ext>
            </a:extLst>
          </p:cNvPr>
          <p:cNvSpPr>
            <a:spLocks xmlns:a="http://schemas.openxmlformats.org/drawingml/2006/main" noGrp="1"/>
          </p:cNvSpPr>
          <p:nvPr/>
        </p:nvSpPr>
        <p:spPr>
          <a:xfrm xmlns:a="http://schemas.openxmlformats.org/drawingml/2006/main">
            <a:off x="1238250" y="261937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Objetivo</a:t>
            </a:r>
          </a:p>
        </p:txBody>
      </p:sp>
      <p:sp>
        <p:nvSpPr>
          <p:cNvPr id="10" name="text-xwjlpnw184">
            <a:extLst xmlns:a="http://schemas.openxmlformats.org/drawingml/2006/main">
              <a:ext uri="{FF2B5EF4-FFF2-40B4-BE49-F238E27FC236}">
                <a16:creationId xmlns:a16="http://schemas.microsoft.com/office/drawing/2014/main" id="{D4AB8504-2674-4A22-912E-EE0BF1683545}"/>
              </a:ext>
            </a:extLst>
          </p:cNvPr>
          <p:cNvSpPr>
            <a:spLocks xmlns:a="http://schemas.openxmlformats.org/drawingml/2006/main" noGrp="1"/>
          </p:cNvSpPr>
          <p:nvPr/>
        </p:nvSpPr>
        <p:spPr>
          <a:xfrm xmlns:a="http://schemas.openxmlformats.org/drawingml/2006/main">
            <a:off x="4095750" y="261937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resultado medible busca?</a:t>
            </a:r>
          </a:p>
        </p:txBody>
      </p:sp>
      <p:sp>
        <p:nvSpPr>
          <p:cNvPr id="11" name="">
            <a:extLst xmlns:a="http://schemas.openxmlformats.org/drawingml/2006/main">
              <a:ext uri="{FF2B5EF4-FFF2-40B4-BE49-F238E27FC236}">
                <a16:creationId xmlns:a16="http://schemas.microsoft.com/office/drawing/2014/main" id="{B57D0536-4F66-4AFF-B526-C46BC16DEEB9}"/>
              </a:ext>
            </a:extLst>
          </p:cNvPr>
          <p:cNvSpPr>
            <a:spLocks xmlns:a="http://schemas.openxmlformats.org/drawingml/2006/main" noGrp="1"/>
          </p:cNvSpPr>
          <p:nvPr/>
        </p:nvSpPr>
        <p:spPr>
          <a:xfrm xmlns:a="http://schemas.openxmlformats.org/drawingml/2006/main">
            <a:off x="1238250" y="320421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2" name="text-5wnjcb9mb1g">
            <a:extLst xmlns:a="http://schemas.openxmlformats.org/drawingml/2006/main">
              <a:ext uri="{FF2B5EF4-FFF2-40B4-BE49-F238E27FC236}">
                <a16:creationId xmlns:a16="http://schemas.microsoft.com/office/drawing/2014/main" id="{5727951C-236B-4D24-9020-9CE5DABAAC2B}"/>
              </a:ext>
            </a:extLst>
          </p:cNvPr>
          <p:cNvSpPr>
            <a:spLocks xmlns:a="http://schemas.openxmlformats.org/drawingml/2006/main" noGrp="1"/>
          </p:cNvSpPr>
          <p:nvPr/>
        </p:nvSpPr>
        <p:spPr>
          <a:xfrm xmlns:a="http://schemas.openxmlformats.org/drawingml/2006/main">
            <a:off x="628650" y="334708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02</a:t>
            </a:r>
          </a:p>
        </p:txBody>
      </p:sp>
      <p:sp>
        <p:nvSpPr>
          <p:cNvPr id="13" name="text-luozs7q9zvl">
            <a:extLst xmlns:a="http://schemas.openxmlformats.org/drawingml/2006/main">
              <a:ext uri="{FF2B5EF4-FFF2-40B4-BE49-F238E27FC236}">
                <a16:creationId xmlns:a16="http://schemas.microsoft.com/office/drawing/2014/main" id="{4F069090-AEA2-4A0D-8DCA-1D461CD7E0FA}"/>
              </a:ext>
            </a:extLst>
          </p:cNvPr>
          <p:cNvSpPr>
            <a:spLocks xmlns:a="http://schemas.openxmlformats.org/drawingml/2006/main" noGrp="1"/>
          </p:cNvSpPr>
          <p:nvPr/>
        </p:nvSpPr>
        <p:spPr>
          <a:xfrm xmlns:a="http://schemas.openxmlformats.org/drawingml/2006/main">
            <a:off x="1238250" y="333756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Información</a:t>
            </a:r>
          </a:p>
        </p:txBody>
      </p:sp>
      <p:sp>
        <p:nvSpPr>
          <p:cNvPr id="14" name="text-e3xif8x2e9d">
            <a:extLst xmlns:a="http://schemas.openxmlformats.org/drawingml/2006/main">
              <a:ext uri="{FF2B5EF4-FFF2-40B4-BE49-F238E27FC236}">
                <a16:creationId xmlns:a16="http://schemas.microsoft.com/office/drawing/2014/main" id="{A16F1568-2EDB-4805-B180-E5AB36E4FBDE}"/>
              </a:ext>
            </a:extLst>
          </p:cNvPr>
          <p:cNvSpPr>
            <a:spLocks xmlns:a="http://schemas.openxmlformats.org/drawingml/2006/main" noGrp="1"/>
          </p:cNvSpPr>
          <p:nvPr/>
        </p:nvSpPr>
        <p:spPr>
          <a:xfrm xmlns:a="http://schemas.openxmlformats.org/drawingml/2006/main">
            <a:off x="4095750" y="333756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observa y qué desconoce?</a:t>
            </a:r>
          </a:p>
        </p:txBody>
      </p:sp>
      <p:sp>
        <p:nvSpPr>
          <p:cNvPr id="15" name="">
            <a:extLst xmlns:a="http://schemas.openxmlformats.org/drawingml/2006/main">
              <a:ext uri="{FF2B5EF4-FFF2-40B4-BE49-F238E27FC236}">
                <a16:creationId xmlns:a16="http://schemas.microsoft.com/office/drawing/2014/main" id="{E05A8F4D-BD27-4C63-A62E-3ABAD28D630A}"/>
              </a:ext>
            </a:extLst>
          </p:cNvPr>
          <p:cNvSpPr>
            <a:spLocks xmlns:a="http://schemas.openxmlformats.org/drawingml/2006/main" noGrp="1"/>
          </p:cNvSpPr>
          <p:nvPr/>
        </p:nvSpPr>
        <p:spPr>
          <a:xfrm xmlns:a="http://schemas.openxmlformats.org/drawingml/2006/main">
            <a:off x="1238250" y="392239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16" name="text-eqg4otveuq7">
            <a:extLst xmlns:a="http://schemas.openxmlformats.org/drawingml/2006/main">
              <a:ext uri="{FF2B5EF4-FFF2-40B4-BE49-F238E27FC236}">
                <a16:creationId xmlns:a16="http://schemas.microsoft.com/office/drawing/2014/main" id="{38E65D7F-8A11-4AE2-8AA3-2697235679BF}"/>
              </a:ext>
            </a:extLst>
          </p:cNvPr>
          <p:cNvSpPr>
            <a:spLocks xmlns:a="http://schemas.openxmlformats.org/drawingml/2006/main" noGrp="1"/>
          </p:cNvSpPr>
          <p:nvPr/>
        </p:nvSpPr>
        <p:spPr>
          <a:xfrm xmlns:a="http://schemas.openxmlformats.org/drawingml/2006/main">
            <a:off x="628650" y="406527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03</a:t>
            </a:r>
          </a:p>
        </p:txBody>
      </p:sp>
      <p:sp>
        <p:nvSpPr>
          <p:cNvPr id="17" name="text-l1suf3c6xnq">
            <a:extLst xmlns:a="http://schemas.openxmlformats.org/drawingml/2006/main">
              <a:ext uri="{FF2B5EF4-FFF2-40B4-BE49-F238E27FC236}">
                <a16:creationId xmlns:a16="http://schemas.microsoft.com/office/drawing/2014/main" id="{CEBD36FE-BF54-4EDE-A93D-0A55FCEF692C}"/>
              </a:ext>
            </a:extLst>
          </p:cNvPr>
          <p:cNvSpPr>
            <a:spLocks xmlns:a="http://schemas.openxmlformats.org/drawingml/2006/main" noGrp="1"/>
          </p:cNvSpPr>
          <p:nvPr/>
        </p:nvSpPr>
        <p:spPr>
          <a:xfrm xmlns:a="http://schemas.openxmlformats.org/drawingml/2006/main">
            <a:off x="1238250" y="405574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Acciones</a:t>
            </a:r>
          </a:p>
        </p:txBody>
      </p:sp>
      <p:sp>
        <p:nvSpPr>
          <p:cNvPr id="18" name="text-cztwd7otkw">
            <a:extLst xmlns:a="http://schemas.openxmlformats.org/drawingml/2006/main">
              <a:ext uri="{FF2B5EF4-FFF2-40B4-BE49-F238E27FC236}">
                <a16:creationId xmlns:a16="http://schemas.microsoft.com/office/drawing/2014/main" id="{35326827-2C76-494E-BBF9-FED7A8658019}"/>
              </a:ext>
            </a:extLst>
          </p:cNvPr>
          <p:cNvSpPr>
            <a:spLocks xmlns:a="http://schemas.openxmlformats.org/drawingml/2006/main" noGrp="1"/>
          </p:cNvSpPr>
          <p:nvPr/>
        </p:nvSpPr>
        <p:spPr>
          <a:xfrm xmlns:a="http://schemas.openxmlformats.org/drawingml/2006/main">
            <a:off x="4095750" y="405574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¿Qué puede ejecutar realmente?</a:t>
            </a:r>
          </a:p>
        </p:txBody>
      </p:sp>
      <p:sp>
        <p:nvSpPr>
          <p:cNvPr id="19" name="">
            <a:extLst xmlns:a="http://schemas.openxmlformats.org/drawingml/2006/main">
              <a:ext uri="{FF2B5EF4-FFF2-40B4-BE49-F238E27FC236}">
                <a16:creationId xmlns:a16="http://schemas.microsoft.com/office/drawing/2014/main" id="{83490BF2-9EA2-4F1B-9456-A0A9E7620C7F}"/>
              </a:ext>
            </a:extLst>
          </p:cNvPr>
          <p:cNvSpPr>
            <a:spLocks xmlns:a="http://schemas.openxmlformats.org/drawingml/2006/main" noGrp="1"/>
          </p:cNvSpPr>
          <p:nvPr/>
        </p:nvSpPr>
        <p:spPr>
          <a:xfrm xmlns:a="http://schemas.openxmlformats.org/drawingml/2006/main">
            <a:off x="1238250" y="4640580"/>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0" name="text-phb8k48jnec">
            <a:extLst xmlns:a="http://schemas.openxmlformats.org/drawingml/2006/main">
              <a:ext uri="{FF2B5EF4-FFF2-40B4-BE49-F238E27FC236}">
                <a16:creationId xmlns:a16="http://schemas.microsoft.com/office/drawing/2014/main" id="{AB14B6A2-EDB9-4052-9409-95B4C2ADC54C}"/>
              </a:ext>
            </a:extLst>
          </p:cNvPr>
          <p:cNvSpPr>
            <a:spLocks xmlns:a="http://schemas.openxmlformats.org/drawingml/2006/main" noGrp="1"/>
          </p:cNvSpPr>
          <p:nvPr/>
        </p:nvSpPr>
        <p:spPr>
          <a:xfrm xmlns:a="http://schemas.openxmlformats.org/drawingml/2006/main">
            <a:off x="628650" y="4783455"/>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04</a:t>
            </a:r>
          </a:p>
        </p:txBody>
      </p:sp>
      <p:sp>
        <p:nvSpPr>
          <p:cNvPr id="21" name="text-1j904zjlxo8">
            <a:extLst xmlns:a="http://schemas.openxmlformats.org/drawingml/2006/main">
              <a:ext uri="{FF2B5EF4-FFF2-40B4-BE49-F238E27FC236}">
                <a16:creationId xmlns:a16="http://schemas.microsoft.com/office/drawing/2014/main" id="{202FABCB-7DE2-4132-8B67-D91A019E6C94}"/>
              </a:ext>
            </a:extLst>
          </p:cNvPr>
          <p:cNvSpPr>
            <a:spLocks xmlns:a="http://schemas.openxmlformats.org/drawingml/2006/main" noGrp="1"/>
          </p:cNvSpPr>
          <p:nvPr/>
        </p:nvSpPr>
        <p:spPr>
          <a:xfrm xmlns:a="http://schemas.openxmlformats.org/drawingml/2006/main">
            <a:off x="1238250" y="4773930"/>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Evaluación</a:t>
            </a:r>
          </a:p>
        </p:txBody>
      </p:sp>
      <p:sp>
        <p:nvSpPr>
          <p:cNvPr id="22" name="text-qrwdrdsbkzo">
            <a:extLst xmlns:a="http://schemas.openxmlformats.org/drawingml/2006/main">
              <a:ext uri="{FF2B5EF4-FFF2-40B4-BE49-F238E27FC236}">
                <a16:creationId xmlns:a16="http://schemas.microsoft.com/office/drawing/2014/main" id="{9054AEFA-3433-41E5-A4D6-94DF9C0FE224}"/>
              </a:ext>
            </a:extLst>
          </p:cNvPr>
          <p:cNvSpPr>
            <a:spLocks xmlns:a="http://schemas.openxmlformats.org/drawingml/2006/main" noGrp="1"/>
          </p:cNvSpPr>
          <p:nvPr/>
        </p:nvSpPr>
        <p:spPr>
          <a:xfrm xmlns:a="http://schemas.openxmlformats.org/drawingml/2006/main">
            <a:off x="4095750" y="4773930"/>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¿Cómo se comprueba éxito, costo y repetibilidad?</a:t>
            </a:r>
          </a:p>
        </p:txBody>
      </p:sp>
      <p:sp>
        <p:nvSpPr>
          <p:cNvPr id="23" name="">
            <a:extLst xmlns:a="http://schemas.openxmlformats.org/drawingml/2006/main">
              <a:ext uri="{FF2B5EF4-FFF2-40B4-BE49-F238E27FC236}">
                <a16:creationId xmlns:a16="http://schemas.microsoft.com/office/drawing/2014/main" id="{4D7BF681-5FCB-407E-AC16-097B220C9893}"/>
              </a:ext>
            </a:extLst>
          </p:cNvPr>
          <p:cNvSpPr>
            <a:spLocks xmlns:a="http://schemas.openxmlformats.org/drawingml/2006/main" noGrp="1"/>
          </p:cNvSpPr>
          <p:nvPr/>
        </p:nvSpPr>
        <p:spPr>
          <a:xfrm xmlns:a="http://schemas.openxmlformats.org/drawingml/2006/main">
            <a:off x="1238250" y="5358765"/>
            <a:ext cx="1034415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24" name="text-yz7uhshgdml">
            <a:extLst xmlns:a="http://schemas.openxmlformats.org/drawingml/2006/main">
              <a:ext uri="{FF2B5EF4-FFF2-40B4-BE49-F238E27FC236}">
                <a16:creationId xmlns:a16="http://schemas.microsoft.com/office/drawing/2014/main" id="{A35D9495-D8D9-4FFB-BAE0-F089BD3F370F}"/>
              </a:ext>
            </a:extLst>
          </p:cNvPr>
          <p:cNvSpPr>
            <a:spLocks xmlns:a="http://schemas.openxmlformats.org/drawingml/2006/main" noGrp="1"/>
          </p:cNvSpPr>
          <p:nvPr/>
        </p:nvSpPr>
        <p:spPr>
          <a:xfrm xmlns:a="http://schemas.openxmlformats.org/drawingml/2006/main">
            <a:off x="628650" y="5501640"/>
            <a:ext cx="428625" cy="6038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62D6C9"/>
                </a:solidFill>
                <a:latin typeface="DejaVu Sans"/>
                <a:ea typeface="DejaVu Sans"/>
                <a:cs typeface="DejaVu Sans"/>
              </a:defRPr>
            </a:defPPr>
            <a:lvl1pPr algn="l">
              <a:defRPr sz="1650" b="1">
                <a:solidFill>
                  <a:srgbClr val="62D6C9"/>
                </a:solidFill>
                <a:latin typeface="DejaVu Sans"/>
                <a:ea typeface="DejaVu Sans"/>
                <a:cs typeface="DejaVu Sans"/>
              </a:defRPr>
            </a:lvl1pPr>
            <a:lvl2pPr algn="l">
              <a:defRPr sz="1650" b="1">
                <a:solidFill>
                  <a:srgbClr val="62D6C9"/>
                </a:solidFill>
                <a:latin typeface="DejaVu Sans"/>
                <a:ea typeface="DejaVu Sans"/>
                <a:cs typeface="DejaVu Sans"/>
              </a:defRPr>
            </a:lvl2pPr>
            <a:lvl3pPr algn="l">
              <a:defRPr sz="1650" b="1">
                <a:solidFill>
                  <a:srgbClr val="62D6C9"/>
                </a:solidFill>
                <a:latin typeface="DejaVu Sans"/>
                <a:ea typeface="DejaVu Sans"/>
                <a:cs typeface="DejaVu Sans"/>
              </a:defRPr>
            </a:lvl3pPr>
            <a:lvl4pPr algn="l">
              <a:defRPr sz="1650" b="1">
                <a:solidFill>
                  <a:srgbClr val="62D6C9"/>
                </a:solidFill>
                <a:latin typeface="DejaVu Sans"/>
                <a:ea typeface="DejaVu Sans"/>
                <a:cs typeface="DejaVu Sans"/>
              </a:defRPr>
            </a:lvl4pPr>
            <a:lvl5pPr algn="l">
              <a:defRPr sz="1650" b="1">
                <a:solidFill>
                  <a:srgbClr val="62D6C9"/>
                </a:solidFill>
                <a:latin typeface="DejaVu Sans"/>
                <a:ea typeface="DejaVu Sans"/>
                <a:cs typeface="DejaVu Sans"/>
              </a:defRPr>
            </a:lvl5pPr>
            <a:lvl6pPr algn="l">
              <a:defRPr sz="1650" b="1">
                <a:solidFill>
                  <a:srgbClr val="62D6C9"/>
                </a:solidFill>
                <a:latin typeface="DejaVu Sans"/>
                <a:ea typeface="DejaVu Sans"/>
                <a:cs typeface="DejaVu Sans"/>
              </a:defRPr>
            </a:lvl6pPr>
            <a:lvl7pPr algn="l">
              <a:defRPr sz="1650" b="1">
                <a:solidFill>
                  <a:srgbClr val="62D6C9"/>
                </a:solidFill>
                <a:latin typeface="DejaVu Sans"/>
                <a:ea typeface="DejaVu Sans"/>
                <a:cs typeface="DejaVu Sans"/>
              </a:defRPr>
            </a:lvl7pPr>
            <a:lvl8pPr algn="l">
              <a:defRPr sz="1650" b="1">
                <a:solidFill>
                  <a:srgbClr val="62D6C9"/>
                </a:solidFill>
                <a:latin typeface="DejaVu Sans"/>
                <a:ea typeface="DejaVu Sans"/>
                <a:cs typeface="DejaVu Sans"/>
              </a:defRPr>
            </a:lvl8pPr>
            <a:lvl9pPr algn="l">
              <a:defRPr sz="1650" b="1">
                <a:solidFill>
                  <a:srgbClr val="62D6C9"/>
                </a:solidFill>
                <a:latin typeface="DejaVu Sans"/>
                <a:ea typeface="DejaVu Sans"/>
                <a:cs typeface="DejaVu Sans"/>
              </a:defRPr>
            </a:lvl9pPr>
          </a:lstStyle>
          <a:p xmlns:a="http://schemas.openxmlformats.org/drawingml/2006/main">
            <a:pPr algn="l">
              <a:lnSpc>
                <a:spcPct val="112000"/>
              </a:lnSpc>
              <a:buNone/>
              <a:defRPr sz="1650" b="1">
                <a:solidFill>
                  <a:srgbClr val="62D6C9"/>
                </a:solidFill>
                <a:latin typeface="DejaVu Sans"/>
                <a:ea typeface="DejaVu Sans"/>
                <a:cs typeface="DejaVu Sans"/>
              </a:defRPr>
            </a:pPr>
            <a:r>
              <a:rPr sz="1650" b="1">
                <a:solidFill>
                  <a:srgbClr val="62D6C9"/>
                </a:solidFill>
                <a:latin typeface="DejaVu Sans"/>
                <a:ea typeface="DejaVu Sans"/>
                <a:cs typeface="DejaVu Sans"/>
              </a:rPr>
              <a:t>05</a:t>
            </a:r>
          </a:p>
        </p:txBody>
      </p:sp>
      <p:sp>
        <p:nvSpPr>
          <p:cNvPr id="25" name="text-h80mce1ywli">
            <a:extLst xmlns:a="http://schemas.openxmlformats.org/drawingml/2006/main">
              <a:ext uri="{FF2B5EF4-FFF2-40B4-BE49-F238E27FC236}">
                <a16:creationId xmlns:a16="http://schemas.microsoft.com/office/drawing/2014/main" id="{93F069B9-882F-42B4-BABA-9A276D7C75D5}"/>
              </a:ext>
            </a:extLst>
          </p:cNvPr>
          <p:cNvSpPr>
            <a:spLocks xmlns:a="http://schemas.openxmlformats.org/drawingml/2006/main" noGrp="1"/>
          </p:cNvSpPr>
          <p:nvPr/>
        </p:nvSpPr>
        <p:spPr>
          <a:xfrm xmlns:a="http://schemas.openxmlformats.org/drawingml/2006/main">
            <a:off x="1238250" y="5492115"/>
            <a:ext cx="26193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FDFA"/>
                </a:solidFill>
                <a:latin typeface="DejaVu Sans"/>
                <a:ea typeface="DejaVu Sans"/>
                <a:cs typeface="DejaVu Sans"/>
              </a:defRPr>
            </a:defPPr>
            <a:lvl1pPr algn="l">
              <a:defRPr sz="1725" b="1">
                <a:solidFill>
                  <a:srgbClr val="FFFDFA"/>
                </a:solidFill>
                <a:latin typeface="DejaVu Sans"/>
                <a:ea typeface="DejaVu Sans"/>
                <a:cs typeface="DejaVu Sans"/>
              </a:defRPr>
            </a:lvl1pPr>
            <a:lvl2pPr algn="l">
              <a:defRPr sz="1725" b="1">
                <a:solidFill>
                  <a:srgbClr val="FFFDFA"/>
                </a:solidFill>
                <a:latin typeface="DejaVu Sans"/>
                <a:ea typeface="DejaVu Sans"/>
                <a:cs typeface="DejaVu Sans"/>
              </a:defRPr>
            </a:lvl2pPr>
            <a:lvl3pPr algn="l">
              <a:defRPr sz="1725" b="1">
                <a:solidFill>
                  <a:srgbClr val="FFFDFA"/>
                </a:solidFill>
                <a:latin typeface="DejaVu Sans"/>
                <a:ea typeface="DejaVu Sans"/>
                <a:cs typeface="DejaVu Sans"/>
              </a:defRPr>
            </a:lvl3pPr>
            <a:lvl4pPr algn="l">
              <a:defRPr sz="1725" b="1">
                <a:solidFill>
                  <a:srgbClr val="FFFDFA"/>
                </a:solidFill>
                <a:latin typeface="DejaVu Sans"/>
                <a:ea typeface="DejaVu Sans"/>
                <a:cs typeface="DejaVu Sans"/>
              </a:defRPr>
            </a:lvl4pPr>
            <a:lvl5pPr algn="l">
              <a:defRPr sz="1725" b="1">
                <a:solidFill>
                  <a:srgbClr val="FFFDFA"/>
                </a:solidFill>
                <a:latin typeface="DejaVu Sans"/>
                <a:ea typeface="DejaVu Sans"/>
                <a:cs typeface="DejaVu Sans"/>
              </a:defRPr>
            </a:lvl5pPr>
            <a:lvl6pPr algn="l">
              <a:defRPr sz="1725" b="1">
                <a:solidFill>
                  <a:srgbClr val="FFFDFA"/>
                </a:solidFill>
                <a:latin typeface="DejaVu Sans"/>
                <a:ea typeface="DejaVu Sans"/>
                <a:cs typeface="DejaVu Sans"/>
              </a:defRPr>
            </a:lvl6pPr>
            <a:lvl7pPr algn="l">
              <a:defRPr sz="1725" b="1">
                <a:solidFill>
                  <a:srgbClr val="FFFDFA"/>
                </a:solidFill>
                <a:latin typeface="DejaVu Sans"/>
                <a:ea typeface="DejaVu Sans"/>
                <a:cs typeface="DejaVu Sans"/>
              </a:defRPr>
            </a:lvl7pPr>
            <a:lvl8pPr algn="l">
              <a:defRPr sz="1725" b="1">
                <a:solidFill>
                  <a:srgbClr val="FFFDFA"/>
                </a:solidFill>
                <a:latin typeface="DejaVu Sans"/>
                <a:ea typeface="DejaVu Sans"/>
                <a:cs typeface="DejaVu Sans"/>
              </a:defRPr>
            </a:lvl8pPr>
            <a:lvl9pPr algn="l">
              <a:defRPr sz="1725" b="1">
                <a:solidFill>
                  <a:srgbClr val="FFFDFA"/>
                </a:solidFill>
                <a:latin typeface="DejaVu Sans"/>
                <a:ea typeface="DejaVu Sans"/>
                <a:cs typeface="DejaVu Sans"/>
              </a:defRPr>
            </a:lvl9pPr>
          </a:lstStyle>
          <a:p xmlns:a="http://schemas.openxmlformats.org/drawingml/2006/main">
            <a:pPr algn="l">
              <a:lnSpc>
                <a:spcPct val="112000"/>
              </a:lnSpc>
              <a:buNone/>
              <a:defRPr sz="1725" b="1">
                <a:solidFill>
                  <a:srgbClr val="FFFDFA"/>
                </a:solidFill>
                <a:latin typeface="DejaVu Sans"/>
                <a:ea typeface="DejaVu Sans"/>
                <a:cs typeface="DejaVu Sans"/>
              </a:defRPr>
            </a:pPr>
            <a:r>
              <a:rPr sz="1725" b="1">
                <a:solidFill>
                  <a:srgbClr val="FFFDFA"/>
                </a:solidFill>
                <a:latin typeface="DejaVu Sans"/>
                <a:ea typeface="DejaVu Sans"/>
                <a:cs typeface="DejaVu Sans"/>
              </a:rPr>
              <a:t>Control</a:t>
            </a:r>
          </a:p>
        </p:txBody>
      </p:sp>
      <p:sp>
        <p:nvSpPr>
          <p:cNvPr id="26" name="text-7h5yl9iaw0j">
            <a:extLst xmlns:a="http://schemas.openxmlformats.org/drawingml/2006/main">
              <a:ext uri="{FF2B5EF4-FFF2-40B4-BE49-F238E27FC236}">
                <a16:creationId xmlns:a16="http://schemas.microsoft.com/office/drawing/2014/main" id="{74D5EC3F-F04F-43CD-B092-6825F1725ACB}"/>
              </a:ext>
            </a:extLst>
          </p:cNvPr>
          <p:cNvSpPr>
            <a:spLocks xmlns:a="http://schemas.openxmlformats.org/drawingml/2006/main" noGrp="1"/>
          </p:cNvSpPr>
          <p:nvPr/>
        </p:nvSpPr>
        <p:spPr>
          <a:xfrm xmlns:a="http://schemas.openxmlformats.org/drawingml/2006/main">
            <a:off x="4095750" y="5492115"/>
            <a:ext cx="73818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¿Cuándo se detiene y quién responde?</a:t>
            </a:r>
          </a:p>
        </p:txBody>
      </p:sp>
    </p:spTree>
    <p:extLst>
      <p:ext uri="{BB962C8B-B14F-4D97-AF65-F5344CB8AC3E}">
        <p14:creationId xmlns:p14="http://schemas.microsoft.com/office/powerpoint/2010/main" val="1012049536"/>
      </p:ext>
    </p:extLst>
  </p:cSld>
</p:sld>
</file>

<file path=ppt/slides/slide2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6568845-3D13-4AB7-A4B0-2FF677B455AC}"/>
              </a:ext>
            </a:extLst>
          </p:cNvPr>
          <p:cNvSpPr>
            <a:spLocks xmlns:a="http://schemas.openxmlformats.org/drawingml/2006/main" noGrp="1"/>
          </p:cNvSpPr>
          <p:nvPr/>
        </p:nvSpPr>
        <p:spPr>
          <a:xfrm xmlns:a="http://schemas.openxmlformats.org/drawingml/2006/main">
            <a:off x="609600" y="323850"/>
            <a:ext cx="495300" cy="47625"/>
          </a:xfrm>
          <a:prstGeom xmlns:a="http://schemas.openxmlformats.org/drawingml/2006/main" prst="rect">
            <a:avLst/>
          </a:prstGeom>
          <a:solidFill xmlns:a="http://schemas.openxmlformats.org/drawingml/2006/main">
            <a:srgbClr val="D64136"/>
          </a:solidFill>
          <a:ln xmlns:a="http://schemas.openxmlformats.org/drawingml/2006/main" w="0">
            <a:noFill/>
            <a:prstDash val="solid"/>
          </a:ln>
        </p:spPr>
      </p:sp>
      <p:sp>
        <p:nvSpPr>
          <p:cNvPr id="2" name="text-n4dad4auam9">
            <a:extLst xmlns:a="http://schemas.openxmlformats.org/drawingml/2006/main">
              <a:ext uri="{FF2B5EF4-FFF2-40B4-BE49-F238E27FC236}">
                <a16:creationId xmlns:a16="http://schemas.microsoft.com/office/drawing/2014/main" id="{6FB9727C-F306-4306-809C-226545568C34}"/>
              </a:ext>
            </a:extLst>
          </p:cNvPr>
          <p:cNvSpPr>
            <a:spLocks xmlns:a="http://schemas.openxmlformats.org/drawingml/2006/main" noGrp="1"/>
          </p:cNvSpPr>
          <p:nvPr/>
        </p:nvSpPr>
        <p:spPr>
          <a:xfrm xmlns:a="http://schemas.openxmlformats.org/drawingml/2006/main">
            <a:off x="1257300" y="24765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2D6C9"/>
                </a:solidFill>
                <a:latin typeface="DejaVu Sans"/>
                <a:ea typeface="DejaVu Sans"/>
                <a:cs typeface="DejaVu Sans"/>
              </a:defRPr>
            </a:defPPr>
            <a:lvl1pPr algn="l">
              <a:defRPr sz="1050" b="1">
                <a:solidFill>
                  <a:srgbClr val="62D6C9"/>
                </a:solidFill>
                <a:latin typeface="DejaVu Sans"/>
                <a:ea typeface="DejaVu Sans"/>
                <a:cs typeface="DejaVu Sans"/>
              </a:defRPr>
            </a:lvl1pPr>
            <a:lvl2pPr algn="l">
              <a:defRPr sz="1050" b="1">
                <a:solidFill>
                  <a:srgbClr val="62D6C9"/>
                </a:solidFill>
                <a:latin typeface="DejaVu Sans"/>
                <a:ea typeface="DejaVu Sans"/>
                <a:cs typeface="DejaVu Sans"/>
              </a:defRPr>
            </a:lvl2pPr>
            <a:lvl3pPr algn="l">
              <a:defRPr sz="1050" b="1">
                <a:solidFill>
                  <a:srgbClr val="62D6C9"/>
                </a:solidFill>
                <a:latin typeface="DejaVu Sans"/>
                <a:ea typeface="DejaVu Sans"/>
                <a:cs typeface="DejaVu Sans"/>
              </a:defRPr>
            </a:lvl3pPr>
            <a:lvl4pPr algn="l">
              <a:defRPr sz="1050" b="1">
                <a:solidFill>
                  <a:srgbClr val="62D6C9"/>
                </a:solidFill>
                <a:latin typeface="DejaVu Sans"/>
                <a:ea typeface="DejaVu Sans"/>
                <a:cs typeface="DejaVu Sans"/>
              </a:defRPr>
            </a:lvl4pPr>
            <a:lvl5pPr algn="l">
              <a:defRPr sz="1050" b="1">
                <a:solidFill>
                  <a:srgbClr val="62D6C9"/>
                </a:solidFill>
                <a:latin typeface="DejaVu Sans"/>
                <a:ea typeface="DejaVu Sans"/>
                <a:cs typeface="DejaVu Sans"/>
              </a:defRPr>
            </a:lvl5pPr>
            <a:lvl6pPr algn="l">
              <a:defRPr sz="1050" b="1">
                <a:solidFill>
                  <a:srgbClr val="62D6C9"/>
                </a:solidFill>
                <a:latin typeface="DejaVu Sans"/>
                <a:ea typeface="DejaVu Sans"/>
                <a:cs typeface="DejaVu Sans"/>
              </a:defRPr>
            </a:lvl6pPr>
            <a:lvl7pPr algn="l">
              <a:defRPr sz="1050" b="1">
                <a:solidFill>
                  <a:srgbClr val="62D6C9"/>
                </a:solidFill>
                <a:latin typeface="DejaVu Sans"/>
                <a:ea typeface="DejaVu Sans"/>
                <a:cs typeface="DejaVu Sans"/>
              </a:defRPr>
            </a:lvl7pPr>
            <a:lvl8pPr algn="l">
              <a:defRPr sz="1050" b="1">
                <a:solidFill>
                  <a:srgbClr val="62D6C9"/>
                </a:solidFill>
                <a:latin typeface="DejaVu Sans"/>
                <a:ea typeface="DejaVu Sans"/>
                <a:cs typeface="DejaVu Sans"/>
              </a:defRPr>
            </a:lvl8pPr>
            <a:lvl9pPr algn="l">
              <a:defRPr sz="1050" b="1">
                <a:solidFill>
                  <a:srgbClr val="62D6C9"/>
                </a:solidFill>
                <a:latin typeface="DejaVu Sans"/>
                <a:ea typeface="DejaVu Sans"/>
                <a:cs typeface="DejaVu Sans"/>
              </a:defRPr>
            </a:lvl9pPr>
          </a:lstStyle>
          <a:p xmlns:a="http://schemas.openxmlformats.org/drawingml/2006/main">
            <a:pPr algn="l">
              <a:lnSpc>
                <a:spcPct val="112000"/>
              </a:lnSpc>
              <a:buNone/>
              <a:defRPr sz="1050" b="1">
                <a:solidFill>
                  <a:srgbClr val="62D6C9"/>
                </a:solidFill>
                <a:latin typeface="DejaVu Sans"/>
                <a:ea typeface="DejaVu Sans"/>
                <a:cs typeface="DejaVu Sans"/>
              </a:defRPr>
            </a:pPr>
            <a:r>
              <a:rPr sz="1050" b="1">
                <a:solidFill>
                  <a:srgbClr val="62D6C9"/>
                </a:solidFill>
                <a:latin typeface="DejaVu Sans"/>
                <a:ea typeface="DejaVu Sans"/>
                <a:cs typeface="DejaVu Sans"/>
              </a:rPr>
              <a:t>CHINA TECNOLÓGICA</a:t>
            </a:r>
          </a:p>
        </p:txBody>
      </p:sp>
      <p:sp>
        <p:nvSpPr>
          <p:cNvPr id="3" name="text-pvvxxoabm7s">
            <a:extLst xmlns:a="http://schemas.openxmlformats.org/drawingml/2006/main">
              <a:ext uri="{FF2B5EF4-FFF2-40B4-BE49-F238E27FC236}">
                <a16:creationId xmlns:a16="http://schemas.microsoft.com/office/drawing/2014/main" id="{0A7DDDCB-BA98-4BD5-82E2-02FF15E237B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DFA"/>
                </a:solidFill>
                <a:latin typeface="DejaVu Sans"/>
                <a:ea typeface="DejaVu Sans"/>
                <a:cs typeface="DejaVu Sans"/>
              </a:defRPr>
            </a:defPPr>
            <a:lvl1pPr algn="l">
              <a:defRPr sz="2700" b="1">
                <a:solidFill>
                  <a:srgbClr val="FFFDFA"/>
                </a:solidFill>
                <a:latin typeface="DejaVu Sans"/>
                <a:ea typeface="DejaVu Sans"/>
                <a:cs typeface="DejaVu Sans"/>
              </a:defRPr>
            </a:lvl1pPr>
            <a:lvl2pPr algn="l">
              <a:defRPr sz="2700" b="1">
                <a:solidFill>
                  <a:srgbClr val="FFFDFA"/>
                </a:solidFill>
                <a:latin typeface="DejaVu Sans"/>
                <a:ea typeface="DejaVu Sans"/>
                <a:cs typeface="DejaVu Sans"/>
              </a:defRPr>
            </a:lvl2pPr>
            <a:lvl3pPr algn="l">
              <a:defRPr sz="2700" b="1">
                <a:solidFill>
                  <a:srgbClr val="FFFDFA"/>
                </a:solidFill>
                <a:latin typeface="DejaVu Sans"/>
                <a:ea typeface="DejaVu Sans"/>
                <a:cs typeface="DejaVu Sans"/>
              </a:defRPr>
            </a:lvl3pPr>
            <a:lvl4pPr algn="l">
              <a:defRPr sz="2700" b="1">
                <a:solidFill>
                  <a:srgbClr val="FFFDFA"/>
                </a:solidFill>
                <a:latin typeface="DejaVu Sans"/>
                <a:ea typeface="DejaVu Sans"/>
                <a:cs typeface="DejaVu Sans"/>
              </a:defRPr>
            </a:lvl4pPr>
            <a:lvl5pPr algn="l">
              <a:defRPr sz="2700" b="1">
                <a:solidFill>
                  <a:srgbClr val="FFFDFA"/>
                </a:solidFill>
                <a:latin typeface="DejaVu Sans"/>
                <a:ea typeface="DejaVu Sans"/>
                <a:cs typeface="DejaVu Sans"/>
              </a:defRPr>
            </a:lvl5pPr>
            <a:lvl6pPr algn="l">
              <a:defRPr sz="2700" b="1">
                <a:solidFill>
                  <a:srgbClr val="FFFDFA"/>
                </a:solidFill>
                <a:latin typeface="DejaVu Sans"/>
                <a:ea typeface="DejaVu Sans"/>
                <a:cs typeface="DejaVu Sans"/>
              </a:defRPr>
            </a:lvl6pPr>
            <a:lvl7pPr algn="l">
              <a:defRPr sz="2700" b="1">
                <a:solidFill>
                  <a:srgbClr val="FFFDFA"/>
                </a:solidFill>
                <a:latin typeface="DejaVu Sans"/>
                <a:ea typeface="DejaVu Sans"/>
                <a:cs typeface="DejaVu Sans"/>
              </a:defRPr>
            </a:lvl7pPr>
            <a:lvl8pPr algn="l">
              <a:defRPr sz="2700" b="1">
                <a:solidFill>
                  <a:srgbClr val="FFFDFA"/>
                </a:solidFill>
                <a:latin typeface="DejaVu Sans"/>
                <a:ea typeface="DejaVu Sans"/>
                <a:cs typeface="DejaVu Sans"/>
              </a:defRPr>
            </a:lvl8pPr>
            <a:lvl9pPr algn="l">
              <a:defRPr sz="2700" b="1">
                <a:solidFill>
                  <a:srgbClr val="FFFDFA"/>
                </a:solidFill>
                <a:latin typeface="DejaVu Sans"/>
                <a:ea typeface="DejaVu Sans"/>
                <a:cs typeface="DejaVu Sans"/>
              </a:defRPr>
            </a:lvl9pPr>
          </a:lstStyle>
          <a:p xmlns:a="http://schemas.openxmlformats.org/drawingml/2006/main">
            <a:pPr algn="l">
              <a:lnSpc>
                <a:spcPct val="112000"/>
              </a:lnSpc>
              <a:buNone/>
              <a:defRPr sz="2700" b="1">
                <a:solidFill>
                  <a:srgbClr val="FFFDFA"/>
                </a:solidFill>
                <a:latin typeface="DejaVu Sans"/>
                <a:ea typeface="DejaVu Sans"/>
                <a:cs typeface="DejaVu Sans"/>
              </a:defRPr>
            </a:pPr>
            <a:r>
              <a:rPr sz="2700" b="1">
                <a:solidFill>
                  <a:srgbClr val="FFFDFA"/>
                </a:solidFill>
                <a:latin typeface="DejaVu Sans"/>
                <a:ea typeface="DejaVu Sans"/>
                <a:cs typeface="DejaVu Sans"/>
              </a:rPr>
              <a:t>El siguiente paso es estudiar el ecosistema chino</a:t>
            </a:r>
          </a:p>
        </p:txBody>
      </p:sp>
      <p:sp>
        <p:nvSpPr>
          <p:cNvPr id="4" name="text-yjs08xr07pm">
            <a:extLst xmlns:a="http://schemas.openxmlformats.org/drawingml/2006/main">
              <a:ext uri="{FF2B5EF4-FFF2-40B4-BE49-F238E27FC236}">
                <a16:creationId xmlns:a16="http://schemas.microsoft.com/office/drawing/2014/main" id="{D625C2F9-83F6-4419-A3E1-4939BF67DAE0}"/>
              </a:ext>
            </a:extLst>
          </p:cNvPr>
          <p:cNvSpPr>
            <a:spLocks xmlns:a="http://schemas.openxmlformats.org/drawingml/2006/main" noGrp="1"/>
          </p:cNvSpPr>
          <p:nvPr/>
        </p:nvSpPr>
        <p:spPr>
          <a:xfrm xmlns:a="http://schemas.openxmlformats.org/drawingml/2006/main">
            <a:off x="609600" y="1857375"/>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ED0D5"/>
                </a:solidFill>
                <a:latin typeface="DejaVu Sans"/>
                <a:ea typeface="DejaVu Sans"/>
                <a:cs typeface="DejaVu Sans"/>
              </a:defRPr>
            </a:defPPr>
            <a:lvl1pPr algn="l">
              <a:defRPr sz="1575" b="0">
                <a:solidFill>
                  <a:srgbClr val="BED0D5"/>
                </a:solidFill>
                <a:latin typeface="DejaVu Sans"/>
                <a:ea typeface="DejaVu Sans"/>
                <a:cs typeface="DejaVu Sans"/>
              </a:defRPr>
            </a:lvl1pPr>
            <a:lvl2pPr algn="l">
              <a:defRPr sz="1575" b="0">
                <a:solidFill>
                  <a:srgbClr val="BED0D5"/>
                </a:solidFill>
                <a:latin typeface="DejaVu Sans"/>
                <a:ea typeface="DejaVu Sans"/>
                <a:cs typeface="DejaVu Sans"/>
              </a:defRPr>
            </a:lvl2pPr>
            <a:lvl3pPr algn="l">
              <a:defRPr sz="1575" b="0">
                <a:solidFill>
                  <a:srgbClr val="BED0D5"/>
                </a:solidFill>
                <a:latin typeface="DejaVu Sans"/>
                <a:ea typeface="DejaVu Sans"/>
                <a:cs typeface="DejaVu Sans"/>
              </a:defRPr>
            </a:lvl3pPr>
            <a:lvl4pPr algn="l">
              <a:defRPr sz="1575" b="0">
                <a:solidFill>
                  <a:srgbClr val="BED0D5"/>
                </a:solidFill>
                <a:latin typeface="DejaVu Sans"/>
                <a:ea typeface="DejaVu Sans"/>
                <a:cs typeface="DejaVu Sans"/>
              </a:defRPr>
            </a:lvl4pPr>
            <a:lvl5pPr algn="l">
              <a:defRPr sz="1575" b="0">
                <a:solidFill>
                  <a:srgbClr val="BED0D5"/>
                </a:solidFill>
                <a:latin typeface="DejaVu Sans"/>
                <a:ea typeface="DejaVu Sans"/>
                <a:cs typeface="DejaVu Sans"/>
              </a:defRPr>
            </a:lvl5pPr>
            <a:lvl6pPr algn="l">
              <a:defRPr sz="1575" b="0">
                <a:solidFill>
                  <a:srgbClr val="BED0D5"/>
                </a:solidFill>
                <a:latin typeface="DejaVu Sans"/>
                <a:ea typeface="DejaVu Sans"/>
                <a:cs typeface="DejaVu Sans"/>
              </a:defRPr>
            </a:lvl6pPr>
            <a:lvl7pPr algn="l">
              <a:defRPr sz="1575" b="0">
                <a:solidFill>
                  <a:srgbClr val="BED0D5"/>
                </a:solidFill>
                <a:latin typeface="DejaVu Sans"/>
                <a:ea typeface="DejaVu Sans"/>
                <a:cs typeface="DejaVu Sans"/>
              </a:defRPr>
            </a:lvl7pPr>
            <a:lvl8pPr algn="l">
              <a:defRPr sz="1575" b="0">
                <a:solidFill>
                  <a:srgbClr val="BED0D5"/>
                </a:solidFill>
                <a:latin typeface="DejaVu Sans"/>
                <a:ea typeface="DejaVu Sans"/>
                <a:cs typeface="DejaVu Sans"/>
              </a:defRPr>
            </a:lvl8pPr>
            <a:lvl9pPr algn="l">
              <a:defRPr sz="1575" b="0">
                <a:solidFill>
                  <a:srgbClr val="BED0D5"/>
                </a:solidFill>
                <a:latin typeface="DejaVu Sans"/>
                <a:ea typeface="DejaVu Sans"/>
                <a:cs typeface="DejaVu Sans"/>
              </a:defRPr>
            </a:lvl9pPr>
          </a:lstStyle>
          <a:p xmlns:a="http://schemas.openxmlformats.org/drawingml/2006/main">
            <a:pPr algn="l">
              <a:lnSpc>
                <a:spcPct val="112000"/>
              </a:lnSpc>
              <a:buNone/>
              <a:defRPr sz="1575" b="0">
                <a:solidFill>
                  <a:srgbClr val="BED0D5"/>
                </a:solidFill>
                <a:latin typeface="DejaVu Sans"/>
                <a:ea typeface="DejaVu Sans"/>
                <a:cs typeface="DejaVu Sans"/>
              </a:defRPr>
            </a:pPr>
            <a:r>
              <a:rPr sz="1575" b="0">
                <a:solidFill>
                  <a:srgbClr val="BED0D5"/>
                </a:solidFill>
                <a:latin typeface="DejaVu Sans"/>
                <a:ea typeface="DejaVu Sans"/>
                <a:cs typeface="DejaVu Sans"/>
              </a:rPr>
              <a:t>Modelos, plataformas y fábricas conectan estas arquitecturas con decisiones económicas.</a:t>
            </a:r>
          </a:p>
        </p:txBody>
      </p:sp>
      <p:sp>
        <p:nvSpPr>
          <p:cNvPr id="5" name="">
            <a:extLst xmlns:a="http://schemas.openxmlformats.org/drawingml/2006/main">
              <a:ext uri="{FF2B5EF4-FFF2-40B4-BE49-F238E27FC236}">
                <a16:creationId xmlns:a16="http://schemas.microsoft.com/office/drawing/2014/main" id="{3FA9EE32-536D-42BB-BD19-67A7511BDC5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294652"/>
          </a:solidFill>
          <a:ln xmlns:a="http://schemas.openxmlformats.org/drawingml/2006/main" w="0">
            <a:noFill/>
            <a:prstDash val="solid"/>
          </a:ln>
        </p:spPr>
      </p:sp>
      <p:sp>
        <p:nvSpPr>
          <p:cNvPr id="6" name="text-qazvfzx9pi">
            <a:extLst xmlns:a="http://schemas.openxmlformats.org/drawingml/2006/main">
              <a:ext uri="{FF2B5EF4-FFF2-40B4-BE49-F238E27FC236}">
                <a16:creationId xmlns:a16="http://schemas.microsoft.com/office/drawing/2014/main" id="{93CE4F1E-0C7D-45CB-950A-7E457C4ECE03}"/>
              </a:ext>
            </a:extLst>
          </p:cNvPr>
          <p:cNvSpPr>
            <a:spLocks xmlns:a="http://schemas.openxmlformats.org/drawingml/2006/main" noGrp="1"/>
          </p:cNvSpPr>
          <p:nvPr/>
        </p:nvSpPr>
        <p:spPr>
          <a:xfrm xmlns:a="http://schemas.openxmlformats.org/drawingml/2006/main">
            <a:off x="609600" y="63627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0D5"/>
                </a:solidFill>
                <a:latin typeface="DejaVu Sans"/>
                <a:ea typeface="DejaVu Sans"/>
                <a:cs typeface="DejaVu Sans"/>
              </a:defRPr>
            </a:defPPr>
            <a:lvl1pPr algn="l">
              <a:defRPr sz="975" b="0">
                <a:solidFill>
                  <a:srgbClr val="BED0D5"/>
                </a:solidFill>
                <a:latin typeface="DejaVu Sans"/>
                <a:ea typeface="DejaVu Sans"/>
                <a:cs typeface="DejaVu Sans"/>
              </a:defRPr>
            </a:lvl1pPr>
            <a:lvl2pPr algn="l">
              <a:defRPr sz="975" b="0">
                <a:solidFill>
                  <a:srgbClr val="BED0D5"/>
                </a:solidFill>
                <a:latin typeface="DejaVu Sans"/>
                <a:ea typeface="DejaVu Sans"/>
                <a:cs typeface="DejaVu Sans"/>
              </a:defRPr>
            </a:lvl2pPr>
            <a:lvl3pPr algn="l">
              <a:defRPr sz="975" b="0">
                <a:solidFill>
                  <a:srgbClr val="BED0D5"/>
                </a:solidFill>
                <a:latin typeface="DejaVu Sans"/>
                <a:ea typeface="DejaVu Sans"/>
                <a:cs typeface="DejaVu Sans"/>
              </a:defRPr>
            </a:lvl3pPr>
            <a:lvl4pPr algn="l">
              <a:defRPr sz="975" b="0">
                <a:solidFill>
                  <a:srgbClr val="BED0D5"/>
                </a:solidFill>
                <a:latin typeface="DejaVu Sans"/>
                <a:ea typeface="DejaVu Sans"/>
                <a:cs typeface="DejaVu Sans"/>
              </a:defRPr>
            </a:lvl4pPr>
            <a:lvl5pPr algn="l">
              <a:defRPr sz="975" b="0">
                <a:solidFill>
                  <a:srgbClr val="BED0D5"/>
                </a:solidFill>
                <a:latin typeface="DejaVu Sans"/>
                <a:ea typeface="DejaVu Sans"/>
                <a:cs typeface="DejaVu Sans"/>
              </a:defRPr>
            </a:lvl5pPr>
            <a:lvl6pPr algn="l">
              <a:defRPr sz="975" b="0">
                <a:solidFill>
                  <a:srgbClr val="BED0D5"/>
                </a:solidFill>
                <a:latin typeface="DejaVu Sans"/>
                <a:ea typeface="DejaVu Sans"/>
                <a:cs typeface="DejaVu Sans"/>
              </a:defRPr>
            </a:lvl6pPr>
            <a:lvl7pPr algn="l">
              <a:defRPr sz="975" b="0">
                <a:solidFill>
                  <a:srgbClr val="BED0D5"/>
                </a:solidFill>
                <a:latin typeface="DejaVu Sans"/>
                <a:ea typeface="DejaVu Sans"/>
                <a:cs typeface="DejaVu Sans"/>
              </a:defRPr>
            </a:lvl7pPr>
            <a:lvl8pPr algn="l">
              <a:defRPr sz="975" b="0">
                <a:solidFill>
                  <a:srgbClr val="BED0D5"/>
                </a:solidFill>
                <a:latin typeface="DejaVu Sans"/>
                <a:ea typeface="DejaVu Sans"/>
                <a:cs typeface="DejaVu Sans"/>
              </a:defRPr>
            </a:lvl8pPr>
            <a:lvl9pPr algn="l">
              <a:defRPr sz="975" b="0">
                <a:solidFill>
                  <a:srgbClr val="BED0D5"/>
                </a:solidFill>
                <a:latin typeface="DejaVu Sans"/>
                <a:ea typeface="DejaVu Sans"/>
                <a:cs typeface="DejaVu Sans"/>
              </a:defRPr>
            </a:lvl9pPr>
          </a:lstStyle>
          <a:p xmlns:a="http://schemas.openxmlformats.org/drawingml/2006/main">
            <a:pPr algn="l">
              <a:lnSpc>
                <a:spcPct val="112000"/>
              </a:lnSpc>
              <a:buNone/>
              <a:defRPr sz="975" b="0">
                <a:solidFill>
                  <a:srgbClr val="BED0D5"/>
                </a:solidFill>
                <a:latin typeface="DejaVu Sans"/>
                <a:ea typeface="DejaVu Sans"/>
                <a:cs typeface="DejaVu Sans"/>
              </a:defRPr>
            </a:pPr>
            <a:r>
              <a:rPr sz="975" b="0">
                <a:solidFill>
                  <a:srgbClr val="BED0D5"/>
                </a:solidFill>
                <a:latin typeface="DejaVu Sans"/>
                <a:ea typeface="DejaVu Sans"/>
                <a:cs typeface="DejaVu Sans"/>
              </a:rPr>
              <a:t>Sergio Gevatschnaider  ·  Sergio Gevatschnaider</a:t>
            </a:r>
          </a:p>
        </p:txBody>
      </p:sp>
      <p:sp>
        <p:nvSpPr>
          <p:cNvPr id="7" name="text-rdyewqom4hg">
            <a:extLst xmlns:a="http://schemas.openxmlformats.org/drawingml/2006/main">
              <a:ext uri="{FF2B5EF4-FFF2-40B4-BE49-F238E27FC236}">
                <a16:creationId xmlns:a16="http://schemas.microsoft.com/office/drawing/2014/main" id="{7086031C-D2D4-4DA0-9900-344FF42D4006}"/>
              </a:ext>
            </a:extLst>
          </p:cNvPr>
          <p:cNvSpPr>
            <a:spLocks xmlns:a="http://schemas.openxmlformats.org/drawingml/2006/main" noGrp="1"/>
          </p:cNvSpPr>
          <p:nvPr/>
        </p:nvSpPr>
        <p:spPr>
          <a:xfrm xmlns:a="http://schemas.openxmlformats.org/drawingml/2006/main">
            <a:off x="10934700" y="6296025"/>
            <a:ext cx="64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725" b="1">
                <a:solidFill>
                  <a:srgbClr val="62D6C9"/>
                </a:solidFill>
                <a:latin typeface="DejaVu Sans"/>
                <a:ea typeface="DejaVu Sans"/>
                <a:cs typeface="DejaVu Sans"/>
              </a:defRPr>
            </a:defPPr>
            <a:lvl1pPr algn="r">
              <a:defRPr sz="1725" b="1">
                <a:solidFill>
                  <a:srgbClr val="62D6C9"/>
                </a:solidFill>
                <a:latin typeface="DejaVu Sans"/>
                <a:ea typeface="DejaVu Sans"/>
                <a:cs typeface="DejaVu Sans"/>
              </a:defRPr>
            </a:lvl1pPr>
            <a:lvl2pPr algn="r">
              <a:defRPr sz="1725" b="1">
                <a:solidFill>
                  <a:srgbClr val="62D6C9"/>
                </a:solidFill>
                <a:latin typeface="DejaVu Sans"/>
                <a:ea typeface="DejaVu Sans"/>
                <a:cs typeface="DejaVu Sans"/>
              </a:defRPr>
            </a:lvl2pPr>
            <a:lvl3pPr algn="r">
              <a:defRPr sz="1725" b="1">
                <a:solidFill>
                  <a:srgbClr val="62D6C9"/>
                </a:solidFill>
                <a:latin typeface="DejaVu Sans"/>
                <a:ea typeface="DejaVu Sans"/>
                <a:cs typeface="DejaVu Sans"/>
              </a:defRPr>
            </a:lvl3pPr>
            <a:lvl4pPr algn="r">
              <a:defRPr sz="1725" b="1">
                <a:solidFill>
                  <a:srgbClr val="62D6C9"/>
                </a:solidFill>
                <a:latin typeface="DejaVu Sans"/>
                <a:ea typeface="DejaVu Sans"/>
                <a:cs typeface="DejaVu Sans"/>
              </a:defRPr>
            </a:lvl4pPr>
            <a:lvl5pPr algn="r">
              <a:defRPr sz="1725" b="1">
                <a:solidFill>
                  <a:srgbClr val="62D6C9"/>
                </a:solidFill>
                <a:latin typeface="DejaVu Sans"/>
                <a:ea typeface="DejaVu Sans"/>
                <a:cs typeface="DejaVu Sans"/>
              </a:defRPr>
            </a:lvl5pPr>
            <a:lvl6pPr algn="r">
              <a:defRPr sz="1725" b="1">
                <a:solidFill>
                  <a:srgbClr val="62D6C9"/>
                </a:solidFill>
                <a:latin typeface="DejaVu Sans"/>
                <a:ea typeface="DejaVu Sans"/>
                <a:cs typeface="DejaVu Sans"/>
              </a:defRPr>
            </a:lvl6pPr>
            <a:lvl7pPr algn="r">
              <a:defRPr sz="1725" b="1">
                <a:solidFill>
                  <a:srgbClr val="62D6C9"/>
                </a:solidFill>
                <a:latin typeface="DejaVu Sans"/>
                <a:ea typeface="DejaVu Sans"/>
                <a:cs typeface="DejaVu Sans"/>
              </a:defRPr>
            </a:lvl7pPr>
            <a:lvl8pPr algn="r">
              <a:defRPr sz="1725" b="1">
                <a:solidFill>
                  <a:srgbClr val="62D6C9"/>
                </a:solidFill>
                <a:latin typeface="DejaVu Sans"/>
                <a:ea typeface="DejaVu Sans"/>
                <a:cs typeface="DejaVu Sans"/>
              </a:defRPr>
            </a:lvl8pPr>
            <a:lvl9pPr algn="r">
              <a:defRPr sz="1725" b="1">
                <a:solidFill>
                  <a:srgbClr val="62D6C9"/>
                </a:solidFill>
                <a:latin typeface="DejaVu Sans"/>
                <a:ea typeface="DejaVu Sans"/>
                <a:cs typeface="DejaVu Sans"/>
              </a:defRPr>
            </a:lvl9pPr>
          </a:lstStyle>
          <a:p xmlns:a="http://schemas.openxmlformats.org/drawingml/2006/main">
            <a:pPr algn="r">
              <a:lnSpc>
                <a:spcPct val="112000"/>
              </a:lnSpc>
              <a:buNone/>
              <a:defRPr sz="1725" b="1">
                <a:solidFill>
                  <a:srgbClr val="62D6C9"/>
                </a:solidFill>
                <a:latin typeface="DejaVu Sans"/>
                <a:ea typeface="DejaVu Sans"/>
                <a:cs typeface="DejaVu Sans"/>
              </a:defRPr>
            </a:pPr>
            <a:r>
              <a:rPr sz="1725" b="1">
                <a:solidFill>
                  <a:srgbClr val="62D6C9"/>
                </a:solidFill>
                <a:latin typeface="DejaVu Sans"/>
                <a:ea typeface="DejaVu Sans"/>
                <a:cs typeface="DejaVu Sans"/>
              </a:rPr>
              <a:t>22</a:t>
            </a:r>
          </a:p>
        </p:txBody>
      </p:sp>
      <p:sp>
        <p:nvSpPr>
          <p:cNvPr id="8" name="text-4k9jdpl5vf7">
            <a:extLst xmlns:a="http://schemas.openxmlformats.org/drawingml/2006/main">
              <a:ext uri="{FF2B5EF4-FFF2-40B4-BE49-F238E27FC236}">
                <a16:creationId xmlns:a16="http://schemas.microsoft.com/office/drawing/2014/main" id="{FE773402-9CFF-4C9E-9A48-8724A78FD6B1}"/>
              </a:ext>
            </a:extLst>
          </p:cNvPr>
          <p:cNvSpPr>
            <a:spLocks xmlns:a="http://schemas.openxmlformats.org/drawingml/2006/main" noGrp="1"/>
          </p:cNvSpPr>
          <p:nvPr/>
        </p:nvSpPr>
        <p:spPr>
          <a:xfrm xmlns:a="http://schemas.openxmlformats.org/drawingml/2006/main">
            <a:off x="6096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01</a:t>
            </a:r>
          </a:p>
        </p:txBody>
      </p:sp>
      <p:sp>
        <p:nvSpPr>
          <p:cNvPr id="9" name="text-6tkqbuy6vi5">
            <a:extLst xmlns:a="http://schemas.openxmlformats.org/drawingml/2006/main">
              <a:ext uri="{FF2B5EF4-FFF2-40B4-BE49-F238E27FC236}">
                <a16:creationId xmlns:a16="http://schemas.microsoft.com/office/drawing/2014/main" id="{95931632-46BA-4CB7-A42B-F6DD518DFE20}"/>
              </a:ext>
            </a:extLst>
          </p:cNvPr>
          <p:cNvSpPr>
            <a:spLocks xmlns:a="http://schemas.openxmlformats.org/drawingml/2006/main" noGrp="1"/>
          </p:cNvSpPr>
          <p:nvPr/>
        </p:nvSpPr>
        <p:spPr>
          <a:xfrm xmlns:a="http://schemas.openxmlformats.org/drawingml/2006/main">
            <a:off x="6096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Modelo</a:t>
            </a:r>
          </a:p>
        </p:txBody>
      </p:sp>
      <p:sp>
        <p:nvSpPr>
          <p:cNvPr id="10" name="text-7vd78he25mu">
            <a:extLst xmlns:a="http://schemas.openxmlformats.org/drawingml/2006/main">
              <a:ext uri="{FF2B5EF4-FFF2-40B4-BE49-F238E27FC236}">
                <a16:creationId xmlns:a16="http://schemas.microsoft.com/office/drawing/2014/main" id="{B915B71E-913A-45BE-B0A0-407C9585E4D0}"/>
              </a:ext>
            </a:extLst>
          </p:cNvPr>
          <p:cNvSpPr>
            <a:spLocks xmlns:a="http://schemas.openxmlformats.org/drawingml/2006/main" noGrp="1"/>
          </p:cNvSpPr>
          <p:nvPr/>
        </p:nvSpPr>
        <p:spPr>
          <a:xfrm xmlns:a="http://schemas.openxmlformats.org/drawingml/2006/main">
            <a:off x="6096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Capacidades de lenguaje y razonamiento.</a:t>
            </a:r>
          </a:p>
        </p:txBody>
      </p:sp>
      <p:sp>
        <p:nvSpPr>
          <p:cNvPr id="11" name="text-gpw5w5yvxkv">
            <a:extLst xmlns:a="http://schemas.openxmlformats.org/drawingml/2006/main">
              <a:ext uri="{FF2B5EF4-FFF2-40B4-BE49-F238E27FC236}">
                <a16:creationId xmlns:a16="http://schemas.microsoft.com/office/drawing/2014/main" id="{7C6E150A-2531-497D-A55B-495E006E79B7}"/>
              </a:ext>
            </a:extLst>
          </p:cNvPr>
          <p:cNvSpPr>
            <a:spLocks xmlns:a="http://schemas.openxmlformats.org/drawingml/2006/main" noGrp="1"/>
          </p:cNvSpPr>
          <p:nvPr/>
        </p:nvSpPr>
        <p:spPr>
          <a:xfrm xmlns:a="http://schemas.openxmlformats.org/drawingml/2006/main">
            <a:off x="34099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02</a:t>
            </a:r>
          </a:p>
        </p:txBody>
      </p:sp>
      <p:sp>
        <p:nvSpPr>
          <p:cNvPr id="12" name="text-lkgoqxbq33">
            <a:extLst xmlns:a="http://schemas.openxmlformats.org/drawingml/2006/main">
              <a:ext uri="{FF2B5EF4-FFF2-40B4-BE49-F238E27FC236}">
                <a16:creationId xmlns:a16="http://schemas.microsoft.com/office/drawing/2014/main" id="{BDEB87D4-5CFE-4D7A-A280-700BBE18549B}"/>
              </a:ext>
            </a:extLst>
          </p:cNvPr>
          <p:cNvSpPr>
            <a:spLocks xmlns:a="http://schemas.openxmlformats.org/drawingml/2006/main" noGrp="1"/>
          </p:cNvSpPr>
          <p:nvPr/>
        </p:nvSpPr>
        <p:spPr>
          <a:xfrm xmlns:a="http://schemas.openxmlformats.org/drawingml/2006/main">
            <a:off x="34099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Sistema agente</a:t>
            </a:r>
          </a:p>
        </p:txBody>
      </p:sp>
      <p:sp>
        <p:nvSpPr>
          <p:cNvPr id="13" name="text-rsfjzqs9dla">
            <a:extLst xmlns:a="http://schemas.openxmlformats.org/drawingml/2006/main">
              <a:ext uri="{FF2B5EF4-FFF2-40B4-BE49-F238E27FC236}">
                <a16:creationId xmlns:a16="http://schemas.microsoft.com/office/drawing/2014/main" id="{2BE3644F-BA5A-49F9-9DEB-68D4C3508F8F}"/>
              </a:ext>
            </a:extLst>
          </p:cNvPr>
          <p:cNvSpPr>
            <a:spLocks xmlns:a="http://schemas.openxmlformats.org/drawingml/2006/main" noGrp="1"/>
          </p:cNvSpPr>
          <p:nvPr/>
        </p:nvSpPr>
        <p:spPr>
          <a:xfrm xmlns:a="http://schemas.openxmlformats.org/drawingml/2006/main">
            <a:off x="34099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Herramientas, memoria y controles.</a:t>
            </a:r>
          </a:p>
        </p:txBody>
      </p:sp>
      <p:sp>
        <p:nvSpPr>
          <p:cNvPr id="14" name="text-br5qk0qpayg">
            <a:extLst xmlns:a="http://schemas.openxmlformats.org/drawingml/2006/main">
              <a:ext uri="{FF2B5EF4-FFF2-40B4-BE49-F238E27FC236}">
                <a16:creationId xmlns:a16="http://schemas.microsoft.com/office/drawing/2014/main" id="{316FDF50-F91D-4941-A4A7-DF7BD0DA0D16}"/>
              </a:ext>
            </a:extLst>
          </p:cNvPr>
          <p:cNvSpPr>
            <a:spLocks xmlns:a="http://schemas.openxmlformats.org/drawingml/2006/main" noGrp="1"/>
          </p:cNvSpPr>
          <p:nvPr/>
        </p:nvSpPr>
        <p:spPr>
          <a:xfrm xmlns:a="http://schemas.openxmlformats.org/drawingml/2006/main">
            <a:off x="621030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03</a:t>
            </a:r>
          </a:p>
        </p:txBody>
      </p:sp>
      <p:sp>
        <p:nvSpPr>
          <p:cNvPr id="15" name="text-fcani3lbm9c">
            <a:extLst xmlns:a="http://schemas.openxmlformats.org/drawingml/2006/main">
              <a:ext uri="{FF2B5EF4-FFF2-40B4-BE49-F238E27FC236}">
                <a16:creationId xmlns:a16="http://schemas.microsoft.com/office/drawing/2014/main" id="{A02C2888-8BFE-4B1D-A353-6ACA2B6B0A1B}"/>
              </a:ext>
            </a:extLst>
          </p:cNvPr>
          <p:cNvSpPr>
            <a:spLocks xmlns:a="http://schemas.openxmlformats.org/drawingml/2006/main" noGrp="1"/>
          </p:cNvSpPr>
          <p:nvPr/>
        </p:nvSpPr>
        <p:spPr>
          <a:xfrm xmlns:a="http://schemas.openxmlformats.org/drawingml/2006/main">
            <a:off x="621030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Robot</a:t>
            </a:r>
          </a:p>
        </p:txBody>
      </p:sp>
      <p:sp>
        <p:nvSpPr>
          <p:cNvPr id="16" name="text-dyaea6sofii">
            <a:extLst xmlns:a="http://schemas.openxmlformats.org/drawingml/2006/main">
              <a:ext uri="{FF2B5EF4-FFF2-40B4-BE49-F238E27FC236}">
                <a16:creationId xmlns:a16="http://schemas.microsoft.com/office/drawing/2014/main" id="{25A06C74-653C-40E6-B720-6CC9B3B4A022}"/>
              </a:ext>
            </a:extLst>
          </p:cNvPr>
          <p:cNvSpPr>
            <a:spLocks xmlns:a="http://schemas.openxmlformats.org/drawingml/2006/main" noGrp="1"/>
          </p:cNvSpPr>
          <p:nvPr/>
        </p:nvSpPr>
        <p:spPr>
          <a:xfrm xmlns:a="http://schemas.openxmlformats.org/drawingml/2006/main">
            <a:off x="621030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Percepción, control y ejecución física.</a:t>
            </a:r>
          </a:p>
        </p:txBody>
      </p:sp>
      <p:sp>
        <p:nvSpPr>
          <p:cNvPr id="17" name="text-8an5rymvvv7">
            <a:extLst xmlns:a="http://schemas.openxmlformats.org/drawingml/2006/main">
              <a:ext uri="{FF2B5EF4-FFF2-40B4-BE49-F238E27FC236}">
                <a16:creationId xmlns:a16="http://schemas.microsoft.com/office/drawing/2014/main" id="{A8BD24CF-C57D-4C1D-B967-804634BFA5CE}"/>
              </a:ext>
            </a:extLst>
          </p:cNvPr>
          <p:cNvSpPr>
            <a:spLocks xmlns:a="http://schemas.openxmlformats.org/drawingml/2006/main" noGrp="1"/>
          </p:cNvSpPr>
          <p:nvPr/>
        </p:nvSpPr>
        <p:spPr>
          <a:xfrm xmlns:a="http://schemas.openxmlformats.org/drawingml/2006/main">
            <a:off x="9010650" y="2733675"/>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62D6C9"/>
                </a:solidFill>
                <a:latin typeface="DejaVu Sans"/>
                <a:ea typeface="DejaVu Sans"/>
                <a:cs typeface="DejaVu Sans"/>
              </a:defRPr>
            </a:defPPr>
            <a:lvl1pPr algn="l">
              <a:defRPr sz="4875" b="1">
                <a:solidFill>
                  <a:srgbClr val="62D6C9"/>
                </a:solidFill>
                <a:latin typeface="DejaVu Sans"/>
                <a:ea typeface="DejaVu Sans"/>
                <a:cs typeface="DejaVu Sans"/>
              </a:defRPr>
            </a:lvl1pPr>
            <a:lvl2pPr algn="l">
              <a:defRPr sz="4875" b="1">
                <a:solidFill>
                  <a:srgbClr val="62D6C9"/>
                </a:solidFill>
                <a:latin typeface="DejaVu Sans"/>
                <a:ea typeface="DejaVu Sans"/>
                <a:cs typeface="DejaVu Sans"/>
              </a:defRPr>
            </a:lvl2pPr>
            <a:lvl3pPr algn="l">
              <a:defRPr sz="4875" b="1">
                <a:solidFill>
                  <a:srgbClr val="62D6C9"/>
                </a:solidFill>
                <a:latin typeface="DejaVu Sans"/>
                <a:ea typeface="DejaVu Sans"/>
                <a:cs typeface="DejaVu Sans"/>
              </a:defRPr>
            </a:lvl3pPr>
            <a:lvl4pPr algn="l">
              <a:defRPr sz="4875" b="1">
                <a:solidFill>
                  <a:srgbClr val="62D6C9"/>
                </a:solidFill>
                <a:latin typeface="DejaVu Sans"/>
                <a:ea typeface="DejaVu Sans"/>
                <a:cs typeface="DejaVu Sans"/>
              </a:defRPr>
            </a:lvl4pPr>
            <a:lvl5pPr algn="l">
              <a:defRPr sz="4875" b="1">
                <a:solidFill>
                  <a:srgbClr val="62D6C9"/>
                </a:solidFill>
                <a:latin typeface="DejaVu Sans"/>
                <a:ea typeface="DejaVu Sans"/>
                <a:cs typeface="DejaVu Sans"/>
              </a:defRPr>
            </a:lvl5pPr>
            <a:lvl6pPr algn="l">
              <a:defRPr sz="4875" b="1">
                <a:solidFill>
                  <a:srgbClr val="62D6C9"/>
                </a:solidFill>
                <a:latin typeface="DejaVu Sans"/>
                <a:ea typeface="DejaVu Sans"/>
                <a:cs typeface="DejaVu Sans"/>
              </a:defRPr>
            </a:lvl6pPr>
            <a:lvl7pPr algn="l">
              <a:defRPr sz="4875" b="1">
                <a:solidFill>
                  <a:srgbClr val="62D6C9"/>
                </a:solidFill>
                <a:latin typeface="DejaVu Sans"/>
                <a:ea typeface="DejaVu Sans"/>
                <a:cs typeface="DejaVu Sans"/>
              </a:defRPr>
            </a:lvl7pPr>
            <a:lvl8pPr algn="l">
              <a:defRPr sz="4875" b="1">
                <a:solidFill>
                  <a:srgbClr val="62D6C9"/>
                </a:solidFill>
                <a:latin typeface="DejaVu Sans"/>
                <a:ea typeface="DejaVu Sans"/>
                <a:cs typeface="DejaVu Sans"/>
              </a:defRPr>
            </a:lvl8pPr>
            <a:lvl9pPr algn="l">
              <a:defRPr sz="4875" b="1">
                <a:solidFill>
                  <a:srgbClr val="62D6C9"/>
                </a:solidFill>
                <a:latin typeface="DejaVu Sans"/>
                <a:ea typeface="DejaVu Sans"/>
                <a:cs typeface="DejaVu Sans"/>
              </a:defRPr>
            </a:lvl9pPr>
          </a:lstStyle>
          <a:p xmlns:a="http://schemas.openxmlformats.org/drawingml/2006/main">
            <a:pPr algn="l">
              <a:lnSpc>
                <a:spcPct val="112000"/>
              </a:lnSpc>
              <a:buNone/>
              <a:defRPr sz="4875" b="1">
                <a:solidFill>
                  <a:srgbClr val="62D6C9"/>
                </a:solidFill>
                <a:latin typeface="DejaVu Sans"/>
                <a:ea typeface="DejaVu Sans"/>
                <a:cs typeface="DejaVu Sans"/>
              </a:defRPr>
            </a:pPr>
            <a:r>
              <a:rPr sz="4875" b="1">
                <a:solidFill>
                  <a:srgbClr val="62D6C9"/>
                </a:solidFill>
                <a:latin typeface="DejaVu Sans"/>
                <a:ea typeface="DejaVu Sans"/>
                <a:cs typeface="DejaVu Sans"/>
              </a:rPr>
              <a:t>04</a:t>
            </a:r>
          </a:p>
        </p:txBody>
      </p:sp>
      <p:sp>
        <p:nvSpPr>
          <p:cNvPr id="18" name="text-832ncghfv6n">
            <a:extLst xmlns:a="http://schemas.openxmlformats.org/drawingml/2006/main">
              <a:ext uri="{FF2B5EF4-FFF2-40B4-BE49-F238E27FC236}">
                <a16:creationId xmlns:a16="http://schemas.microsoft.com/office/drawing/2014/main" id="{5C82C10C-274D-4098-89D6-B0F9F0B4C426}"/>
              </a:ext>
            </a:extLst>
          </p:cNvPr>
          <p:cNvSpPr>
            <a:spLocks xmlns:a="http://schemas.openxmlformats.org/drawingml/2006/main" noGrp="1"/>
          </p:cNvSpPr>
          <p:nvPr/>
        </p:nvSpPr>
        <p:spPr>
          <a:xfrm xmlns:a="http://schemas.openxmlformats.org/drawingml/2006/main">
            <a:off x="9010650" y="37528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DFA"/>
                </a:solidFill>
                <a:latin typeface="DejaVu Sans"/>
                <a:ea typeface="DejaVu Sans"/>
                <a:cs typeface="DejaVu Sans"/>
              </a:defRPr>
            </a:defPPr>
            <a:lvl1pPr algn="l">
              <a:defRPr sz="2175" b="1">
                <a:solidFill>
                  <a:srgbClr val="FFFDFA"/>
                </a:solidFill>
                <a:latin typeface="DejaVu Sans"/>
                <a:ea typeface="DejaVu Sans"/>
                <a:cs typeface="DejaVu Sans"/>
              </a:defRPr>
            </a:lvl1pPr>
            <a:lvl2pPr algn="l">
              <a:defRPr sz="2175" b="1">
                <a:solidFill>
                  <a:srgbClr val="FFFDFA"/>
                </a:solidFill>
                <a:latin typeface="DejaVu Sans"/>
                <a:ea typeface="DejaVu Sans"/>
                <a:cs typeface="DejaVu Sans"/>
              </a:defRPr>
            </a:lvl2pPr>
            <a:lvl3pPr algn="l">
              <a:defRPr sz="2175" b="1">
                <a:solidFill>
                  <a:srgbClr val="FFFDFA"/>
                </a:solidFill>
                <a:latin typeface="DejaVu Sans"/>
                <a:ea typeface="DejaVu Sans"/>
                <a:cs typeface="DejaVu Sans"/>
              </a:defRPr>
            </a:lvl3pPr>
            <a:lvl4pPr algn="l">
              <a:defRPr sz="2175" b="1">
                <a:solidFill>
                  <a:srgbClr val="FFFDFA"/>
                </a:solidFill>
                <a:latin typeface="DejaVu Sans"/>
                <a:ea typeface="DejaVu Sans"/>
                <a:cs typeface="DejaVu Sans"/>
              </a:defRPr>
            </a:lvl4pPr>
            <a:lvl5pPr algn="l">
              <a:defRPr sz="2175" b="1">
                <a:solidFill>
                  <a:srgbClr val="FFFDFA"/>
                </a:solidFill>
                <a:latin typeface="DejaVu Sans"/>
                <a:ea typeface="DejaVu Sans"/>
                <a:cs typeface="DejaVu Sans"/>
              </a:defRPr>
            </a:lvl5pPr>
            <a:lvl6pPr algn="l">
              <a:defRPr sz="2175" b="1">
                <a:solidFill>
                  <a:srgbClr val="FFFDFA"/>
                </a:solidFill>
                <a:latin typeface="DejaVu Sans"/>
                <a:ea typeface="DejaVu Sans"/>
                <a:cs typeface="DejaVu Sans"/>
              </a:defRPr>
            </a:lvl6pPr>
            <a:lvl7pPr algn="l">
              <a:defRPr sz="2175" b="1">
                <a:solidFill>
                  <a:srgbClr val="FFFDFA"/>
                </a:solidFill>
                <a:latin typeface="DejaVu Sans"/>
                <a:ea typeface="DejaVu Sans"/>
                <a:cs typeface="DejaVu Sans"/>
              </a:defRPr>
            </a:lvl7pPr>
            <a:lvl8pPr algn="l">
              <a:defRPr sz="2175" b="1">
                <a:solidFill>
                  <a:srgbClr val="FFFDFA"/>
                </a:solidFill>
                <a:latin typeface="DejaVu Sans"/>
                <a:ea typeface="DejaVu Sans"/>
                <a:cs typeface="DejaVu Sans"/>
              </a:defRPr>
            </a:lvl8pPr>
            <a:lvl9pPr algn="l">
              <a:defRPr sz="2175" b="1">
                <a:solidFill>
                  <a:srgbClr val="FFFDFA"/>
                </a:solidFill>
                <a:latin typeface="DejaVu Sans"/>
                <a:ea typeface="DejaVu Sans"/>
                <a:cs typeface="DejaVu Sans"/>
              </a:defRPr>
            </a:lvl9pPr>
          </a:lstStyle>
          <a:p xmlns:a="http://schemas.openxmlformats.org/drawingml/2006/main">
            <a:pPr algn="l">
              <a:lnSpc>
                <a:spcPct val="112000"/>
              </a:lnSpc>
              <a:buNone/>
              <a:defRPr sz="2175" b="1">
                <a:solidFill>
                  <a:srgbClr val="FFFDFA"/>
                </a:solidFill>
                <a:latin typeface="DejaVu Sans"/>
                <a:ea typeface="DejaVu Sans"/>
                <a:cs typeface="DejaVu Sans"/>
              </a:defRPr>
            </a:pPr>
            <a:r>
              <a:rPr sz="2175" b="1">
                <a:solidFill>
                  <a:srgbClr val="FFFDFA"/>
                </a:solidFill>
                <a:latin typeface="DejaVu Sans"/>
                <a:ea typeface="DejaVu Sans"/>
                <a:cs typeface="DejaVu Sans"/>
              </a:rPr>
              <a:t>Resultado</a:t>
            </a:r>
          </a:p>
        </p:txBody>
      </p:sp>
      <p:sp>
        <p:nvSpPr>
          <p:cNvPr id="19" name="text-kuky2coql5f">
            <a:extLst xmlns:a="http://schemas.openxmlformats.org/drawingml/2006/main">
              <a:ext uri="{FF2B5EF4-FFF2-40B4-BE49-F238E27FC236}">
                <a16:creationId xmlns:a16="http://schemas.microsoft.com/office/drawing/2014/main" id="{D00AAC77-E059-4C12-9EE9-A00CBF397AE7}"/>
              </a:ext>
            </a:extLst>
          </p:cNvPr>
          <p:cNvSpPr>
            <a:spLocks xmlns:a="http://schemas.openxmlformats.org/drawingml/2006/main" noGrp="1"/>
          </p:cNvSpPr>
          <p:nvPr/>
        </p:nvSpPr>
        <p:spPr>
          <a:xfrm xmlns:a="http://schemas.openxmlformats.org/drawingml/2006/main">
            <a:off x="9010650" y="4543425"/>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ED0D5"/>
                </a:solidFill>
                <a:latin typeface="DejaVu Sans"/>
                <a:ea typeface="DejaVu Sans"/>
                <a:cs typeface="DejaVu Sans"/>
              </a:defRPr>
            </a:defPPr>
            <a:lvl1pPr algn="l">
              <a:defRPr sz="1725" b="0">
                <a:solidFill>
                  <a:srgbClr val="BED0D5"/>
                </a:solidFill>
                <a:latin typeface="DejaVu Sans"/>
                <a:ea typeface="DejaVu Sans"/>
                <a:cs typeface="DejaVu Sans"/>
              </a:defRPr>
            </a:lvl1pPr>
            <a:lvl2pPr algn="l">
              <a:defRPr sz="1725" b="0">
                <a:solidFill>
                  <a:srgbClr val="BED0D5"/>
                </a:solidFill>
                <a:latin typeface="DejaVu Sans"/>
                <a:ea typeface="DejaVu Sans"/>
                <a:cs typeface="DejaVu Sans"/>
              </a:defRPr>
            </a:lvl2pPr>
            <a:lvl3pPr algn="l">
              <a:defRPr sz="1725" b="0">
                <a:solidFill>
                  <a:srgbClr val="BED0D5"/>
                </a:solidFill>
                <a:latin typeface="DejaVu Sans"/>
                <a:ea typeface="DejaVu Sans"/>
                <a:cs typeface="DejaVu Sans"/>
              </a:defRPr>
            </a:lvl3pPr>
            <a:lvl4pPr algn="l">
              <a:defRPr sz="1725" b="0">
                <a:solidFill>
                  <a:srgbClr val="BED0D5"/>
                </a:solidFill>
                <a:latin typeface="DejaVu Sans"/>
                <a:ea typeface="DejaVu Sans"/>
                <a:cs typeface="DejaVu Sans"/>
              </a:defRPr>
            </a:lvl4pPr>
            <a:lvl5pPr algn="l">
              <a:defRPr sz="1725" b="0">
                <a:solidFill>
                  <a:srgbClr val="BED0D5"/>
                </a:solidFill>
                <a:latin typeface="DejaVu Sans"/>
                <a:ea typeface="DejaVu Sans"/>
                <a:cs typeface="DejaVu Sans"/>
              </a:defRPr>
            </a:lvl5pPr>
            <a:lvl6pPr algn="l">
              <a:defRPr sz="1725" b="0">
                <a:solidFill>
                  <a:srgbClr val="BED0D5"/>
                </a:solidFill>
                <a:latin typeface="DejaVu Sans"/>
                <a:ea typeface="DejaVu Sans"/>
                <a:cs typeface="DejaVu Sans"/>
              </a:defRPr>
            </a:lvl6pPr>
            <a:lvl7pPr algn="l">
              <a:defRPr sz="1725" b="0">
                <a:solidFill>
                  <a:srgbClr val="BED0D5"/>
                </a:solidFill>
                <a:latin typeface="DejaVu Sans"/>
                <a:ea typeface="DejaVu Sans"/>
                <a:cs typeface="DejaVu Sans"/>
              </a:defRPr>
            </a:lvl7pPr>
            <a:lvl8pPr algn="l">
              <a:defRPr sz="1725" b="0">
                <a:solidFill>
                  <a:srgbClr val="BED0D5"/>
                </a:solidFill>
                <a:latin typeface="DejaVu Sans"/>
                <a:ea typeface="DejaVu Sans"/>
                <a:cs typeface="DejaVu Sans"/>
              </a:defRPr>
            </a:lvl8pPr>
            <a:lvl9pPr algn="l">
              <a:defRPr sz="1725" b="0">
                <a:solidFill>
                  <a:srgbClr val="BED0D5"/>
                </a:solidFill>
                <a:latin typeface="DejaVu Sans"/>
                <a:ea typeface="DejaVu Sans"/>
                <a:cs typeface="DejaVu Sans"/>
              </a:defRPr>
            </a:lvl9pPr>
          </a:lstStyle>
          <a:p xmlns:a="http://schemas.openxmlformats.org/drawingml/2006/main">
            <a:pPr algn="l">
              <a:lnSpc>
                <a:spcPct val="112000"/>
              </a:lnSpc>
              <a:buNone/>
              <a:defRPr sz="1725" b="0">
                <a:solidFill>
                  <a:srgbClr val="BED0D5"/>
                </a:solidFill>
                <a:latin typeface="DejaVu Sans"/>
                <a:ea typeface="DejaVu Sans"/>
                <a:cs typeface="DejaVu Sans"/>
              </a:defRPr>
            </a:pPr>
            <a:r>
              <a:rPr sz="1725" b="0">
                <a:solidFill>
                  <a:srgbClr val="BED0D5"/>
                </a:solidFill>
                <a:latin typeface="DejaVu Sans"/>
                <a:ea typeface="DejaVu Sans"/>
                <a:cs typeface="DejaVu Sans"/>
              </a:rPr>
              <a:t>Tareas correctas, disponibilidad y costo.</a:t>
            </a:r>
          </a:p>
        </p:txBody>
      </p:sp>
    </p:spTree>
    <p:extLst>
      <p:ext uri="{BB962C8B-B14F-4D97-AF65-F5344CB8AC3E}">
        <p14:creationId xmlns:p14="http://schemas.microsoft.com/office/powerpoint/2010/main" val="1651239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2026-10-25T20:55:28.8720000Z</dcterms:created>
  <dcterms:modified xsi:type="dcterms:W3CDTF">2026-10-25T20:55:28.8720000Z</dcterms:modified>
</coreProperties>
</file>